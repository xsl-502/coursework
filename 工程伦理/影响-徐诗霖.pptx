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9"/>
  </p:handoutMasterIdLst>
  <p:sldIdLst>
    <p:sldId id="302" r:id="rId3"/>
    <p:sldId id="273" r:id="rId4"/>
    <p:sldId id="296" r:id="rId6"/>
    <p:sldId id="286" r:id="rId7"/>
    <p:sldId id="301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7"/>
    <a:srgbClr val="F08300"/>
    <a:srgbClr val="001736"/>
    <a:srgbClr val="041A34"/>
    <a:srgbClr val="003478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6182" autoAdjust="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我从四个维度识别损害：科学公共品、经济外溢、社会公共服务和代际轨道资源。它们有一个共同点——承担代价的主体，大多不是星座交易的参与方。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先看最直观的损害。左图是2025年阿塔卡马夜空一小时延时叠加，大量亮线来自卫星；右图是2019年星链发射初期的卫星列车。需要说明：右图是发射初期的特殊情况，不代表成熟星座每次曝光都这么密。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这些损害会转化为天文台真实的成本：观测前要排程规避，观测中图像被污染，观测后要做数据清洗和重复曝光，而最无法弥补的，是瞬变事件一旦错过就无法补拍。这些成本都没有进入星座运营者的账本。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各类损害放到一张账本上，就能看到典型的负外部性：收益主要进入运营者、客户和产业链的当前交易；代价却分散给天文台、其他航天器、公众和后代。收益私有化、成本社会化，正是“公地悲剧”的激励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í$ľîḓè"/>
          <p:cNvSpPr/>
          <p:nvPr userDrawn="1"/>
        </p:nvSpPr>
        <p:spPr>
          <a:xfrm>
            <a:off x="-3604" y="0"/>
            <a:ext cx="12192000" cy="68580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îṩ1idê"/>
          <p:cNvSpPr/>
          <p:nvPr userDrawn="1"/>
        </p:nvSpPr>
        <p:spPr>
          <a:xfrm>
            <a:off x="5721772" y="0"/>
            <a:ext cx="6470228" cy="6074237"/>
          </a:xfrm>
          <a:custGeom>
            <a:avLst/>
            <a:gdLst>
              <a:gd name="connsiteX0" fmla="*/ 2441939 w 6470228"/>
              <a:gd name="connsiteY0" fmla="*/ 0 h 6074237"/>
              <a:gd name="connsiteX1" fmla="*/ 6470228 w 6470228"/>
              <a:gd name="connsiteY1" fmla="*/ 0 h 6074237"/>
              <a:gd name="connsiteX2" fmla="*/ 6470228 w 6470228"/>
              <a:gd name="connsiteY2" fmla="*/ 2453916 h 6074237"/>
              <a:gd name="connsiteX3" fmla="*/ 4110930 w 6470228"/>
              <a:gd name="connsiteY3" fmla="*/ 5247423 h 6074237"/>
              <a:gd name="connsiteX4" fmla="*/ 826815 w 6470228"/>
              <a:gd name="connsiteY4" fmla="*/ 5524165 h 6074237"/>
              <a:gd name="connsiteX5" fmla="*/ 826816 w 6470228"/>
              <a:gd name="connsiteY5" fmla="*/ 5524165 h 6074237"/>
              <a:gd name="connsiteX6" fmla="*/ 550073 w 6470228"/>
              <a:gd name="connsiteY6" fmla="*/ 2240050 h 607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0228" h="6074237">
                <a:moveTo>
                  <a:pt x="2441939" y="0"/>
                </a:moveTo>
                <a:lnTo>
                  <a:pt x="6470228" y="0"/>
                </a:lnTo>
                <a:lnTo>
                  <a:pt x="6470228" y="2453916"/>
                </a:lnTo>
                <a:lnTo>
                  <a:pt x="4110930" y="5247423"/>
                </a:lnTo>
                <a:cubicBezTo>
                  <a:pt x="3280467" y="6230727"/>
                  <a:pt x="1810118" y="6354628"/>
                  <a:pt x="826815" y="5524165"/>
                </a:cubicBezTo>
                <a:lnTo>
                  <a:pt x="826816" y="5524165"/>
                </a:lnTo>
                <a:cubicBezTo>
                  <a:pt x="-156489" y="4693703"/>
                  <a:pt x="-280390" y="3223353"/>
                  <a:pt x="550073" y="2240050"/>
                </a:cubicBezTo>
                <a:close/>
              </a:path>
            </a:pathLst>
          </a:custGeom>
          <a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l="-10885" r="-108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ïṣḷíḋé"/>
          <p:cNvSpPr/>
          <p:nvPr userDrawn="1"/>
        </p:nvSpPr>
        <p:spPr>
          <a:xfrm>
            <a:off x="4906913" y="0"/>
            <a:ext cx="3955516" cy="3655904"/>
          </a:xfrm>
          <a:custGeom>
            <a:avLst/>
            <a:gdLst>
              <a:gd name="connsiteX0" fmla="*/ 210268 w 3955516"/>
              <a:gd name="connsiteY0" fmla="*/ 3516016 h 3655904"/>
              <a:gd name="connsiteX1" fmla="*/ 210268 w 3955516"/>
              <a:gd name="connsiteY1" fmla="*/ 3516016 h 3655904"/>
              <a:gd name="connsiteX2" fmla="*/ 210268 w 3955516"/>
              <a:gd name="connsiteY2" fmla="*/ 3516016 h 3655904"/>
              <a:gd name="connsiteX3" fmla="*/ 2404025 w 3955516"/>
              <a:gd name="connsiteY3" fmla="*/ 0 h 3655904"/>
              <a:gd name="connsiteX4" fmla="*/ 3955516 w 3955516"/>
              <a:gd name="connsiteY4" fmla="*/ 0 h 3655904"/>
              <a:gd name="connsiteX5" fmla="*/ 1045452 w 3955516"/>
              <a:gd name="connsiteY5" fmla="*/ 3445637 h 3655904"/>
              <a:gd name="connsiteX6" fmla="*/ 309288 w 3955516"/>
              <a:gd name="connsiteY6" fmla="*/ 3583884 h 3655904"/>
              <a:gd name="connsiteX7" fmla="*/ 210268 w 3955516"/>
              <a:gd name="connsiteY7" fmla="*/ 3516016 h 3655904"/>
              <a:gd name="connsiteX8" fmla="*/ 126786 w 3955516"/>
              <a:gd name="connsiteY8" fmla="*/ 3429750 h 3655904"/>
              <a:gd name="connsiteX9" fmla="*/ 139890 w 3955516"/>
              <a:gd name="connsiteY9" fmla="*/ 2680831 h 36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55516" h="3655904">
                <a:moveTo>
                  <a:pt x="210268" y="3516016"/>
                </a:moveTo>
                <a:lnTo>
                  <a:pt x="210268" y="3516016"/>
                </a:lnTo>
                <a:lnTo>
                  <a:pt x="210268" y="3516016"/>
                </a:lnTo>
                <a:close/>
                <a:moveTo>
                  <a:pt x="2404025" y="0"/>
                </a:moveTo>
                <a:lnTo>
                  <a:pt x="3955516" y="0"/>
                </a:lnTo>
                <a:lnTo>
                  <a:pt x="1045452" y="3445637"/>
                </a:lnTo>
                <a:cubicBezTo>
                  <a:pt x="860656" y="3664444"/>
                  <a:pt x="551270" y="3715919"/>
                  <a:pt x="309288" y="3583884"/>
                </a:cubicBezTo>
                <a:lnTo>
                  <a:pt x="210268" y="3516016"/>
                </a:lnTo>
                <a:lnTo>
                  <a:pt x="126786" y="3429750"/>
                </a:lnTo>
                <a:cubicBezTo>
                  <a:pt x="-43881" y="3213275"/>
                  <a:pt x="-44906" y="2899638"/>
                  <a:pt x="139890" y="2680831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iş1îḑé"/>
          <p:cNvSpPr/>
          <p:nvPr userDrawn="1"/>
        </p:nvSpPr>
        <p:spPr>
          <a:xfrm>
            <a:off x="10490882" y="2022031"/>
            <a:ext cx="1697514" cy="2819365"/>
          </a:xfrm>
          <a:custGeom>
            <a:avLst/>
            <a:gdLst>
              <a:gd name="connsiteX0" fmla="*/ 1697514 w 1697514"/>
              <a:gd name="connsiteY0" fmla="*/ 0 h 2819365"/>
              <a:gd name="connsiteX1" fmla="*/ 1697514 w 1697514"/>
              <a:gd name="connsiteY1" fmla="*/ 1837030 h 2819365"/>
              <a:gd name="connsiteX2" fmla="*/ 1045452 w 1697514"/>
              <a:gd name="connsiteY2" fmla="*/ 2609099 h 2819365"/>
              <a:gd name="connsiteX3" fmla="*/ 210267 w 1697514"/>
              <a:gd name="connsiteY3" fmla="*/ 2679477 h 2819365"/>
              <a:gd name="connsiteX4" fmla="*/ 210268 w 1697514"/>
              <a:gd name="connsiteY4" fmla="*/ 2679478 h 2819365"/>
              <a:gd name="connsiteX5" fmla="*/ 139890 w 1697514"/>
              <a:gd name="connsiteY5" fmla="*/ 1844292 h 28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7514" h="2819365">
                <a:moveTo>
                  <a:pt x="1697514" y="0"/>
                </a:moveTo>
                <a:lnTo>
                  <a:pt x="1697514" y="1837030"/>
                </a:lnTo>
                <a:lnTo>
                  <a:pt x="1045452" y="2609099"/>
                </a:lnTo>
                <a:cubicBezTo>
                  <a:pt x="834257" y="2859163"/>
                  <a:pt x="460332" y="2890672"/>
                  <a:pt x="210267" y="2679477"/>
                </a:cubicBezTo>
                <a:lnTo>
                  <a:pt x="210268" y="2679478"/>
                </a:lnTo>
                <a:cubicBezTo>
                  <a:pt x="-39796" y="2468282"/>
                  <a:pt x="-71306" y="2094357"/>
                  <a:pt x="139890" y="1844292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í$ḻïḓé"/>
          <p:cNvSpPr/>
          <p:nvPr userDrawn="1"/>
        </p:nvSpPr>
        <p:spPr>
          <a:xfrm>
            <a:off x="10073794" y="2366994"/>
            <a:ext cx="2118206" cy="3564196"/>
          </a:xfrm>
          <a:custGeom>
            <a:avLst/>
            <a:gdLst>
              <a:gd name="connsiteX0" fmla="*/ 2118206 w 2118206"/>
              <a:gd name="connsiteY0" fmla="*/ 0 h 3564196"/>
              <a:gd name="connsiteX1" fmla="*/ 2118206 w 2118206"/>
              <a:gd name="connsiteY1" fmla="*/ 2396948 h 3564196"/>
              <a:gd name="connsiteX2" fmla="*/ 1364100 w 2118206"/>
              <a:gd name="connsiteY2" fmla="*/ 3289841 h 3564196"/>
              <a:gd name="connsiteX3" fmla="*/ 274355 w 2118206"/>
              <a:gd name="connsiteY3" fmla="*/ 3381670 h 3564196"/>
              <a:gd name="connsiteX4" fmla="*/ 274356 w 2118206"/>
              <a:gd name="connsiteY4" fmla="*/ 3381671 h 3564196"/>
              <a:gd name="connsiteX5" fmla="*/ 182527 w 2118206"/>
              <a:gd name="connsiteY5" fmla="*/ 2291926 h 35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06" h="3564196">
                <a:moveTo>
                  <a:pt x="2118206" y="0"/>
                </a:moveTo>
                <a:lnTo>
                  <a:pt x="2118206" y="2396948"/>
                </a:lnTo>
                <a:lnTo>
                  <a:pt x="1364100" y="3289841"/>
                </a:lnTo>
                <a:cubicBezTo>
                  <a:pt x="1088533" y="3616123"/>
                  <a:pt x="600638" y="3657237"/>
                  <a:pt x="274355" y="3381670"/>
                </a:cubicBezTo>
                <a:lnTo>
                  <a:pt x="274356" y="3381671"/>
                </a:lnTo>
                <a:cubicBezTo>
                  <a:pt x="-51927" y="3106104"/>
                  <a:pt x="-93040" y="2618208"/>
                  <a:pt x="182527" y="2291926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ïŝļîḍè"/>
          <p:cNvSpPr/>
          <p:nvPr userDrawn="1"/>
        </p:nvSpPr>
        <p:spPr>
          <a:xfrm>
            <a:off x="5721772" y="0"/>
            <a:ext cx="6470228" cy="6074237"/>
          </a:xfrm>
          <a:custGeom>
            <a:avLst/>
            <a:gdLst>
              <a:gd name="connsiteX0" fmla="*/ 2441939 w 6470228"/>
              <a:gd name="connsiteY0" fmla="*/ 0 h 6074237"/>
              <a:gd name="connsiteX1" fmla="*/ 6470228 w 6470228"/>
              <a:gd name="connsiteY1" fmla="*/ 0 h 6074237"/>
              <a:gd name="connsiteX2" fmla="*/ 6470228 w 6470228"/>
              <a:gd name="connsiteY2" fmla="*/ 2453916 h 6074237"/>
              <a:gd name="connsiteX3" fmla="*/ 4110930 w 6470228"/>
              <a:gd name="connsiteY3" fmla="*/ 5247423 h 6074237"/>
              <a:gd name="connsiteX4" fmla="*/ 826815 w 6470228"/>
              <a:gd name="connsiteY4" fmla="*/ 5524165 h 6074237"/>
              <a:gd name="connsiteX5" fmla="*/ 826816 w 6470228"/>
              <a:gd name="connsiteY5" fmla="*/ 5524165 h 6074237"/>
              <a:gd name="connsiteX6" fmla="*/ 550073 w 6470228"/>
              <a:gd name="connsiteY6" fmla="*/ 2240050 h 607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0228" h="6074237">
                <a:moveTo>
                  <a:pt x="2441939" y="0"/>
                </a:moveTo>
                <a:lnTo>
                  <a:pt x="6470228" y="0"/>
                </a:lnTo>
                <a:lnTo>
                  <a:pt x="6470228" y="2453916"/>
                </a:lnTo>
                <a:lnTo>
                  <a:pt x="4110930" y="5247423"/>
                </a:lnTo>
                <a:cubicBezTo>
                  <a:pt x="3280467" y="6230727"/>
                  <a:pt x="1810118" y="6354628"/>
                  <a:pt x="826815" y="5524165"/>
                </a:cubicBezTo>
                <a:lnTo>
                  <a:pt x="826816" y="5524165"/>
                </a:lnTo>
                <a:cubicBezTo>
                  <a:pt x="-156489" y="4693703"/>
                  <a:pt x="-280390" y="3223353"/>
                  <a:pt x="550073" y="2240050"/>
                </a:cubicBezTo>
                <a:close/>
              </a:path>
            </a:pathLst>
          </a:custGeom>
          <a:solidFill>
            <a:schemeClr val="accent3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1071789" y="2069508"/>
            <a:ext cx="10447110" cy="55879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b="0" i="0" kern="2000" spc="2000" dirty="0">
                <a:solidFill>
                  <a:schemeClr val="accent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lvl="0" indent="-228600"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1080509" y="2717966"/>
            <a:ext cx="10438390" cy="2087481"/>
          </a:xfrm>
        </p:spPr>
        <p:txBody>
          <a:bodyPr vert="horz" lIns="91440" tIns="45720" rIns="91440" bIns="45720" rtlCol="0" anchor="b">
            <a:normAutofit/>
          </a:bodyPr>
          <a:lstStyle>
            <a:lvl1pPr marL="571500" indent="-571500">
              <a:buFont typeface="Arial" panose="020B0604020202090204" pitchFamily="34" charset="0"/>
              <a:buNone/>
              <a:defRPr lang="zh-CN" altLang="en-US" sz="4000" b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0" lvl="0" indent="0" fontAlgn="b">
              <a:lnSpc>
                <a:spcPct val="100000"/>
              </a:lnSpc>
              <a:buFont typeface="Arial" panose="020B0604020202090204" pitchFamily="34" charset="0"/>
            </a:pPr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071789" y="5387317"/>
            <a:ext cx="10447110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altLang="zh-CN" sz="14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71789" y="5683588"/>
            <a:ext cx="10447110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zh-CN" altLang="en-US" sz="1400" b="0" dirty="0">
                <a:solidFill>
                  <a:schemeClr val="tx2"/>
                </a:solidFill>
              </a:defRPr>
            </a:lvl1pPr>
          </a:lstStyle>
          <a:p>
            <a:pPr marL="228600" lvl="0" indent="-22860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071789" y="916886"/>
            <a:ext cx="2217511" cy="499112"/>
            <a:chOff x="1071789" y="916886"/>
            <a:chExt cx="2217511" cy="499112"/>
          </a:xfrm>
        </p:grpSpPr>
        <p:grpSp>
          <p:nvGrpSpPr>
            <p:cNvPr id="15" name="ï$ļidê"/>
            <p:cNvGrpSpPr/>
            <p:nvPr userDrawn="1"/>
          </p:nvGrpSpPr>
          <p:grpSpPr>
            <a:xfrm>
              <a:off x="1071789" y="916886"/>
              <a:ext cx="496620" cy="499112"/>
              <a:chOff x="1905000" y="2476500"/>
              <a:chExt cx="1898650" cy="1908175"/>
            </a:xfrm>
          </p:grpSpPr>
          <p:sp>
            <p:nvSpPr>
              <p:cNvPr id="16" name="íṡḷïdè"/>
              <p:cNvSpPr/>
              <p:nvPr/>
            </p:nvSpPr>
            <p:spPr bwMode="auto">
              <a:xfrm>
                <a:off x="1905000" y="2476500"/>
                <a:ext cx="1898650" cy="1908175"/>
              </a:xfrm>
              <a:prstGeom prst="ellipse">
                <a:avLst/>
              </a:prstGeom>
              <a:solidFill>
                <a:srgbClr val="0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íṣ1îḑè"/>
              <p:cNvSpPr/>
              <p:nvPr/>
            </p:nvSpPr>
            <p:spPr bwMode="auto">
              <a:xfrm>
                <a:off x="2217738" y="2790825"/>
                <a:ext cx="1273175" cy="12795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s1ïḍê"/>
              <p:cNvSpPr/>
              <p:nvPr/>
            </p:nvSpPr>
            <p:spPr bwMode="auto">
              <a:xfrm>
                <a:off x="1938338" y="3365500"/>
                <a:ext cx="230188" cy="155575"/>
              </a:xfrm>
              <a:custGeom>
                <a:avLst/>
                <a:gdLst>
                  <a:gd name="T0" fmla="*/ 25 w 70"/>
                  <a:gd name="T1" fmla="*/ 41 h 47"/>
                  <a:gd name="T2" fmla="*/ 30 w 70"/>
                  <a:gd name="T3" fmla="*/ 43 h 47"/>
                  <a:gd name="T4" fmla="*/ 35 w 70"/>
                  <a:gd name="T5" fmla="*/ 45 h 47"/>
                  <a:gd name="T6" fmla="*/ 53 w 70"/>
                  <a:gd name="T7" fmla="*/ 34 h 47"/>
                  <a:gd name="T8" fmla="*/ 61 w 70"/>
                  <a:gd name="T9" fmla="*/ 34 h 47"/>
                  <a:gd name="T10" fmla="*/ 68 w 70"/>
                  <a:gd name="T11" fmla="*/ 26 h 47"/>
                  <a:gd name="T12" fmla="*/ 70 w 70"/>
                  <a:gd name="T13" fmla="*/ 10 h 47"/>
                  <a:gd name="T14" fmla="*/ 67 w 70"/>
                  <a:gd name="T15" fmla="*/ 6 h 47"/>
                  <a:gd name="T16" fmla="*/ 61 w 70"/>
                  <a:gd name="T17" fmla="*/ 5 h 47"/>
                  <a:gd name="T18" fmla="*/ 60 w 70"/>
                  <a:gd name="T19" fmla="*/ 17 h 47"/>
                  <a:gd name="T20" fmla="*/ 55 w 70"/>
                  <a:gd name="T21" fmla="*/ 27 h 47"/>
                  <a:gd name="T22" fmla="*/ 52 w 70"/>
                  <a:gd name="T23" fmla="*/ 13 h 47"/>
                  <a:gd name="T24" fmla="*/ 41 w 70"/>
                  <a:gd name="T25" fmla="*/ 11 h 47"/>
                  <a:gd name="T26" fmla="*/ 32 w 70"/>
                  <a:gd name="T27" fmla="*/ 0 h 47"/>
                  <a:gd name="T28" fmla="*/ 17 w 70"/>
                  <a:gd name="T29" fmla="*/ 11 h 47"/>
                  <a:gd name="T30" fmla="*/ 0 w 70"/>
                  <a:gd name="T31" fmla="*/ 19 h 47"/>
                  <a:gd name="T32" fmla="*/ 15 w 70"/>
                  <a:gd name="T33" fmla="*/ 20 h 47"/>
                  <a:gd name="T34" fmla="*/ 28 w 70"/>
                  <a:gd name="T35" fmla="*/ 34 h 47"/>
                  <a:gd name="T36" fmla="*/ 43 w 70"/>
                  <a:gd name="T37" fmla="*/ 36 h 47"/>
                  <a:gd name="T38" fmla="*/ 25 w 70"/>
                  <a:gd name="T39" fmla="*/ 41 h 47"/>
                  <a:gd name="T40" fmla="*/ 23 w 70"/>
                  <a:gd name="T41" fmla="*/ 16 h 47"/>
                  <a:gd name="T42" fmla="*/ 24 w 70"/>
                  <a:gd name="T43" fmla="*/ 11 h 47"/>
                  <a:gd name="T44" fmla="*/ 30 w 70"/>
                  <a:gd name="T45" fmla="*/ 8 h 47"/>
                  <a:gd name="T46" fmla="*/ 36 w 70"/>
                  <a:gd name="T47" fmla="*/ 14 h 47"/>
                  <a:gd name="T48" fmla="*/ 36 w 70"/>
                  <a:gd name="T49" fmla="*/ 19 h 47"/>
                  <a:gd name="T50" fmla="*/ 29 w 70"/>
                  <a:gd name="T51" fmla="*/ 19 h 47"/>
                  <a:gd name="T52" fmla="*/ 23 w 70"/>
                  <a:gd name="T53" fmla="*/ 16 h 47"/>
                  <a:gd name="T54" fmla="*/ 39 w 70"/>
                  <a:gd name="T55" fmla="*/ 24 h 47"/>
                  <a:gd name="T56" fmla="*/ 39 w 70"/>
                  <a:gd name="T57" fmla="*/ 20 h 47"/>
                  <a:gd name="T58" fmla="*/ 41 w 70"/>
                  <a:gd name="T59" fmla="*/ 21 h 47"/>
                  <a:gd name="T60" fmla="*/ 41 w 70"/>
                  <a:gd name="T61" fmla="*/ 23 h 47"/>
                  <a:gd name="T62" fmla="*/ 39 w 70"/>
                  <a:gd name="T63" fmla="*/ 24 h 47"/>
                  <a:gd name="T64" fmla="*/ 44 w 70"/>
                  <a:gd name="T65" fmla="*/ 24 h 47"/>
                  <a:gd name="T66" fmla="*/ 44 w 70"/>
                  <a:gd name="T67" fmla="*/ 20 h 47"/>
                  <a:gd name="T68" fmla="*/ 46 w 70"/>
                  <a:gd name="T69" fmla="*/ 18 h 47"/>
                  <a:gd name="T70" fmla="*/ 46 w 70"/>
                  <a:gd name="T71" fmla="*/ 22 h 47"/>
                  <a:gd name="T72" fmla="*/ 44 w 70"/>
                  <a:gd name="T73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0" h="47">
                    <a:moveTo>
                      <a:pt x="25" y="41"/>
                    </a:moveTo>
                    <a:cubicBezTo>
                      <a:pt x="25" y="42"/>
                      <a:pt x="27" y="42"/>
                      <a:pt x="30" y="43"/>
                    </a:cubicBezTo>
                    <a:cubicBezTo>
                      <a:pt x="31" y="44"/>
                      <a:pt x="33" y="45"/>
                      <a:pt x="35" y="45"/>
                    </a:cubicBezTo>
                    <a:cubicBezTo>
                      <a:pt x="46" y="47"/>
                      <a:pt x="49" y="43"/>
                      <a:pt x="53" y="34"/>
                    </a:cubicBezTo>
                    <a:cubicBezTo>
                      <a:pt x="56" y="34"/>
                      <a:pt x="58" y="34"/>
                      <a:pt x="61" y="34"/>
                    </a:cubicBezTo>
                    <a:cubicBezTo>
                      <a:pt x="64" y="32"/>
                      <a:pt x="66" y="29"/>
                      <a:pt x="68" y="26"/>
                    </a:cubicBezTo>
                    <a:cubicBezTo>
                      <a:pt x="68" y="20"/>
                      <a:pt x="68" y="15"/>
                      <a:pt x="70" y="10"/>
                    </a:cubicBezTo>
                    <a:cubicBezTo>
                      <a:pt x="69" y="9"/>
                      <a:pt x="68" y="7"/>
                      <a:pt x="67" y="6"/>
                    </a:cubicBezTo>
                    <a:cubicBezTo>
                      <a:pt x="66" y="6"/>
                      <a:pt x="63" y="6"/>
                      <a:pt x="61" y="5"/>
                    </a:cubicBezTo>
                    <a:cubicBezTo>
                      <a:pt x="60" y="11"/>
                      <a:pt x="60" y="14"/>
                      <a:pt x="60" y="17"/>
                    </a:cubicBezTo>
                    <a:cubicBezTo>
                      <a:pt x="62" y="24"/>
                      <a:pt x="60" y="28"/>
                      <a:pt x="55" y="27"/>
                    </a:cubicBezTo>
                    <a:cubicBezTo>
                      <a:pt x="56" y="23"/>
                      <a:pt x="56" y="20"/>
                      <a:pt x="52" y="13"/>
                    </a:cubicBezTo>
                    <a:cubicBezTo>
                      <a:pt x="48" y="14"/>
                      <a:pt x="44" y="13"/>
                      <a:pt x="41" y="11"/>
                    </a:cubicBezTo>
                    <a:cubicBezTo>
                      <a:pt x="38" y="7"/>
                      <a:pt x="35" y="4"/>
                      <a:pt x="32" y="0"/>
                    </a:cubicBezTo>
                    <a:cubicBezTo>
                      <a:pt x="26" y="3"/>
                      <a:pt x="22" y="7"/>
                      <a:pt x="17" y="11"/>
                    </a:cubicBezTo>
                    <a:cubicBezTo>
                      <a:pt x="9" y="9"/>
                      <a:pt x="3" y="13"/>
                      <a:pt x="0" y="19"/>
                    </a:cubicBezTo>
                    <a:cubicBezTo>
                      <a:pt x="7" y="18"/>
                      <a:pt x="12" y="17"/>
                      <a:pt x="15" y="20"/>
                    </a:cubicBezTo>
                    <a:cubicBezTo>
                      <a:pt x="19" y="26"/>
                      <a:pt x="23" y="31"/>
                      <a:pt x="28" y="34"/>
                    </a:cubicBezTo>
                    <a:cubicBezTo>
                      <a:pt x="33" y="32"/>
                      <a:pt x="38" y="30"/>
                      <a:pt x="43" y="36"/>
                    </a:cubicBezTo>
                    <a:cubicBezTo>
                      <a:pt x="37" y="40"/>
                      <a:pt x="27" y="39"/>
                      <a:pt x="25" y="41"/>
                    </a:cubicBezTo>
                    <a:close/>
                    <a:moveTo>
                      <a:pt x="23" y="16"/>
                    </a:moveTo>
                    <a:cubicBezTo>
                      <a:pt x="24" y="14"/>
                      <a:pt x="23" y="13"/>
                      <a:pt x="24" y="11"/>
                    </a:cubicBezTo>
                    <a:cubicBezTo>
                      <a:pt x="26" y="7"/>
                      <a:pt x="29" y="6"/>
                      <a:pt x="30" y="8"/>
                    </a:cubicBezTo>
                    <a:cubicBezTo>
                      <a:pt x="32" y="10"/>
                      <a:pt x="34" y="12"/>
                      <a:pt x="36" y="14"/>
                    </a:cubicBezTo>
                    <a:cubicBezTo>
                      <a:pt x="37" y="16"/>
                      <a:pt x="37" y="17"/>
                      <a:pt x="36" y="19"/>
                    </a:cubicBezTo>
                    <a:cubicBezTo>
                      <a:pt x="34" y="19"/>
                      <a:pt x="31" y="19"/>
                      <a:pt x="29" y="19"/>
                    </a:cubicBezTo>
                    <a:cubicBezTo>
                      <a:pt x="26" y="19"/>
                      <a:pt x="24" y="18"/>
                      <a:pt x="23" y="16"/>
                    </a:cubicBezTo>
                    <a:close/>
                    <a:moveTo>
                      <a:pt x="39" y="24"/>
                    </a:moveTo>
                    <a:cubicBezTo>
                      <a:pt x="39" y="23"/>
                      <a:pt x="40" y="21"/>
                      <a:pt x="39" y="20"/>
                    </a:cubicBezTo>
                    <a:cubicBezTo>
                      <a:pt x="40" y="20"/>
                      <a:pt x="40" y="21"/>
                      <a:pt x="41" y="21"/>
                    </a:cubicBezTo>
                    <a:cubicBezTo>
                      <a:pt x="41" y="22"/>
                      <a:pt x="41" y="22"/>
                      <a:pt x="41" y="23"/>
                    </a:cubicBezTo>
                    <a:cubicBezTo>
                      <a:pt x="41" y="24"/>
                      <a:pt x="40" y="24"/>
                      <a:pt x="39" y="24"/>
                    </a:cubicBezTo>
                    <a:close/>
                    <a:moveTo>
                      <a:pt x="44" y="24"/>
                    </a:moveTo>
                    <a:cubicBezTo>
                      <a:pt x="44" y="22"/>
                      <a:pt x="44" y="21"/>
                      <a:pt x="44" y="20"/>
                    </a:cubicBezTo>
                    <a:cubicBezTo>
                      <a:pt x="45" y="19"/>
                      <a:pt x="46" y="19"/>
                      <a:pt x="46" y="18"/>
                    </a:cubicBezTo>
                    <a:cubicBezTo>
                      <a:pt x="46" y="19"/>
                      <a:pt x="46" y="21"/>
                      <a:pt x="46" y="22"/>
                    </a:cubicBezTo>
                    <a:cubicBezTo>
                      <a:pt x="45" y="23"/>
                      <a:pt x="45" y="23"/>
                      <a:pt x="44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išļïḋé"/>
              <p:cNvSpPr/>
              <p:nvPr/>
            </p:nvSpPr>
            <p:spPr bwMode="auto">
              <a:xfrm>
                <a:off x="2103438" y="2940050"/>
                <a:ext cx="165100" cy="147638"/>
              </a:xfrm>
              <a:custGeom>
                <a:avLst/>
                <a:gdLst>
                  <a:gd name="T0" fmla="*/ 0 w 50"/>
                  <a:gd name="T1" fmla="*/ 15 h 45"/>
                  <a:gd name="T2" fmla="*/ 1 w 50"/>
                  <a:gd name="T3" fmla="*/ 10 h 45"/>
                  <a:gd name="T4" fmla="*/ 2 w 50"/>
                  <a:gd name="T5" fmla="*/ 4 h 45"/>
                  <a:gd name="T6" fmla="*/ 8 w 50"/>
                  <a:gd name="T7" fmla="*/ 0 h 45"/>
                  <a:gd name="T8" fmla="*/ 12 w 50"/>
                  <a:gd name="T9" fmla="*/ 1 h 45"/>
                  <a:gd name="T10" fmla="*/ 24 w 50"/>
                  <a:gd name="T11" fmla="*/ 18 h 45"/>
                  <a:gd name="T12" fmla="*/ 33 w 50"/>
                  <a:gd name="T13" fmla="*/ 8 h 45"/>
                  <a:gd name="T14" fmla="*/ 40 w 50"/>
                  <a:gd name="T15" fmla="*/ 2 h 45"/>
                  <a:gd name="T16" fmla="*/ 44 w 50"/>
                  <a:gd name="T17" fmla="*/ 5 h 45"/>
                  <a:gd name="T18" fmla="*/ 39 w 50"/>
                  <a:gd name="T19" fmla="*/ 12 h 45"/>
                  <a:gd name="T20" fmla="*/ 50 w 50"/>
                  <a:gd name="T21" fmla="*/ 28 h 45"/>
                  <a:gd name="T22" fmla="*/ 43 w 50"/>
                  <a:gd name="T23" fmla="*/ 38 h 45"/>
                  <a:gd name="T24" fmla="*/ 38 w 50"/>
                  <a:gd name="T25" fmla="*/ 45 h 45"/>
                  <a:gd name="T26" fmla="*/ 26 w 50"/>
                  <a:gd name="T27" fmla="*/ 40 h 45"/>
                  <a:gd name="T28" fmla="*/ 19 w 50"/>
                  <a:gd name="T29" fmla="*/ 39 h 45"/>
                  <a:gd name="T30" fmla="*/ 25 w 50"/>
                  <a:gd name="T31" fmla="*/ 26 h 45"/>
                  <a:gd name="T32" fmla="*/ 21 w 50"/>
                  <a:gd name="T33" fmla="*/ 25 h 45"/>
                  <a:gd name="T34" fmla="*/ 13 w 50"/>
                  <a:gd name="T35" fmla="*/ 13 h 45"/>
                  <a:gd name="T36" fmla="*/ 8 w 50"/>
                  <a:gd name="T37" fmla="*/ 12 h 45"/>
                  <a:gd name="T38" fmla="*/ 0 w 50"/>
                  <a:gd name="T39" fmla="*/ 15 h 45"/>
                  <a:gd name="T40" fmla="*/ 27 w 50"/>
                  <a:gd name="T41" fmla="*/ 36 h 45"/>
                  <a:gd name="T42" fmla="*/ 41 w 50"/>
                  <a:gd name="T43" fmla="*/ 28 h 45"/>
                  <a:gd name="T44" fmla="*/ 35 w 50"/>
                  <a:gd name="T45" fmla="*/ 22 h 45"/>
                  <a:gd name="T46" fmla="*/ 27 w 50"/>
                  <a:gd name="T4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0" h="45">
                    <a:moveTo>
                      <a:pt x="0" y="15"/>
                    </a:moveTo>
                    <a:cubicBezTo>
                      <a:pt x="0" y="13"/>
                      <a:pt x="1" y="12"/>
                      <a:pt x="1" y="10"/>
                    </a:cubicBezTo>
                    <a:cubicBezTo>
                      <a:pt x="1" y="8"/>
                      <a:pt x="1" y="6"/>
                      <a:pt x="2" y="4"/>
                    </a:cubicBezTo>
                    <a:cubicBezTo>
                      <a:pt x="3" y="1"/>
                      <a:pt x="5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cubicBezTo>
                      <a:pt x="17" y="6"/>
                      <a:pt x="21" y="11"/>
                      <a:pt x="24" y="18"/>
                    </a:cubicBezTo>
                    <a:cubicBezTo>
                      <a:pt x="28" y="16"/>
                      <a:pt x="30" y="11"/>
                      <a:pt x="33" y="8"/>
                    </a:cubicBezTo>
                    <a:cubicBezTo>
                      <a:pt x="34" y="7"/>
                      <a:pt x="37" y="3"/>
                      <a:pt x="40" y="2"/>
                    </a:cubicBezTo>
                    <a:cubicBezTo>
                      <a:pt x="42" y="1"/>
                      <a:pt x="43" y="2"/>
                      <a:pt x="44" y="5"/>
                    </a:cubicBezTo>
                    <a:cubicBezTo>
                      <a:pt x="44" y="6"/>
                      <a:pt x="40" y="11"/>
                      <a:pt x="39" y="12"/>
                    </a:cubicBezTo>
                    <a:cubicBezTo>
                      <a:pt x="43" y="17"/>
                      <a:pt x="47" y="19"/>
                      <a:pt x="50" y="28"/>
                    </a:cubicBezTo>
                    <a:cubicBezTo>
                      <a:pt x="48" y="31"/>
                      <a:pt x="46" y="35"/>
                      <a:pt x="43" y="38"/>
                    </a:cubicBezTo>
                    <a:cubicBezTo>
                      <a:pt x="41" y="40"/>
                      <a:pt x="40" y="43"/>
                      <a:pt x="38" y="45"/>
                    </a:cubicBezTo>
                    <a:cubicBezTo>
                      <a:pt x="34" y="41"/>
                      <a:pt x="30" y="40"/>
                      <a:pt x="26" y="40"/>
                    </a:cubicBezTo>
                    <a:cubicBezTo>
                      <a:pt x="24" y="41"/>
                      <a:pt x="21" y="41"/>
                      <a:pt x="19" y="39"/>
                    </a:cubicBezTo>
                    <a:cubicBezTo>
                      <a:pt x="18" y="35"/>
                      <a:pt x="22" y="30"/>
                      <a:pt x="25" y="26"/>
                    </a:cubicBezTo>
                    <a:cubicBezTo>
                      <a:pt x="24" y="26"/>
                      <a:pt x="23" y="25"/>
                      <a:pt x="21" y="25"/>
                    </a:cubicBezTo>
                    <a:cubicBezTo>
                      <a:pt x="18" y="22"/>
                      <a:pt x="16" y="18"/>
                      <a:pt x="13" y="13"/>
                    </a:cubicBezTo>
                    <a:cubicBezTo>
                      <a:pt x="12" y="15"/>
                      <a:pt x="8" y="14"/>
                      <a:pt x="8" y="12"/>
                    </a:cubicBezTo>
                    <a:cubicBezTo>
                      <a:pt x="7" y="10"/>
                      <a:pt x="4" y="14"/>
                      <a:pt x="0" y="15"/>
                    </a:cubicBezTo>
                    <a:close/>
                    <a:moveTo>
                      <a:pt x="27" y="36"/>
                    </a:moveTo>
                    <a:cubicBezTo>
                      <a:pt x="32" y="38"/>
                      <a:pt x="37" y="35"/>
                      <a:pt x="41" y="28"/>
                    </a:cubicBezTo>
                    <a:cubicBezTo>
                      <a:pt x="41" y="25"/>
                      <a:pt x="38" y="23"/>
                      <a:pt x="35" y="22"/>
                    </a:cubicBezTo>
                    <a:cubicBezTo>
                      <a:pt x="31" y="26"/>
                      <a:pt x="30" y="30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íşḷîḋè"/>
              <p:cNvSpPr/>
              <p:nvPr/>
            </p:nvSpPr>
            <p:spPr bwMode="auto">
              <a:xfrm>
                <a:off x="3422650" y="2962275"/>
                <a:ext cx="206375" cy="201613"/>
              </a:xfrm>
              <a:custGeom>
                <a:avLst/>
                <a:gdLst>
                  <a:gd name="T0" fmla="*/ 55 w 63"/>
                  <a:gd name="T1" fmla="*/ 4 h 61"/>
                  <a:gd name="T2" fmla="*/ 40 w 63"/>
                  <a:gd name="T3" fmla="*/ 10 h 61"/>
                  <a:gd name="T4" fmla="*/ 28 w 63"/>
                  <a:gd name="T5" fmla="*/ 12 h 61"/>
                  <a:gd name="T6" fmla="*/ 26 w 63"/>
                  <a:gd name="T7" fmla="*/ 4 h 61"/>
                  <a:gd name="T8" fmla="*/ 16 w 63"/>
                  <a:gd name="T9" fmla="*/ 1 h 61"/>
                  <a:gd name="T10" fmla="*/ 18 w 63"/>
                  <a:gd name="T11" fmla="*/ 7 h 61"/>
                  <a:gd name="T12" fmla="*/ 21 w 63"/>
                  <a:gd name="T13" fmla="*/ 17 h 61"/>
                  <a:gd name="T14" fmla="*/ 7 w 63"/>
                  <a:gd name="T15" fmla="*/ 15 h 61"/>
                  <a:gd name="T16" fmla="*/ 18 w 63"/>
                  <a:gd name="T17" fmla="*/ 31 h 61"/>
                  <a:gd name="T18" fmla="*/ 37 w 63"/>
                  <a:gd name="T19" fmla="*/ 28 h 61"/>
                  <a:gd name="T20" fmla="*/ 54 w 63"/>
                  <a:gd name="T21" fmla="*/ 45 h 61"/>
                  <a:gd name="T22" fmla="*/ 54 w 63"/>
                  <a:gd name="T23" fmla="*/ 35 h 61"/>
                  <a:gd name="T24" fmla="*/ 48 w 63"/>
                  <a:gd name="T25" fmla="*/ 31 h 61"/>
                  <a:gd name="T26" fmla="*/ 42 w 63"/>
                  <a:gd name="T27" fmla="*/ 26 h 61"/>
                  <a:gd name="T28" fmla="*/ 57 w 63"/>
                  <a:gd name="T29" fmla="*/ 19 h 61"/>
                  <a:gd name="T30" fmla="*/ 63 w 63"/>
                  <a:gd name="T31" fmla="*/ 9 h 61"/>
                  <a:gd name="T32" fmla="*/ 55 w 63"/>
                  <a:gd name="T33" fmla="*/ 4 h 61"/>
                  <a:gd name="T34" fmla="*/ 22 w 63"/>
                  <a:gd name="T35" fmla="*/ 34 h 61"/>
                  <a:gd name="T36" fmla="*/ 27 w 63"/>
                  <a:gd name="T37" fmla="*/ 56 h 61"/>
                  <a:gd name="T38" fmla="*/ 20 w 63"/>
                  <a:gd name="T39" fmla="*/ 56 h 61"/>
                  <a:gd name="T40" fmla="*/ 18 w 63"/>
                  <a:gd name="T41" fmla="*/ 47 h 61"/>
                  <a:gd name="T42" fmla="*/ 22 w 63"/>
                  <a:gd name="T43" fmla="*/ 3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3" h="61">
                    <a:moveTo>
                      <a:pt x="55" y="4"/>
                    </a:moveTo>
                    <a:cubicBezTo>
                      <a:pt x="50" y="7"/>
                      <a:pt x="45" y="8"/>
                      <a:pt x="40" y="10"/>
                    </a:cubicBezTo>
                    <a:cubicBezTo>
                      <a:pt x="36" y="12"/>
                      <a:pt x="32" y="13"/>
                      <a:pt x="28" y="12"/>
                    </a:cubicBezTo>
                    <a:cubicBezTo>
                      <a:pt x="27" y="10"/>
                      <a:pt x="26" y="7"/>
                      <a:pt x="26" y="4"/>
                    </a:cubicBezTo>
                    <a:cubicBezTo>
                      <a:pt x="26" y="1"/>
                      <a:pt x="20" y="0"/>
                      <a:pt x="16" y="1"/>
                    </a:cubicBezTo>
                    <a:cubicBezTo>
                      <a:pt x="16" y="2"/>
                      <a:pt x="19" y="3"/>
                      <a:pt x="18" y="7"/>
                    </a:cubicBezTo>
                    <a:cubicBezTo>
                      <a:pt x="17" y="11"/>
                      <a:pt x="19" y="15"/>
                      <a:pt x="21" y="17"/>
                    </a:cubicBezTo>
                    <a:cubicBezTo>
                      <a:pt x="16" y="18"/>
                      <a:pt x="12" y="17"/>
                      <a:pt x="7" y="15"/>
                    </a:cubicBezTo>
                    <a:cubicBezTo>
                      <a:pt x="0" y="14"/>
                      <a:pt x="0" y="18"/>
                      <a:pt x="18" y="31"/>
                    </a:cubicBezTo>
                    <a:cubicBezTo>
                      <a:pt x="25" y="32"/>
                      <a:pt x="31" y="30"/>
                      <a:pt x="37" y="28"/>
                    </a:cubicBezTo>
                    <a:cubicBezTo>
                      <a:pt x="43" y="35"/>
                      <a:pt x="51" y="44"/>
                      <a:pt x="54" y="45"/>
                    </a:cubicBezTo>
                    <a:cubicBezTo>
                      <a:pt x="56" y="43"/>
                      <a:pt x="54" y="38"/>
                      <a:pt x="54" y="35"/>
                    </a:cubicBezTo>
                    <a:cubicBezTo>
                      <a:pt x="52" y="33"/>
                      <a:pt x="50" y="32"/>
                      <a:pt x="48" y="31"/>
                    </a:cubicBezTo>
                    <a:cubicBezTo>
                      <a:pt x="45" y="29"/>
                      <a:pt x="42" y="28"/>
                      <a:pt x="42" y="26"/>
                    </a:cubicBezTo>
                    <a:cubicBezTo>
                      <a:pt x="48" y="23"/>
                      <a:pt x="53" y="23"/>
                      <a:pt x="57" y="19"/>
                    </a:cubicBezTo>
                    <a:cubicBezTo>
                      <a:pt x="60" y="16"/>
                      <a:pt x="61" y="13"/>
                      <a:pt x="63" y="9"/>
                    </a:cubicBezTo>
                    <a:cubicBezTo>
                      <a:pt x="61" y="6"/>
                      <a:pt x="58" y="8"/>
                      <a:pt x="55" y="4"/>
                    </a:cubicBezTo>
                    <a:close/>
                    <a:moveTo>
                      <a:pt x="22" y="34"/>
                    </a:moveTo>
                    <a:cubicBezTo>
                      <a:pt x="27" y="41"/>
                      <a:pt x="31" y="49"/>
                      <a:pt x="27" y="56"/>
                    </a:cubicBezTo>
                    <a:cubicBezTo>
                      <a:pt x="24" y="61"/>
                      <a:pt x="22" y="58"/>
                      <a:pt x="20" y="56"/>
                    </a:cubicBezTo>
                    <a:cubicBezTo>
                      <a:pt x="18" y="53"/>
                      <a:pt x="16" y="49"/>
                      <a:pt x="18" y="47"/>
                    </a:cubicBezTo>
                    <a:cubicBezTo>
                      <a:pt x="20" y="43"/>
                      <a:pt x="19" y="38"/>
                      <a:pt x="22" y="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íślídê"/>
              <p:cNvSpPr/>
              <p:nvPr/>
            </p:nvSpPr>
            <p:spPr bwMode="auto">
              <a:xfrm>
                <a:off x="3533775" y="3359150"/>
                <a:ext cx="263525" cy="165100"/>
              </a:xfrm>
              <a:custGeom>
                <a:avLst/>
                <a:gdLst>
                  <a:gd name="T0" fmla="*/ 66 w 80"/>
                  <a:gd name="T1" fmla="*/ 3 h 50"/>
                  <a:gd name="T2" fmla="*/ 54 w 80"/>
                  <a:gd name="T3" fmla="*/ 8 h 50"/>
                  <a:gd name="T4" fmla="*/ 56 w 80"/>
                  <a:gd name="T5" fmla="*/ 13 h 50"/>
                  <a:gd name="T6" fmla="*/ 60 w 80"/>
                  <a:gd name="T7" fmla="*/ 13 h 50"/>
                  <a:gd name="T8" fmla="*/ 64 w 80"/>
                  <a:gd name="T9" fmla="*/ 12 h 50"/>
                  <a:gd name="T10" fmla="*/ 66 w 80"/>
                  <a:gd name="T11" fmla="*/ 3 h 50"/>
                  <a:gd name="T12" fmla="*/ 65 w 80"/>
                  <a:gd name="T13" fmla="*/ 25 h 50"/>
                  <a:gd name="T14" fmla="*/ 68 w 80"/>
                  <a:gd name="T15" fmla="*/ 18 h 50"/>
                  <a:gd name="T16" fmla="*/ 60 w 80"/>
                  <a:gd name="T17" fmla="*/ 20 h 50"/>
                  <a:gd name="T18" fmla="*/ 65 w 80"/>
                  <a:gd name="T19" fmla="*/ 25 h 50"/>
                  <a:gd name="T20" fmla="*/ 76 w 80"/>
                  <a:gd name="T21" fmla="*/ 36 h 50"/>
                  <a:gd name="T22" fmla="*/ 59 w 80"/>
                  <a:gd name="T23" fmla="*/ 30 h 50"/>
                  <a:gd name="T24" fmla="*/ 65 w 80"/>
                  <a:gd name="T25" fmla="*/ 42 h 50"/>
                  <a:gd name="T26" fmla="*/ 72 w 80"/>
                  <a:gd name="T27" fmla="*/ 46 h 50"/>
                  <a:gd name="T28" fmla="*/ 76 w 80"/>
                  <a:gd name="T29" fmla="*/ 36 h 50"/>
                  <a:gd name="T30" fmla="*/ 31 w 80"/>
                  <a:gd name="T31" fmla="*/ 0 h 50"/>
                  <a:gd name="T32" fmla="*/ 43 w 80"/>
                  <a:gd name="T33" fmla="*/ 0 h 50"/>
                  <a:gd name="T34" fmla="*/ 54 w 80"/>
                  <a:gd name="T35" fmla="*/ 34 h 50"/>
                  <a:gd name="T36" fmla="*/ 48 w 80"/>
                  <a:gd name="T37" fmla="*/ 38 h 50"/>
                  <a:gd name="T38" fmla="*/ 42 w 80"/>
                  <a:gd name="T39" fmla="*/ 33 h 50"/>
                  <a:gd name="T40" fmla="*/ 25 w 80"/>
                  <a:gd name="T41" fmla="*/ 31 h 50"/>
                  <a:gd name="T42" fmla="*/ 25 w 80"/>
                  <a:gd name="T43" fmla="*/ 38 h 50"/>
                  <a:gd name="T44" fmla="*/ 27 w 80"/>
                  <a:gd name="T45" fmla="*/ 45 h 50"/>
                  <a:gd name="T46" fmla="*/ 21 w 80"/>
                  <a:gd name="T47" fmla="*/ 46 h 50"/>
                  <a:gd name="T48" fmla="*/ 18 w 80"/>
                  <a:gd name="T49" fmla="*/ 35 h 50"/>
                  <a:gd name="T50" fmla="*/ 16 w 80"/>
                  <a:gd name="T51" fmla="*/ 36 h 50"/>
                  <a:gd name="T52" fmla="*/ 4 w 80"/>
                  <a:gd name="T53" fmla="*/ 30 h 50"/>
                  <a:gd name="T54" fmla="*/ 10 w 80"/>
                  <a:gd name="T55" fmla="*/ 14 h 50"/>
                  <a:gd name="T56" fmla="*/ 21 w 80"/>
                  <a:gd name="T57" fmla="*/ 9 h 50"/>
                  <a:gd name="T58" fmla="*/ 23 w 80"/>
                  <a:gd name="T59" fmla="*/ 25 h 50"/>
                  <a:gd name="T60" fmla="*/ 37 w 80"/>
                  <a:gd name="T61" fmla="*/ 29 h 50"/>
                  <a:gd name="T62" fmla="*/ 31 w 80"/>
                  <a:gd name="T63" fmla="*/ 21 h 50"/>
                  <a:gd name="T64" fmla="*/ 26 w 80"/>
                  <a:gd name="T65" fmla="*/ 16 h 50"/>
                  <a:gd name="T66" fmla="*/ 44 w 80"/>
                  <a:gd name="T67" fmla="*/ 29 h 50"/>
                  <a:gd name="T68" fmla="*/ 37 w 80"/>
                  <a:gd name="T69" fmla="*/ 11 h 50"/>
                  <a:gd name="T70" fmla="*/ 35 w 80"/>
                  <a:gd name="T71" fmla="*/ 8 h 50"/>
                  <a:gd name="T72" fmla="*/ 31 w 80"/>
                  <a:gd name="T73" fmla="*/ 0 h 50"/>
                  <a:gd name="T74" fmla="*/ 14 w 80"/>
                  <a:gd name="T75" fmla="*/ 17 h 50"/>
                  <a:gd name="T76" fmla="*/ 9 w 80"/>
                  <a:gd name="T77" fmla="*/ 20 h 50"/>
                  <a:gd name="T78" fmla="*/ 10 w 80"/>
                  <a:gd name="T79" fmla="*/ 27 h 50"/>
                  <a:gd name="T80" fmla="*/ 15 w 80"/>
                  <a:gd name="T81" fmla="*/ 28 h 50"/>
                  <a:gd name="T82" fmla="*/ 14 w 80"/>
                  <a:gd name="T83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50">
                    <a:moveTo>
                      <a:pt x="66" y="3"/>
                    </a:moveTo>
                    <a:cubicBezTo>
                      <a:pt x="61" y="1"/>
                      <a:pt x="58" y="4"/>
                      <a:pt x="54" y="8"/>
                    </a:cubicBezTo>
                    <a:cubicBezTo>
                      <a:pt x="54" y="11"/>
                      <a:pt x="54" y="13"/>
                      <a:pt x="56" y="13"/>
                    </a:cubicBezTo>
                    <a:cubicBezTo>
                      <a:pt x="57" y="14"/>
                      <a:pt x="59" y="13"/>
                      <a:pt x="60" y="13"/>
                    </a:cubicBezTo>
                    <a:cubicBezTo>
                      <a:pt x="62" y="13"/>
                      <a:pt x="63" y="13"/>
                      <a:pt x="64" y="12"/>
                    </a:cubicBezTo>
                    <a:cubicBezTo>
                      <a:pt x="68" y="10"/>
                      <a:pt x="70" y="2"/>
                      <a:pt x="66" y="3"/>
                    </a:cubicBezTo>
                    <a:close/>
                    <a:moveTo>
                      <a:pt x="65" y="25"/>
                    </a:moveTo>
                    <a:cubicBezTo>
                      <a:pt x="67" y="23"/>
                      <a:pt x="70" y="22"/>
                      <a:pt x="68" y="18"/>
                    </a:cubicBezTo>
                    <a:cubicBezTo>
                      <a:pt x="64" y="16"/>
                      <a:pt x="61" y="19"/>
                      <a:pt x="60" y="20"/>
                    </a:cubicBezTo>
                    <a:cubicBezTo>
                      <a:pt x="58" y="22"/>
                      <a:pt x="60" y="22"/>
                      <a:pt x="65" y="25"/>
                    </a:cubicBezTo>
                    <a:close/>
                    <a:moveTo>
                      <a:pt x="76" y="36"/>
                    </a:moveTo>
                    <a:cubicBezTo>
                      <a:pt x="69" y="34"/>
                      <a:pt x="65" y="32"/>
                      <a:pt x="59" y="30"/>
                    </a:cubicBezTo>
                    <a:cubicBezTo>
                      <a:pt x="64" y="34"/>
                      <a:pt x="64" y="38"/>
                      <a:pt x="65" y="42"/>
                    </a:cubicBezTo>
                    <a:cubicBezTo>
                      <a:pt x="69" y="47"/>
                      <a:pt x="71" y="48"/>
                      <a:pt x="72" y="46"/>
                    </a:cubicBezTo>
                    <a:cubicBezTo>
                      <a:pt x="76" y="43"/>
                      <a:pt x="80" y="40"/>
                      <a:pt x="76" y="36"/>
                    </a:cubicBezTo>
                    <a:close/>
                    <a:moveTo>
                      <a:pt x="31" y="0"/>
                    </a:moveTo>
                    <a:cubicBezTo>
                      <a:pt x="35" y="0"/>
                      <a:pt x="39" y="1"/>
                      <a:pt x="43" y="0"/>
                    </a:cubicBezTo>
                    <a:cubicBezTo>
                      <a:pt x="51" y="9"/>
                      <a:pt x="53" y="18"/>
                      <a:pt x="54" y="34"/>
                    </a:cubicBezTo>
                    <a:cubicBezTo>
                      <a:pt x="53" y="36"/>
                      <a:pt x="50" y="38"/>
                      <a:pt x="48" y="38"/>
                    </a:cubicBezTo>
                    <a:cubicBezTo>
                      <a:pt x="45" y="37"/>
                      <a:pt x="45" y="35"/>
                      <a:pt x="42" y="33"/>
                    </a:cubicBezTo>
                    <a:cubicBezTo>
                      <a:pt x="37" y="35"/>
                      <a:pt x="31" y="33"/>
                      <a:pt x="25" y="31"/>
                    </a:cubicBezTo>
                    <a:cubicBezTo>
                      <a:pt x="23" y="32"/>
                      <a:pt x="23" y="35"/>
                      <a:pt x="25" y="38"/>
                    </a:cubicBezTo>
                    <a:cubicBezTo>
                      <a:pt x="26" y="40"/>
                      <a:pt x="28" y="43"/>
                      <a:pt x="27" y="45"/>
                    </a:cubicBezTo>
                    <a:cubicBezTo>
                      <a:pt x="24" y="50"/>
                      <a:pt x="21" y="47"/>
                      <a:pt x="21" y="46"/>
                    </a:cubicBezTo>
                    <a:cubicBezTo>
                      <a:pt x="19" y="41"/>
                      <a:pt x="18" y="36"/>
                      <a:pt x="18" y="35"/>
                    </a:cubicBezTo>
                    <a:cubicBezTo>
                      <a:pt x="17" y="35"/>
                      <a:pt x="17" y="36"/>
                      <a:pt x="16" y="36"/>
                    </a:cubicBezTo>
                    <a:cubicBezTo>
                      <a:pt x="9" y="36"/>
                      <a:pt x="5" y="33"/>
                      <a:pt x="4" y="30"/>
                    </a:cubicBezTo>
                    <a:cubicBezTo>
                      <a:pt x="0" y="22"/>
                      <a:pt x="0" y="15"/>
                      <a:pt x="10" y="14"/>
                    </a:cubicBezTo>
                    <a:cubicBezTo>
                      <a:pt x="14" y="7"/>
                      <a:pt x="18" y="5"/>
                      <a:pt x="21" y="9"/>
                    </a:cubicBezTo>
                    <a:cubicBezTo>
                      <a:pt x="18" y="12"/>
                      <a:pt x="20" y="18"/>
                      <a:pt x="23" y="25"/>
                    </a:cubicBezTo>
                    <a:cubicBezTo>
                      <a:pt x="27" y="26"/>
                      <a:pt x="32" y="28"/>
                      <a:pt x="37" y="29"/>
                    </a:cubicBezTo>
                    <a:cubicBezTo>
                      <a:pt x="36" y="27"/>
                      <a:pt x="36" y="22"/>
                      <a:pt x="31" y="21"/>
                    </a:cubicBezTo>
                    <a:cubicBezTo>
                      <a:pt x="26" y="21"/>
                      <a:pt x="26" y="17"/>
                      <a:pt x="26" y="16"/>
                    </a:cubicBezTo>
                    <a:cubicBezTo>
                      <a:pt x="35" y="10"/>
                      <a:pt x="38" y="26"/>
                      <a:pt x="44" y="29"/>
                    </a:cubicBezTo>
                    <a:cubicBezTo>
                      <a:pt x="47" y="25"/>
                      <a:pt x="43" y="19"/>
                      <a:pt x="37" y="11"/>
                    </a:cubicBezTo>
                    <a:cubicBezTo>
                      <a:pt x="37" y="10"/>
                      <a:pt x="36" y="8"/>
                      <a:pt x="35" y="8"/>
                    </a:cubicBezTo>
                    <a:cubicBezTo>
                      <a:pt x="30" y="8"/>
                      <a:pt x="25" y="1"/>
                      <a:pt x="31" y="0"/>
                    </a:cubicBezTo>
                    <a:close/>
                    <a:moveTo>
                      <a:pt x="14" y="17"/>
                    </a:moveTo>
                    <a:cubicBezTo>
                      <a:pt x="12" y="16"/>
                      <a:pt x="11" y="17"/>
                      <a:pt x="9" y="20"/>
                    </a:cubicBezTo>
                    <a:cubicBezTo>
                      <a:pt x="8" y="21"/>
                      <a:pt x="9" y="24"/>
                      <a:pt x="10" y="27"/>
                    </a:cubicBezTo>
                    <a:cubicBezTo>
                      <a:pt x="13" y="28"/>
                      <a:pt x="13" y="28"/>
                      <a:pt x="15" y="28"/>
                    </a:cubicBezTo>
                    <a:cubicBezTo>
                      <a:pt x="15" y="25"/>
                      <a:pt x="14" y="21"/>
                      <a:pt x="1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ï$ḻîḋe"/>
              <p:cNvSpPr/>
              <p:nvPr/>
            </p:nvSpPr>
            <p:spPr bwMode="auto">
              <a:xfrm>
                <a:off x="2449513" y="2546350"/>
                <a:ext cx="201613" cy="260350"/>
              </a:xfrm>
              <a:custGeom>
                <a:avLst/>
                <a:gdLst>
                  <a:gd name="T0" fmla="*/ 12 w 61"/>
                  <a:gd name="T1" fmla="*/ 13 h 79"/>
                  <a:gd name="T2" fmla="*/ 10 w 61"/>
                  <a:gd name="T3" fmla="*/ 37 h 79"/>
                  <a:gd name="T4" fmla="*/ 0 w 61"/>
                  <a:gd name="T5" fmla="*/ 50 h 79"/>
                  <a:gd name="T6" fmla="*/ 2 w 61"/>
                  <a:gd name="T7" fmla="*/ 56 h 79"/>
                  <a:gd name="T8" fmla="*/ 9 w 61"/>
                  <a:gd name="T9" fmla="*/ 49 h 79"/>
                  <a:gd name="T10" fmla="*/ 7 w 61"/>
                  <a:gd name="T11" fmla="*/ 68 h 79"/>
                  <a:gd name="T12" fmla="*/ 12 w 61"/>
                  <a:gd name="T13" fmla="*/ 72 h 79"/>
                  <a:gd name="T14" fmla="*/ 21 w 61"/>
                  <a:gd name="T15" fmla="*/ 61 h 79"/>
                  <a:gd name="T16" fmla="*/ 24 w 61"/>
                  <a:gd name="T17" fmla="*/ 69 h 79"/>
                  <a:gd name="T18" fmla="*/ 20 w 61"/>
                  <a:gd name="T19" fmla="*/ 71 h 79"/>
                  <a:gd name="T20" fmla="*/ 29 w 61"/>
                  <a:gd name="T21" fmla="*/ 75 h 79"/>
                  <a:gd name="T22" fmla="*/ 23 w 61"/>
                  <a:gd name="T23" fmla="*/ 56 h 79"/>
                  <a:gd name="T24" fmla="*/ 28 w 61"/>
                  <a:gd name="T25" fmla="*/ 35 h 79"/>
                  <a:gd name="T26" fmla="*/ 27 w 61"/>
                  <a:gd name="T27" fmla="*/ 32 h 79"/>
                  <a:gd name="T28" fmla="*/ 25 w 61"/>
                  <a:gd name="T29" fmla="*/ 35 h 79"/>
                  <a:gd name="T30" fmla="*/ 18 w 61"/>
                  <a:gd name="T31" fmla="*/ 47 h 79"/>
                  <a:gd name="T32" fmla="*/ 17 w 61"/>
                  <a:gd name="T33" fmla="*/ 39 h 79"/>
                  <a:gd name="T34" fmla="*/ 14 w 61"/>
                  <a:gd name="T35" fmla="*/ 34 h 79"/>
                  <a:gd name="T36" fmla="*/ 15 w 61"/>
                  <a:gd name="T37" fmla="*/ 20 h 79"/>
                  <a:gd name="T38" fmla="*/ 12 w 61"/>
                  <a:gd name="T39" fmla="*/ 13 h 79"/>
                  <a:gd name="T40" fmla="*/ 34 w 61"/>
                  <a:gd name="T41" fmla="*/ 4 h 79"/>
                  <a:gd name="T42" fmla="*/ 50 w 61"/>
                  <a:gd name="T43" fmla="*/ 25 h 79"/>
                  <a:gd name="T44" fmla="*/ 56 w 61"/>
                  <a:gd name="T45" fmla="*/ 35 h 79"/>
                  <a:gd name="T46" fmla="*/ 60 w 61"/>
                  <a:gd name="T47" fmla="*/ 79 h 79"/>
                  <a:gd name="T48" fmla="*/ 46 w 61"/>
                  <a:gd name="T49" fmla="*/ 49 h 79"/>
                  <a:gd name="T50" fmla="*/ 37 w 61"/>
                  <a:gd name="T51" fmla="*/ 52 h 79"/>
                  <a:gd name="T52" fmla="*/ 33 w 61"/>
                  <a:gd name="T53" fmla="*/ 50 h 79"/>
                  <a:gd name="T54" fmla="*/ 36 w 61"/>
                  <a:gd name="T55" fmla="*/ 38 h 79"/>
                  <a:gd name="T56" fmla="*/ 32 w 61"/>
                  <a:gd name="T57" fmla="*/ 39 h 79"/>
                  <a:gd name="T58" fmla="*/ 29 w 61"/>
                  <a:gd name="T59" fmla="*/ 29 h 79"/>
                  <a:gd name="T60" fmla="*/ 28 w 61"/>
                  <a:gd name="T61" fmla="*/ 23 h 79"/>
                  <a:gd name="T62" fmla="*/ 38 w 61"/>
                  <a:gd name="T63" fmla="*/ 20 h 79"/>
                  <a:gd name="T64" fmla="*/ 34 w 61"/>
                  <a:gd name="T65" fmla="*/ 4 h 79"/>
                  <a:gd name="T66" fmla="*/ 15 w 61"/>
                  <a:gd name="T67" fmla="*/ 53 h 79"/>
                  <a:gd name="T68" fmla="*/ 17 w 61"/>
                  <a:gd name="T69" fmla="*/ 54 h 79"/>
                  <a:gd name="T70" fmla="*/ 16 w 61"/>
                  <a:gd name="T71" fmla="*/ 56 h 79"/>
                  <a:gd name="T72" fmla="*/ 13 w 61"/>
                  <a:gd name="T73" fmla="*/ 56 h 79"/>
                  <a:gd name="T74" fmla="*/ 15 w 61"/>
                  <a:gd name="T75" fmla="*/ 53 h 79"/>
                  <a:gd name="T76" fmla="*/ 34 w 61"/>
                  <a:gd name="T77" fmla="*/ 32 h 79"/>
                  <a:gd name="T78" fmla="*/ 41 w 61"/>
                  <a:gd name="T79" fmla="*/ 31 h 79"/>
                  <a:gd name="T80" fmla="*/ 37 w 61"/>
                  <a:gd name="T81" fmla="*/ 28 h 79"/>
                  <a:gd name="T82" fmla="*/ 34 w 61"/>
                  <a:gd name="T83" fmla="*/ 32 h 79"/>
                  <a:gd name="T84" fmla="*/ 39 w 61"/>
                  <a:gd name="T85" fmla="*/ 44 h 79"/>
                  <a:gd name="T86" fmla="*/ 44 w 61"/>
                  <a:gd name="T87" fmla="*/ 40 h 79"/>
                  <a:gd name="T88" fmla="*/ 41 w 61"/>
                  <a:gd name="T89" fmla="*/ 38 h 79"/>
                  <a:gd name="T90" fmla="*/ 39 w 61"/>
                  <a:gd name="T91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1" h="79">
                    <a:moveTo>
                      <a:pt x="12" y="13"/>
                    </a:moveTo>
                    <a:cubicBezTo>
                      <a:pt x="8" y="18"/>
                      <a:pt x="8" y="27"/>
                      <a:pt x="10" y="37"/>
                    </a:cubicBezTo>
                    <a:cubicBezTo>
                      <a:pt x="9" y="38"/>
                      <a:pt x="1" y="44"/>
                      <a:pt x="0" y="50"/>
                    </a:cubicBezTo>
                    <a:cubicBezTo>
                      <a:pt x="0" y="54"/>
                      <a:pt x="0" y="57"/>
                      <a:pt x="2" y="56"/>
                    </a:cubicBezTo>
                    <a:cubicBezTo>
                      <a:pt x="4" y="54"/>
                      <a:pt x="6" y="52"/>
                      <a:pt x="9" y="49"/>
                    </a:cubicBezTo>
                    <a:cubicBezTo>
                      <a:pt x="10" y="55"/>
                      <a:pt x="9" y="61"/>
                      <a:pt x="7" y="68"/>
                    </a:cubicBezTo>
                    <a:cubicBezTo>
                      <a:pt x="8" y="73"/>
                      <a:pt x="10" y="73"/>
                      <a:pt x="12" y="72"/>
                    </a:cubicBezTo>
                    <a:cubicBezTo>
                      <a:pt x="15" y="68"/>
                      <a:pt x="18" y="65"/>
                      <a:pt x="21" y="61"/>
                    </a:cubicBezTo>
                    <a:cubicBezTo>
                      <a:pt x="22" y="64"/>
                      <a:pt x="23" y="67"/>
                      <a:pt x="24" y="69"/>
                    </a:cubicBezTo>
                    <a:cubicBezTo>
                      <a:pt x="23" y="72"/>
                      <a:pt x="21" y="71"/>
                      <a:pt x="20" y="71"/>
                    </a:cubicBezTo>
                    <a:cubicBezTo>
                      <a:pt x="20" y="75"/>
                      <a:pt x="26" y="77"/>
                      <a:pt x="29" y="75"/>
                    </a:cubicBezTo>
                    <a:cubicBezTo>
                      <a:pt x="29" y="69"/>
                      <a:pt x="26" y="63"/>
                      <a:pt x="23" y="56"/>
                    </a:cubicBezTo>
                    <a:cubicBezTo>
                      <a:pt x="24" y="50"/>
                      <a:pt x="27" y="41"/>
                      <a:pt x="28" y="35"/>
                    </a:cubicBezTo>
                    <a:cubicBezTo>
                      <a:pt x="28" y="33"/>
                      <a:pt x="26" y="34"/>
                      <a:pt x="27" y="32"/>
                    </a:cubicBezTo>
                    <a:cubicBezTo>
                      <a:pt x="26" y="33"/>
                      <a:pt x="24" y="34"/>
                      <a:pt x="25" y="35"/>
                    </a:cubicBezTo>
                    <a:cubicBezTo>
                      <a:pt x="25" y="39"/>
                      <a:pt x="20" y="50"/>
                      <a:pt x="18" y="47"/>
                    </a:cubicBezTo>
                    <a:cubicBezTo>
                      <a:pt x="18" y="44"/>
                      <a:pt x="17" y="41"/>
                      <a:pt x="17" y="39"/>
                    </a:cubicBezTo>
                    <a:cubicBezTo>
                      <a:pt x="16" y="37"/>
                      <a:pt x="15" y="36"/>
                      <a:pt x="14" y="34"/>
                    </a:cubicBezTo>
                    <a:cubicBezTo>
                      <a:pt x="13" y="29"/>
                      <a:pt x="14" y="25"/>
                      <a:pt x="15" y="20"/>
                    </a:cubicBezTo>
                    <a:cubicBezTo>
                      <a:pt x="17" y="14"/>
                      <a:pt x="18" y="8"/>
                      <a:pt x="12" y="13"/>
                    </a:cubicBezTo>
                    <a:close/>
                    <a:moveTo>
                      <a:pt x="34" y="4"/>
                    </a:moveTo>
                    <a:cubicBezTo>
                      <a:pt x="39" y="0"/>
                      <a:pt x="45" y="11"/>
                      <a:pt x="50" y="25"/>
                    </a:cubicBezTo>
                    <a:cubicBezTo>
                      <a:pt x="57" y="24"/>
                      <a:pt x="61" y="31"/>
                      <a:pt x="56" y="35"/>
                    </a:cubicBezTo>
                    <a:cubicBezTo>
                      <a:pt x="57" y="51"/>
                      <a:pt x="59" y="63"/>
                      <a:pt x="60" y="79"/>
                    </a:cubicBezTo>
                    <a:cubicBezTo>
                      <a:pt x="55" y="69"/>
                      <a:pt x="46" y="62"/>
                      <a:pt x="46" y="49"/>
                    </a:cubicBezTo>
                    <a:cubicBezTo>
                      <a:pt x="43" y="49"/>
                      <a:pt x="40" y="51"/>
                      <a:pt x="37" y="52"/>
                    </a:cubicBezTo>
                    <a:cubicBezTo>
                      <a:pt x="35" y="54"/>
                      <a:pt x="33" y="53"/>
                      <a:pt x="33" y="50"/>
                    </a:cubicBezTo>
                    <a:cubicBezTo>
                      <a:pt x="31" y="46"/>
                      <a:pt x="33" y="44"/>
                      <a:pt x="36" y="38"/>
                    </a:cubicBezTo>
                    <a:cubicBezTo>
                      <a:pt x="35" y="38"/>
                      <a:pt x="33" y="39"/>
                      <a:pt x="32" y="39"/>
                    </a:cubicBezTo>
                    <a:cubicBezTo>
                      <a:pt x="29" y="37"/>
                      <a:pt x="30" y="32"/>
                      <a:pt x="29" y="29"/>
                    </a:cubicBezTo>
                    <a:cubicBezTo>
                      <a:pt x="29" y="27"/>
                      <a:pt x="28" y="26"/>
                      <a:pt x="28" y="23"/>
                    </a:cubicBezTo>
                    <a:cubicBezTo>
                      <a:pt x="31" y="21"/>
                      <a:pt x="34" y="21"/>
                      <a:pt x="38" y="20"/>
                    </a:cubicBezTo>
                    <a:cubicBezTo>
                      <a:pt x="37" y="15"/>
                      <a:pt x="36" y="9"/>
                      <a:pt x="34" y="4"/>
                    </a:cubicBezTo>
                    <a:close/>
                    <a:moveTo>
                      <a:pt x="15" y="53"/>
                    </a:moveTo>
                    <a:cubicBezTo>
                      <a:pt x="16" y="53"/>
                      <a:pt x="17" y="53"/>
                      <a:pt x="17" y="54"/>
                    </a:cubicBezTo>
                    <a:cubicBezTo>
                      <a:pt x="18" y="55"/>
                      <a:pt x="17" y="56"/>
                      <a:pt x="16" y="56"/>
                    </a:cubicBezTo>
                    <a:cubicBezTo>
                      <a:pt x="15" y="57"/>
                      <a:pt x="14" y="57"/>
                      <a:pt x="13" y="56"/>
                    </a:cubicBezTo>
                    <a:cubicBezTo>
                      <a:pt x="13" y="55"/>
                      <a:pt x="14" y="54"/>
                      <a:pt x="15" y="53"/>
                    </a:cubicBezTo>
                    <a:close/>
                    <a:moveTo>
                      <a:pt x="34" y="32"/>
                    </a:moveTo>
                    <a:cubicBezTo>
                      <a:pt x="36" y="33"/>
                      <a:pt x="39" y="33"/>
                      <a:pt x="41" y="31"/>
                    </a:cubicBezTo>
                    <a:cubicBezTo>
                      <a:pt x="41" y="29"/>
                      <a:pt x="40" y="28"/>
                      <a:pt x="37" y="28"/>
                    </a:cubicBezTo>
                    <a:cubicBezTo>
                      <a:pt x="34" y="29"/>
                      <a:pt x="33" y="30"/>
                      <a:pt x="34" y="32"/>
                    </a:cubicBezTo>
                    <a:close/>
                    <a:moveTo>
                      <a:pt x="39" y="44"/>
                    </a:moveTo>
                    <a:cubicBezTo>
                      <a:pt x="41" y="45"/>
                      <a:pt x="41" y="42"/>
                      <a:pt x="44" y="40"/>
                    </a:cubicBezTo>
                    <a:cubicBezTo>
                      <a:pt x="43" y="37"/>
                      <a:pt x="41" y="38"/>
                      <a:pt x="41" y="38"/>
                    </a:cubicBezTo>
                    <a:cubicBezTo>
                      <a:pt x="38" y="39"/>
                      <a:pt x="37" y="41"/>
                      <a:pt x="39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îŝḷîḓé"/>
              <p:cNvSpPr/>
              <p:nvPr/>
            </p:nvSpPr>
            <p:spPr bwMode="auto">
              <a:xfrm>
                <a:off x="3028950" y="2601913"/>
                <a:ext cx="238125" cy="222250"/>
              </a:xfrm>
              <a:custGeom>
                <a:avLst/>
                <a:gdLst>
                  <a:gd name="T0" fmla="*/ 31 w 72"/>
                  <a:gd name="T1" fmla="*/ 1 h 67"/>
                  <a:gd name="T2" fmla="*/ 23 w 72"/>
                  <a:gd name="T3" fmla="*/ 12 h 67"/>
                  <a:gd name="T4" fmla="*/ 14 w 72"/>
                  <a:gd name="T5" fmla="*/ 11 h 67"/>
                  <a:gd name="T6" fmla="*/ 19 w 72"/>
                  <a:gd name="T7" fmla="*/ 20 h 67"/>
                  <a:gd name="T8" fmla="*/ 13 w 72"/>
                  <a:gd name="T9" fmla="*/ 33 h 67"/>
                  <a:gd name="T10" fmla="*/ 10 w 72"/>
                  <a:gd name="T11" fmla="*/ 34 h 67"/>
                  <a:gd name="T12" fmla="*/ 0 w 72"/>
                  <a:gd name="T13" fmla="*/ 35 h 67"/>
                  <a:gd name="T14" fmla="*/ 4 w 72"/>
                  <a:gd name="T15" fmla="*/ 46 h 67"/>
                  <a:gd name="T16" fmla="*/ 10 w 72"/>
                  <a:gd name="T17" fmla="*/ 42 h 67"/>
                  <a:gd name="T18" fmla="*/ 12 w 72"/>
                  <a:gd name="T19" fmla="*/ 48 h 67"/>
                  <a:gd name="T20" fmla="*/ 18 w 72"/>
                  <a:gd name="T21" fmla="*/ 45 h 67"/>
                  <a:gd name="T22" fmla="*/ 19 w 72"/>
                  <a:gd name="T23" fmla="*/ 35 h 67"/>
                  <a:gd name="T24" fmla="*/ 36 w 72"/>
                  <a:gd name="T25" fmla="*/ 21 h 67"/>
                  <a:gd name="T26" fmla="*/ 42 w 72"/>
                  <a:gd name="T27" fmla="*/ 28 h 67"/>
                  <a:gd name="T28" fmla="*/ 36 w 72"/>
                  <a:gd name="T29" fmla="*/ 31 h 67"/>
                  <a:gd name="T30" fmla="*/ 31 w 72"/>
                  <a:gd name="T31" fmla="*/ 30 h 67"/>
                  <a:gd name="T32" fmla="*/ 29 w 72"/>
                  <a:gd name="T33" fmla="*/ 37 h 67"/>
                  <a:gd name="T34" fmla="*/ 39 w 72"/>
                  <a:gd name="T35" fmla="*/ 48 h 67"/>
                  <a:gd name="T36" fmla="*/ 28 w 72"/>
                  <a:gd name="T37" fmla="*/ 46 h 67"/>
                  <a:gd name="T38" fmla="*/ 26 w 72"/>
                  <a:gd name="T39" fmla="*/ 36 h 67"/>
                  <a:gd name="T40" fmla="*/ 20 w 72"/>
                  <a:gd name="T41" fmla="*/ 49 h 67"/>
                  <a:gd name="T42" fmla="*/ 44 w 72"/>
                  <a:gd name="T43" fmla="*/ 54 h 67"/>
                  <a:gd name="T44" fmla="*/ 48 w 72"/>
                  <a:gd name="T45" fmla="*/ 63 h 67"/>
                  <a:gd name="T46" fmla="*/ 72 w 72"/>
                  <a:gd name="T47" fmla="*/ 67 h 67"/>
                  <a:gd name="T48" fmla="*/ 71 w 72"/>
                  <a:gd name="T49" fmla="*/ 65 h 67"/>
                  <a:gd name="T50" fmla="*/ 59 w 72"/>
                  <a:gd name="T51" fmla="*/ 57 h 67"/>
                  <a:gd name="T52" fmla="*/ 51 w 72"/>
                  <a:gd name="T53" fmla="*/ 49 h 67"/>
                  <a:gd name="T54" fmla="*/ 59 w 72"/>
                  <a:gd name="T55" fmla="*/ 29 h 67"/>
                  <a:gd name="T56" fmla="*/ 50 w 72"/>
                  <a:gd name="T57" fmla="*/ 29 h 67"/>
                  <a:gd name="T58" fmla="*/ 58 w 72"/>
                  <a:gd name="T59" fmla="*/ 25 h 67"/>
                  <a:gd name="T60" fmla="*/ 66 w 72"/>
                  <a:gd name="T61" fmla="*/ 22 h 67"/>
                  <a:gd name="T62" fmla="*/ 68 w 72"/>
                  <a:gd name="T63" fmla="*/ 13 h 67"/>
                  <a:gd name="T64" fmla="*/ 55 w 72"/>
                  <a:gd name="T65" fmla="*/ 17 h 67"/>
                  <a:gd name="T66" fmla="*/ 56 w 72"/>
                  <a:gd name="T67" fmla="*/ 0 h 67"/>
                  <a:gd name="T68" fmla="*/ 48 w 72"/>
                  <a:gd name="T69" fmla="*/ 16 h 67"/>
                  <a:gd name="T70" fmla="*/ 35 w 72"/>
                  <a:gd name="T71" fmla="*/ 19 h 67"/>
                  <a:gd name="T72" fmla="*/ 24 w 72"/>
                  <a:gd name="T73" fmla="*/ 25 h 67"/>
                  <a:gd name="T74" fmla="*/ 29 w 72"/>
                  <a:gd name="T75" fmla="*/ 16 h 67"/>
                  <a:gd name="T76" fmla="*/ 31 w 72"/>
                  <a:gd name="T77" fmla="*/ 1 h 67"/>
                  <a:gd name="T78" fmla="*/ 43 w 72"/>
                  <a:gd name="T79" fmla="*/ 38 h 67"/>
                  <a:gd name="T80" fmla="*/ 51 w 72"/>
                  <a:gd name="T81" fmla="*/ 35 h 67"/>
                  <a:gd name="T82" fmla="*/ 46 w 72"/>
                  <a:gd name="T83" fmla="*/ 44 h 67"/>
                  <a:gd name="T84" fmla="*/ 43 w 72"/>
                  <a:gd name="T85" fmla="*/ 3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" h="67">
                    <a:moveTo>
                      <a:pt x="31" y="1"/>
                    </a:moveTo>
                    <a:cubicBezTo>
                      <a:pt x="28" y="4"/>
                      <a:pt x="26" y="8"/>
                      <a:pt x="23" y="12"/>
                    </a:cubicBezTo>
                    <a:cubicBezTo>
                      <a:pt x="22" y="16"/>
                      <a:pt x="18" y="14"/>
                      <a:pt x="14" y="11"/>
                    </a:cubicBezTo>
                    <a:cubicBezTo>
                      <a:pt x="14" y="15"/>
                      <a:pt x="15" y="17"/>
                      <a:pt x="19" y="20"/>
                    </a:cubicBezTo>
                    <a:cubicBezTo>
                      <a:pt x="17" y="25"/>
                      <a:pt x="15" y="30"/>
                      <a:pt x="13" y="33"/>
                    </a:cubicBezTo>
                    <a:cubicBezTo>
                      <a:pt x="12" y="34"/>
                      <a:pt x="11" y="34"/>
                      <a:pt x="10" y="34"/>
                    </a:cubicBezTo>
                    <a:cubicBezTo>
                      <a:pt x="6" y="36"/>
                      <a:pt x="4" y="36"/>
                      <a:pt x="0" y="35"/>
                    </a:cubicBezTo>
                    <a:cubicBezTo>
                      <a:pt x="1" y="43"/>
                      <a:pt x="0" y="44"/>
                      <a:pt x="4" y="46"/>
                    </a:cubicBezTo>
                    <a:cubicBezTo>
                      <a:pt x="6" y="44"/>
                      <a:pt x="9" y="44"/>
                      <a:pt x="10" y="42"/>
                    </a:cubicBezTo>
                    <a:cubicBezTo>
                      <a:pt x="10" y="44"/>
                      <a:pt x="12" y="46"/>
                      <a:pt x="12" y="48"/>
                    </a:cubicBezTo>
                    <a:cubicBezTo>
                      <a:pt x="14" y="48"/>
                      <a:pt x="16" y="48"/>
                      <a:pt x="18" y="45"/>
                    </a:cubicBezTo>
                    <a:cubicBezTo>
                      <a:pt x="18" y="42"/>
                      <a:pt x="19" y="38"/>
                      <a:pt x="19" y="35"/>
                    </a:cubicBezTo>
                    <a:cubicBezTo>
                      <a:pt x="25" y="33"/>
                      <a:pt x="30" y="28"/>
                      <a:pt x="36" y="21"/>
                    </a:cubicBezTo>
                    <a:cubicBezTo>
                      <a:pt x="37" y="23"/>
                      <a:pt x="39" y="26"/>
                      <a:pt x="42" y="28"/>
                    </a:cubicBezTo>
                    <a:cubicBezTo>
                      <a:pt x="40" y="29"/>
                      <a:pt x="38" y="30"/>
                      <a:pt x="36" y="31"/>
                    </a:cubicBezTo>
                    <a:cubicBezTo>
                      <a:pt x="34" y="31"/>
                      <a:pt x="33" y="30"/>
                      <a:pt x="31" y="30"/>
                    </a:cubicBezTo>
                    <a:cubicBezTo>
                      <a:pt x="31" y="33"/>
                      <a:pt x="29" y="34"/>
                      <a:pt x="29" y="37"/>
                    </a:cubicBezTo>
                    <a:cubicBezTo>
                      <a:pt x="32" y="41"/>
                      <a:pt x="36" y="44"/>
                      <a:pt x="39" y="48"/>
                    </a:cubicBezTo>
                    <a:cubicBezTo>
                      <a:pt x="35" y="48"/>
                      <a:pt x="30" y="48"/>
                      <a:pt x="28" y="46"/>
                    </a:cubicBezTo>
                    <a:cubicBezTo>
                      <a:pt x="26" y="44"/>
                      <a:pt x="26" y="40"/>
                      <a:pt x="26" y="36"/>
                    </a:cubicBezTo>
                    <a:cubicBezTo>
                      <a:pt x="24" y="38"/>
                      <a:pt x="21" y="45"/>
                      <a:pt x="20" y="49"/>
                    </a:cubicBezTo>
                    <a:cubicBezTo>
                      <a:pt x="27" y="53"/>
                      <a:pt x="35" y="55"/>
                      <a:pt x="44" y="54"/>
                    </a:cubicBezTo>
                    <a:cubicBezTo>
                      <a:pt x="47" y="56"/>
                      <a:pt x="45" y="61"/>
                      <a:pt x="48" y="63"/>
                    </a:cubicBezTo>
                    <a:cubicBezTo>
                      <a:pt x="53" y="66"/>
                      <a:pt x="67" y="64"/>
                      <a:pt x="72" y="67"/>
                    </a:cubicBezTo>
                    <a:cubicBezTo>
                      <a:pt x="72" y="66"/>
                      <a:pt x="72" y="66"/>
                      <a:pt x="71" y="65"/>
                    </a:cubicBezTo>
                    <a:cubicBezTo>
                      <a:pt x="67" y="63"/>
                      <a:pt x="62" y="61"/>
                      <a:pt x="59" y="57"/>
                    </a:cubicBezTo>
                    <a:cubicBezTo>
                      <a:pt x="55" y="54"/>
                      <a:pt x="53" y="51"/>
                      <a:pt x="51" y="49"/>
                    </a:cubicBezTo>
                    <a:cubicBezTo>
                      <a:pt x="57" y="43"/>
                      <a:pt x="63" y="33"/>
                      <a:pt x="59" y="29"/>
                    </a:cubicBezTo>
                    <a:cubicBezTo>
                      <a:pt x="58" y="28"/>
                      <a:pt x="54" y="30"/>
                      <a:pt x="50" y="29"/>
                    </a:cubicBezTo>
                    <a:cubicBezTo>
                      <a:pt x="51" y="27"/>
                      <a:pt x="53" y="24"/>
                      <a:pt x="58" y="25"/>
                    </a:cubicBezTo>
                    <a:cubicBezTo>
                      <a:pt x="61" y="26"/>
                      <a:pt x="63" y="23"/>
                      <a:pt x="66" y="22"/>
                    </a:cubicBezTo>
                    <a:cubicBezTo>
                      <a:pt x="67" y="19"/>
                      <a:pt x="69" y="16"/>
                      <a:pt x="68" y="13"/>
                    </a:cubicBezTo>
                    <a:cubicBezTo>
                      <a:pt x="63" y="16"/>
                      <a:pt x="59" y="17"/>
                      <a:pt x="55" y="17"/>
                    </a:cubicBezTo>
                    <a:cubicBezTo>
                      <a:pt x="59" y="11"/>
                      <a:pt x="59" y="5"/>
                      <a:pt x="56" y="0"/>
                    </a:cubicBezTo>
                    <a:cubicBezTo>
                      <a:pt x="51" y="6"/>
                      <a:pt x="48" y="12"/>
                      <a:pt x="48" y="16"/>
                    </a:cubicBezTo>
                    <a:cubicBezTo>
                      <a:pt x="42" y="21"/>
                      <a:pt x="39" y="17"/>
                      <a:pt x="35" y="19"/>
                    </a:cubicBezTo>
                    <a:cubicBezTo>
                      <a:pt x="32" y="20"/>
                      <a:pt x="29" y="23"/>
                      <a:pt x="24" y="25"/>
                    </a:cubicBezTo>
                    <a:cubicBezTo>
                      <a:pt x="22" y="22"/>
                      <a:pt x="23" y="20"/>
                      <a:pt x="29" y="16"/>
                    </a:cubicBezTo>
                    <a:cubicBezTo>
                      <a:pt x="35" y="13"/>
                      <a:pt x="37" y="2"/>
                      <a:pt x="31" y="1"/>
                    </a:cubicBezTo>
                    <a:close/>
                    <a:moveTo>
                      <a:pt x="43" y="38"/>
                    </a:moveTo>
                    <a:cubicBezTo>
                      <a:pt x="45" y="37"/>
                      <a:pt x="48" y="36"/>
                      <a:pt x="51" y="35"/>
                    </a:cubicBezTo>
                    <a:cubicBezTo>
                      <a:pt x="52" y="39"/>
                      <a:pt x="48" y="40"/>
                      <a:pt x="46" y="44"/>
                    </a:cubicBezTo>
                    <a:cubicBezTo>
                      <a:pt x="42" y="42"/>
                      <a:pt x="41" y="40"/>
                      <a:pt x="43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íşlîḑé"/>
              <p:cNvSpPr/>
              <p:nvPr/>
            </p:nvSpPr>
            <p:spPr bwMode="auto">
              <a:xfrm>
                <a:off x="2627313" y="4146550"/>
                <a:ext cx="501650" cy="161925"/>
              </a:xfrm>
              <a:custGeom>
                <a:avLst/>
                <a:gdLst>
                  <a:gd name="T0" fmla="*/ 26 w 152"/>
                  <a:gd name="T1" fmla="*/ 1 h 49"/>
                  <a:gd name="T2" fmla="*/ 16 w 152"/>
                  <a:gd name="T3" fmla="*/ 41 h 49"/>
                  <a:gd name="T4" fmla="*/ 17 w 152"/>
                  <a:gd name="T5" fmla="*/ 46 h 49"/>
                  <a:gd name="T6" fmla="*/ 23 w 152"/>
                  <a:gd name="T7" fmla="*/ 47 h 49"/>
                  <a:gd name="T8" fmla="*/ 10 w 152"/>
                  <a:gd name="T9" fmla="*/ 48 h 49"/>
                  <a:gd name="T10" fmla="*/ 1 w 152"/>
                  <a:gd name="T11" fmla="*/ 47 h 49"/>
                  <a:gd name="T12" fmla="*/ 10 w 152"/>
                  <a:gd name="T13" fmla="*/ 42 h 49"/>
                  <a:gd name="T14" fmla="*/ 16 w 152"/>
                  <a:gd name="T15" fmla="*/ 22 h 49"/>
                  <a:gd name="T16" fmla="*/ 17 w 152"/>
                  <a:gd name="T17" fmla="*/ 10 h 49"/>
                  <a:gd name="T18" fmla="*/ 8 w 152"/>
                  <a:gd name="T19" fmla="*/ 11 h 49"/>
                  <a:gd name="T20" fmla="*/ 25 w 152"/>
                  <a:gd name="T21" fmla="*/ 1 h 49"/>
                  <a:gd name="T22" fmla="*/ 37 w 152"/>
                  <a:gd name="T23" fmla="*/ 47 h 49"/>
                  <a:gd name="T24" fmla="*/ 52 w 152"/>
                  <a:gd name="T25" fmla="*/ 32 h 49"/>
                  <a:gd name="T26" fmla="*/ 42 w 152"/>
                  <a:gd name="T27" fmla="*/ 19 h 49"/>
                  <a:gd name="T28" fmla="*/ 57 w 152"/>
                  <a:gd name="T29" fmla="*/ 1 h 49"/>
                  <a:gd name="T30" fmla="*/ 70 w 152"/>
                  <a:gd name="T31" fmla="*/ 17 h 49"/>
                  <a:gd name="T32" fmla="*/ 37 w 152"/>
                  <a:gd name="T33" fmla="*/ 49 h 49"/>
                  <a:gd name="T34" fmla="*/ 63 w 152"/>
                  <a:gd name="T35" fmla="*/ 15 h 49"/>
                  <a:gd name="T36" fmla="*/ 56 w 152"/>
                  <a:gd name="T37" fmla="*/ 3 h 49"/>
                  <a:gd name="T38" fmla="*/ 49 w 152"/>
                  <a:gd name="T39" fmla="*/ 18 h 49"/>
                  <a:gd name="T40" fmla="*/ 55 w 152"/>
                  <a:gd name="T41" fmla="*/ 28 h 49"/>
                  <a:gd name="T42" fmla="*/ 110 w 152"/>
                  <a:gd name="T43" fmla="*/ 0 h 49"/>
                  <a:gd name="T44" fmla="*/ 110 w 152"/>
                  <a:gd name="T45" fmla="*/ 6 h 49"/>
                  <a:gd name="T46" fmla="*/ 94 w 152"/>
                  <a:gd name="T47" fmla="*/ 8 h 49"/>
                  <a:gd name="T48" fmla="*/ 93 w 152"/>
                  <a:gd name="T49" fmla="*/ 14 h 49"/>
                  <a:gd name="T50" fmla="*/ 102 w 152"/>
                  <a:gd name="T51" fmla="*/ 19 h 49"/>
                  <a:gd name="T52" fmla="*/ 98 w 152"/>
                  <a:gd name="T53" fmla="*/ 42 h 49"/>
                  <a:gd name="T54" fmla="*/ 77 w 152"/>
                  <a:gd name="T55" fmla="*/ 48 h 49"/>
                  <a:gd name="T56" fmla="*/ 76 w 152"/>
                  <a:gd name="T57" fmla="*/ 44 h 49"/>
                  <a:gd name="T58" fmla="*/ 80 w 152"/>
                  <a:gd name="T59" fmla="*/ 44 h 49"/>
                  <a:gd name="T60" fmla="*/ 95 w 152"/>
                  <a:gd name="T61" fmla="*/ 41 h 49"/>
                  <a:gd name="T62" fmla="*/ 97 w 152"/>
                  <a:gd name="T63" fmla="*/ 25 h 49"/>
                  <a:gd name="T64" fmla="*/ 89 w 152"/>
                  <a:gd name="T65" fmla="*/ 19 h 49"/>
                  <a:gd name="T66" fmla="*/ 90 w 152"/>
                  <a:gd name="T67" fmla="*/ 12 h 49"/>
                  <a:gd name="T68" fmla="*/ 96 w 152"/>
                  <a:gd name="T69" fmla="*/ 2 h 49"/>
                  <a:gd name="T70" fmla="*/ 108 w 152"/>
                  <a:gd name="T71" fmla="*/ 2 h 49"/>
                  <a:gd name="T72" fmla="*/ 152 w 152"/>
                  <a:gd name="T73" fmla="*/ 1 h 49"/>
                  <a:gd name="T74" fmla="*/ 127 w 152"/>
                  <a:gd name="T75" fmla="*/ 22 h 49"/>
                  <a:gd name="T76" fmla="*/ 144 w 152"/>
                  <a:gd name="T77" fmla="*/ 22 h 49"/>
                  <a:gd name="T78" fmla="*/ 142 w 152"/>
                  <a:gd name="T79" fmla="*/ 44 h 49"/>
                  <a:gd name="T80" fmla="*/ 122 w 152"/>
                  <a:gd name="T81" fmla="*/ 45 h 49"/>
                  <a:gd name="T82" fmla="*/ 123 w 152"/>
                  <a:gd name="T83" fmla="*/ 18 h 49"/>
                  <a:gd name="T84" fmla="*/ 152 w 152"/>
                  <a:gd name="T85" fmla="*/ 1 h 49"/>
                  <a:gd name="T86" fmla="*/ 126 w 152"/>
                  <a:gd name="T87" fmla="*/ 36 h 49"/>
                  <a:gd name="T88" fmla="*/ 132 w 152"/>
                  <a:gd name="T89" fmla="*/ 47 h 49"/>
                  <a:gd name="T90" fmla="*/ 139 w 152"/>
                  <a:gd name="T91" fmla="*/ 33 h 49"/>
                  <a:gd name="T92" fmla="*/ 134 w 152"/>
                  <a:gd name="T93" fmla="*/ 2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2" h="49">
                    <a:moveTo>
                      <a:pt x="25" y="1"/>
                    </a:moveTo>
                    <a:cubicBezTo>
                      <a:pt x="26" y="1"/>
                      <a:pt x="26" y="1"/>
                      <a:pt x="26" y="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3"/>
                      <a:pt x="16" y="44"/>
                      <a:pt x="16" y="45"/>
                    </a:cubicBezTo>
                    <a:cubicBezTo>
                      <a:pt x="16" y="45"/>
                      <a:pt x="16" y="46"/>
                      <a:pt x="17" y="46"/>
                    </a:cubicBezTo>
                    <a:cubicBezTo>
                      <a:pt x="17" y="46"/>
                      <a:pt x="18" y="46"/>
                      <a:pt x="19" y="46"/>
                    </a:cubicBezTo>
                    <a:cubicBezTo>
                      <a:pt x="21" y="46"/>
                      <a:pt x="22" y="47"/>
                      <a:pt x="23" y="47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8" y="48"/>
                      <a:pt x="14" y="48"/>
                      <a:pt x="10" y="48"/>
                    </a:cubicBezTo>
                    <a:cubicBezTo>
                      <a:pt x="7" y="48"/>
                      <a:pt x="4" y="48"/>
                      <a:pt x="0" y="49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4" y="46"/>
                      <a:pt x="6" y="46"/>
                      <a:pt x="7" y="45"/>
                    </a:cubicBezTo>
                    <a:cubicBezTo>
                      <a:pt x="8" y="45"/>
                      <a:pt x="9" y="44"/>
                      <a:pt x="10" y="42"/>
                    </a:cubicBezTo>
                    <a:cubicBezTo>
                      <a:pt x="11" y="41"/>
                      <a:pt x="11" y="39"/>
                      <a:pt x="11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15"/>
                      <a:pt x="18" y="12"/>
                      <a:pt x="18" y="11"/>
                    </a:cubicBezTo>
                    <a:cubicBezTo>
                      <a:pt x="18" y="10"/>
                      <a:pt x="17" y="10"/>
                      <a:pt x="17" y="10"/>
                    </a:cubicBezTo>
                    <a:cubicBezTo>
                      <a:pt x="16" y="10"/>
                      <a:pt x="13" y="11"/>
                      <a:pt x="9" y="1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7" y="7"/>
                      <a:pt x="19" y="6"/>
                    </a:cubicBezTo>
                    <a:cubicBezTo>
                      <a:pt x="21" y="4"/>
                      <a:pt x="23" y="3"/>
                      <a:pt x="25" y="1"/>
                    </a:cubicBezTo>
                    <a:close/>
                    <a:moveTo>
                      <a:pt x="37" y="49"/>
                    </a:moveTo>
                    <a:cubicBezTo>
                      <a:pt x="37" y="47"/>
                      <a:pt x="37" y="47"/>
                      <a:pt x="37" y="47"/>
                    </a:cubicBezTo>
                    <a:cubicBezTo>
                      <a:pt x="49" y="46"/>
                      <a:pt x="57" y="40"/>
                      <a:pt x="61" y="28"/>
                    </a:cubicBezTo>
                    <a:cubicBezTo>
                      <a:pt x="58" y="30"/>
                      <a:pt x="55" y="32"/>
                      <a:pt x="52" y="32"/>
                    </a:cubicBezTo>
                    <a:cubicBezTo>
                      <a:pt x="49" y="32"/>
                      <a:pt x="46" y="31"/>
                      <a:pt x="45" y="28"/>
                    </a:cubicBezTo>
                    <a:cubicBezTo>
                      <a:pt x="43" y="26"/>
                      <a:pt x="42" y="23"/>
                      <a:pt x="42" y="19"/>
                    </a:cubicBezTo>
                    <a:cubicBezTo>
                      <a:pt x="42" y="14"/>
                      <a:pt x="43" y="10"/>
                      <a:pt x="46" y="6"/>
                    </a:cubicBezTo>
                    <a:cubicBezTo>
                      <a:pt x="49" y="3"/>
                      <a:pt x="53" y="1"/>
                      <a:pt x="57" y="1"/>
                    </a:cubicBezTo>
                    <a:cubicBezTo>
                      <a:pt x="61" y="1"/>
                      <a:pt x="64" y="3"/>
                      <a:pt x="66" y="5"/>
                    </a:cubicBezTo>
                    <a:cubicBezTo>
                      <a:pt x="68" y="8"/>
                      <a:pt x="70" y="12"/>
                      <a:pt x="70" y="17"/>
                    </a:cubicBezTo>
                    <a:cubicBezTo>
                      <a:pt x="70" y="25"/>
                      <a:pt x="67" y="33"/>
                      <a:pt x="61" y="39"/>
                    </a:cubicBezTo>
                    <a:cubicBezTo>
                      <a:pt x="55" y="46"/>
                      <a:pt x="47" y="49"/>
                      <a:pt x="37" y="49"/>
                    </a:cubicBezTo>
                    <a:close/>
                    <a:moveTo>
                      <a:pt x="62" y="25"/>
                    </a:moveTo>
                    <a:cubicBezTo>
                      <a:pt x="62" y="21"/>
                      <a:pt x="63" y="17"/>
                      <a:pt x="63" y="15"/>
                    </a:cubicBezTo>
                    <a:cubicBezTo>
                      <a:pt x="63" y="11"/>
                      <a:pt x="62" y="8"/>
                      <a:pt x="61" y="6"/>
                    </a:cubicBezTo>
                    <a:cubicBezTo>
                      <a:pt x="60" y="4"/>
                      <a:pt x="58" y="3"/>
                      <a:pt x="56" y="3"/>
                    </a:cubicBezTo>
                    <a:cubicBezTo>
                      <a:pt x="54" y="3"/>
                      <a:pt x="52" y="5"/>
                      <a:pt x="51" y="7"/>
                    </a:cubicBezTo>
                    <a:cubicBezTo>
                      <a:pt x="49" y="10"/>
                      <a:pt x="49" y="13"/>
                      <a:pt x="49" y="18"/>
                    </a:cubicBezTo>
                    <a:cubicBezTo>
                      <a:pt x="49" y="21"/>
                      <a:pt x="49" y="24"/>
                      <a:pt x="50" y="26"/>
                    </a:cubicBezTo>
                    <a:cubicBezTo>
                      <a:pt x="52" y="28"/>
                      <a:pt x="53" y="28"/>
                      <a:pt x="55" y="28"/>
                    </a:cubicBezTo>
                    <a:cubicBezTo>
                      <a:pt x="57" y="28"/>
                      <a:pt x="59" y="27"/>
                      <a:pt x="62" y="25"/>
                    </a:cubicBezTo>
                    <a:close/>
                    <a:moveTo>
                      <a:pt x="110" y="0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7"/>
                      <a:pt x="108" y="7"/>
                      <a:pt x="105" y="7"/>
                    </a:cubicBezTo>
                    <a:cubicBezTo>
                      <a:pt x="99" y="7"/>
                      <a:pt x="95" y="7"/>
                      <a:pt x="94" y="8"/>
                    </a:cubicBezTo>
                    <a:cubicBezTo>
                      <a:pt x="93" y="10"/>
                      <a:pt x="92" y="11"/>
                      <a:pt x="92" y="12"/>
                    </a:cubicBezTo>
                    <a:cubicBezTo>
                      <a:pt x="92" y="13"/>
                      <a:pt x="92" y="13"/>
                      <a:pt x="93" y="14"/>
                    </a:cubicBezTo>
                    <a:cubicBezTo>
                      <a:pt x="93" y="14"/>
                      <a:pt x="94" y="14"/>
                      <a:pt x="95" y="15"/>
                    </a:cubicBezTo>
                    <a:cubicBezTo>
                      <a:pt x="98" y="16"/>
                      <a:pt x="100" y="17"/>
                      <a:pt x="102" y="19"/>
                    </a:cubicBezTo>
                    <a:cubicBezTo>
                      <a:pt x="103" y="22"/>
                      <a:pt x="104" y="24"/>
                      <a:pt x="104" y="28"/>
                    </a:cubicBezTo>
                    <a:cubicBezTo>
                      <a:pt x="104" y="33"/>
                      <a:pt x="102" y="38"/>
                      <a:pt x="98" y="42"/>
                    </a:cubicBezTo>
                    <a:cubicBezTo>
                      <a:pt x="93" y="47"/>
                      <a:pt x="88" y="49"/>
                      <a:pt x="83" y="49"/>
                    </a:cubicBezTo>
                    <a:cubicBezTo>
                      <a:pt x="80" y="49"/>
                      <a:pt x="79" y="49"/>
                      <a:pt x="77" y="48"/>
                    </a:cubicBezTo>
                    <a:cubicBezTo>
                      <a:pt x="76" y="47"/>
                      <a:pt x="76" y="46"/>
                      <a:pt x="76" y="45"/>
                    </a:cubicBezTo>
                    <a:cubicBezTo>
                      <a:pt x="76" y="45"/>
                      <a:pt x="76" y="44"/>
                      <a:pt x="76" y="44"/>
                    </a:cubicBezTo>
                    <a:cubicBezTo>
                      <a:pt x="77" y="43"/>
                      <a:pt x="77" y="43"/>
                      <a:pt x="78" y="43"/>
                    </a:cubicBezTo>
                    <a:cubicBezTo>
                      <a:pt x="79" y="43"/>
                      <a:pt x="79" y="43"/>
                      <a:pt x="80" y="44"/>
                    </a:cubicBezTo>
                    <a:cubicBezTo>
                      <a:pt x="82" y="45"/>
                      <a:pt x="84" y="46"/>
                      <a:pt x="85" y="46"/>
                    </a:cubicBezTo>
                    <a:cubicBezTo>
                      <a:pt x="89" y="46"/>
                      <a:pt x="92" y="44"/>
                      <a:pt x="95" y="41"/>
                    </a:cubicBezTo>
                    <a:cubicBezTo>
                      <a:pt x="98" y="38"/>
                      <a:pt x="99" y="35"/>
                      <a:pt x="99" y="31"/>
                    </a:cubicBezTo>
                    <a:cubicBezTo>
                      <a:pt x="99" y="29"/>
                      <a:pt x="99" y="26"/>
                      <a:pt x="97" y="25"/>
                    </a:cubicBezTo>
                    <a:cubicBezTo>
                      <a:pt x="96" y="23"/>
                      <a:pt x="94" y="21"/>
                      <a:pt x="91" y="20"/>
                    </a:cubicBezTo>
                    <a:cubicBezTo>
                      <a:pt x="90" y="19"/>
                      <a:pt x="89" y="19"/>
                      <a:pt x="89" y="19"/>
                    </a:cubicBezTo>
                    <a:cubicBezTo>
                      <a:pt x="89" y="18"/>
                      <a:pt x="88" y="18"/>
                      <a:pt x="88" y="17"/>
                    </a:cubicBezTo>
                    <a:cubicBezTo>
                      <a:pt x="88" y="16"/>
                      <a:pt x="89" y="14"/>
                      <a:pt x="90" y="1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4" y="3"/>
                      <a:pt x="95" y="2"/>
                      <a:pt x="9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6" y="2"/>
                      <a:pt x="108" y="2"/>
                      <a:pt x="108" y="2"/>
                    </a:cubicBezTo>
                    <a:cubicBezTo>
                      <a:pt x="109" y="2"/>
                      <a:pt x="110" y="1"/>
                      <a:pt x="110" y="0"/>
                    </a:cubicBezTo>
                    <a:close/>
                    <a:moveTo>
                      <a:pt x="152" y="1"/>
                    </a:moveTo>
                    <a:cubicBezTo>
                      <a:pt x="151" y="3"/>
                      <a:pt x="151" y="3"/>
                      <a:pt x="151" y="3"/>
                    </a:cubicBezTo>
                    <a:cubicBezTo>
                      <a:pt x="139" y="4"/>
                      <a:pt x="131" y="10"/>
                      <a:pt x="127" y="22"/>
                    </a:cubicBezTo>
                    <a:cubicBezTo>
                      <a:pt x="130" y="20"/>
                      <a:pt x="133" y="19"/>
                      <a:pt x="136" y="19"/>
                    </a:cubicBezTo>
                    <a:cubicBezTo>
                      <a:pt x="140" y="19"/>
                      <a:pt x="142" y="20"/>
                      <a:pt x="144" y="22"/>
                    </a:cubicBezTo>
                    <a:cubicBezTo>
                      <a:pt x="145" y="24"/>
                      <a:pt x="146" y="27"/>
                      <a:pt x="146" y="31"/>
                    </a:cubicBezTo>
                    <a:cubicBezTo>
                      <a:pt x="146" y="36"/>
                      <a:pt x="145" y="40"/>
                      <a:pt x="142" y="44"/>
                    </a:cubicBezTo>
                    <a:cubicBezTo>
                      <a:pt x="139" y="47"/>
                      <a:pt x="135" y="49"/>
                      <a:pt x="131" y="49"/>
                    </a:cubicBezTo>
                    <a:cubicBezTo>
                      <a:pt x="127" y="49"/>
                      <a:pt x="124" y="48"/>
                      <a:pt x="122" y="45"/>
                    </a:cubicBezTo>
                    <a:cubicBezTo>
                      <a:pt x="120" y="42"/>
                      <a:pt x="119" y="38"/>
                      <a:pt x="119" y="33"/>
                    </a:cubicBezTo>
                    <a:cubicBezTo>
                      <a:pt x="119" y="28"/>
                      <a:pt x="120" y="23"/>
                      <a:pt x="123" y="18"/>
                    </a:cubicBezTo>
                    <a:cubicBezTo>
                      <a:pt x="126" y="13"/>
                      <a:pt x="129" y="9"/>
                      <a:pt x="134" y="6"/>
                    </a:cubicBezTo>
                    <a:cubicBezTo>
                      <a:pt x="139" y="3"/>
                      <a:pt x="145" y="1"/>
                      <a:pt x="152" y="1"/>
                    </a:cubicBezTo>
                    <a:close/>
                    <a:moveTo>
                      <a:pt x="127" y="25"/>
                    </a:moveTo>
                    <a:cubicBezTo>
                      <a:pt x="126" y="29"/>
                      <a:pt x="126" y="33"/>
                      <a:pt x="126" y="36"/>
                    </a:cubicBezTo>
                    <a:cubicBezTo>
                      <a:pt x="126" y="39"/>
                      <a:pt x="126" y="42"/>
                      <a:pt x="127" y="44"/>
                    </a:cubicBezTo>
                    <a:cubicBezTo>
                      <a:pt x="129" y="46"/>
                      <a:pt x="130" y="47"/>
                      <a:pt x="132" y="47"/>
                    </a:cubicBezTo>
                    <a:cubicBezTo>
                      <a:pt x="134" y="47"/>
                      <a:pt x="136" y="46"/>
                      <a:pt x="138" y="43"/>
                    </a:cubicBezTo>
                    <a:cubicBezTo>
                      <a:pt x="139" y="40"/>
                      <a:pt x="139" y="37"/>
                      <a:pt x="139" y="33"/>
                    </a:cubicBezTo>
                    <a:cubicBezTo>
                      <a:pt x="139" y="29"/>
                      <a:pt x="139" y="27"/>
                      <a:pt x="138" y="25"/>
                    </a:cubicBezTo>
                    <a:cubicBezTo>
                      <a:pt x="137" y="23"/>
                      <a:pt x="136" y="22"/>
                      <a:pt x="134" y="22"/>
                    </a:cubicBezTo>
                    <a:cubicBezTo>
                      <a:pt x="132" y="22"/>
                      <a:pt x="129" y="23"/>
                      <a:pt x="127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ïṣliḍe"/>
              <p:cNvSpPr/>
              <p:nvPr/>
            </p:nvSpPr>
            <p:spPr bwMode="auto">
              <a:xfrm>
                <a:off x="2373313" y="2843213"/>
                <a:ext cx="1058863" cy="1065213"/>
              </a:xfrm>
              <a:custGeom>
                <a:avLst/>
                <a:gdLst>
                  <a:gd name="T0" fmla="*/ 56 w 321"/>
                  <a:gd name="T1" fmla="*/ 128 h 322"/>
                  <a:gd name="T2" fmla="*/ 55 w 321"/>
                  <a:gd name="T3" fmla="*/ 127 h 322"/>
                  <a:gd name="T4" fmla="*/ 38 w 321"/>
                  <a:gd name="T5" fmla="*/ 69 h 322"/>
                  <a:gd name="T6" fmla="*/ 193 w 321"/>
                  <a:gd name="T7" fmla="*/ 113 h 322"/>
                  <a:gd name="T8" fmla="*/ 206 w 321"/>
                  <a:gd name="T9" fmla="*/ 112 h 322"/>
                  <a:gd name="T10" fmla="*/ 114 w 321"/>
                  <a:gd name="T11" fmla="*/ 46 h 322"/>
                  <a:gd name="T12" fmla="*/ 49 w 321"/>
                  <a:gd name="T13" fmla="*/ 137 h 322"/>
                  <a:gd name="T14" fmla="*/ 92 w 321"/>
                  <a:gd name="T15" fmla="*/ 197 h 322"/>
                  <a:gd name="T16" fmla="*/ 186 w 321"/>
                  <a:gd name="T17" fmla="*/ 267 h 322"/>
                  <a:gd name="T18" fmla="*/ 262 w 321"/>
                  <a:gd name="T19" fmla="*/ 185 h 322"/>
                  <a:gd name="T20" fmla="*/ 248 w 321"/>
                  <a:gd name="T21" fmla="*/ 185 h 322"/>
                  <a:gd name="T22" fmla="*/ 107 w 321"/>
                  <a:gd name="T23" fmla="*/ 188 h 322"/>
                  <a:gd name="T24" fmla="*/ 64 w 321"/>
                  <a:gd name="T25" fmla="*/ 121 h 322"/>
                  <a:gd name="T26" fmla="*/ 56 w 321"/>
                  <a:gd name="T27" fmla="*/ 12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1" h="322">
                    <a:moveTo>
                      <a:pt x="56" y="128"/>
                    </a:moveTo>
                    <a:cubicBezTo>
                      <a:pt x="56" y="128"/>
                      <a:pt x="55" y="127"/>
                      <a:pt x="55" y="127"/>
                    </a:cubicBezTo>
                    <a:cubicBezTo>
                      <a:pt x="46" y="111"/>
                      <a:pt x="38" y="92"/>
                      <a:pt x="38" y="69"/>
                    </a:cubicBezTo>
                    <a:cubicBezTo>
                      <a:pt x="46" y="0"/>
                      <a:pt x="171" y="94"/>
                      <a:pt x="193" y="113"/>
                    </a:cubicBezTo>
                    <a:cubicBezTo>
                      <a:pt x="198" y="112"/>
                      <a:pt x="202" y="112"/>
                      <a:pt x="206" y="112"/>
                    </a:cubicBezTo>
                    <a:cubicBezTo>
                      <a:pt x="184" y="85"/>
                      <a:pt x="148" y="58"/>
                      <a:pt x="114" y="46"/>
                    </a:cubicBezTo>
                    <a:cubicBezTo>
                      <a:pt x="54" y="25"/>
                      <a:pt x="0" y="44"/>
                      <a:pt x="49" y="137"/>
                    </a:cubicBezTo>
                    <a:cubicBezTo>
                      <a:pt x="45" y="178"/>
                      <a:pt x="63" y="194"/>
                      <a:pt x="92" y="197"/>
                    </a:cubicBezTo>
                    <a:cubicBezTo>
                      <a:pt x="112" y="216"/>
                      <a:pt x="147" y="251"/>
                      <a:pt x="186" y="267"/>
                    </a:cubicBezTo>
                    <a:cubicBezTo>
                      <a:pt x="244" y="290"/>
                      <a:pt x="302" y="279"/>
                      <a:pt x="262" y="185"/>
                    </a:cubicBezTo>
                    <a:cubicBezTo>
                      <a:pt x="257" y="185"/>
                      <a:pt x="253" y="185"/>
                      <a:pt x="248" y="185"/>
                    </a:cubicBezTo>
                    <a:cubicBezTo>
                      <a:pt x="321" y="322"/>
                      <a:pt x="144" y="248"/>
                      <a:pt x="107" y="188"/>
                    </a:cubicBezTo>
                    <a:cubicBezTo>
                      <a:pt x="148" y="162"/>
                      <a:pt x="113" y="93"/>
                      <a:pt x="64" y="121"/>
                    </a:cubicBezTo>
                    <a:cubicBezTo>
                      <a:pt x="61" y="123"/>
                      <a:pt x="58" y="125"/>
                      <a:pt x="56" y="128"/>
                    </a:cubicBezTo>
                    <a:close/>
                  </a:path>
                </a:pathLst>
              </a:custGeom>
              <a:solidFill>
                <a:srgbClr val="F08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26" name="îṧľîḍe"/>
              <p:cNvSpPr/>
              <p:nvPr/>
            </p:nvSpPr>
            <p:spPr bwMode="auto">
              <a:xfrm>
                <a:off x="2581275" y="3270250"/>
                <a:ext cx="158750" cy="171450"/>
              </a:xfrm>
              <a:custGeom>
                <a:avLst/>
                <a:gdLst>
                  <a:gd name="T0" fmla="*/ 48 w 48"/>
                  <a:gd name="T1" fmla="*/ 30 h 52"/>
                  <a:gd name="T2" fmla="*/ 47 w 48"/>
                  <a:gd name="T3" fmla="*/ 20 h 52"/>
                  <a:gd name="T4" fmla="*/ 45 w 48"/>
                  <a:gd name="T5" fmla="*/ 11 h 52"/>
                  <a:gd name="T6" fmla="*/ 24 w 48"/>
                  <a:gd name="T7" fmla="*/ 0 h 52"/>
                  <a:gd name="T8" fmla="*/ 0 w 48"/>
                  <a:gd name="T9" fmla="*/ 26 h 52"/>
                  <a:gd name="T10" fmla="*/ 24 w 48"/>
                  <a:gd name="T11" fmla="*/ 51 h 52"/>
                  <a:gd name="T12" fmla="*/ 46 w 48"/>
                  <a:gd name="T13" fmla="*/ 36 h 52"/>
                  <a:gd name="T14" fmla="*/ 33 w 48"/>
                  <a:gd name="T15" fmla="*/ 36 h 52"/>
                  <a:gd name="T16" fmla="*/ 24 w 48"/>
                  <a:gd name="T17" fmla="*/ 42 h 52"/>
                  <a:gd name="T18" fmla="*/ 15 w 48"/>
                  <a:gd name="T19" fmla="*/ 30 h 52"/>
                  <a:gd name="T20" fmla="*/ 48 w 48"/>
                  <a:gd name="T21" fmla="*/ 30 h 52"/>
                  <a:gd name="T22" fmla="*/ 15 w 48"/>
                  <a:gd name="T23" fmla="*/ 20 h 52"/>
                  <a:gd name="T24" fmla="*/ 24 w 48"/>
                  <a:gd name="T25" fmla="*/ 9 h 52"/>
                  <a:gd name="T26" fmla="*/ 32 w 48"/>
                  <a:gd name="T27" fmla="*/ 20 h 52"/>
                  <a:gd name="T28" fmla="*/ 15 w 48"/>
                  <a:gd name="T29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52">
                    <a:moveTo>
                      <a:pt x="48" y="30"/>
                    </a:moveTo>
                    <a:cubicBezTo>
                      <a:pt x="48" y="26"/>
                      <a:pt x="48" y="23"/>
                      <a:pt x="47" y="20"/>
                    </a:cubicBezTo>
                    <a:cubicBezTo>
                      <a:pt x="47" y="17"/>
                      <a:pt x="46" y="14"/>
                      <a:pt x="45" y="11"/>
                    </a:cubicBezTo>
                    <a:cubicBezTo>
                      <a:pt x="41" y="4"/>
                      <a:pt x="34" y="0"/>
                      <a:pt x="24" y="0"/>
                    </a:cubicBezTo>
                    <a:cubicBezTo>
                      <a:pt x="9" y="1"/>
                      <a:pt x="1" y="9"/>
                      <a:pt x="0" y="26"/>
                    </a:cubicBezTo>
                    <a:cubicBezTo>
                      <a:pt x="0" y="43"/>
                      <a:pt x="8" y="52"/>
                      <a:pt x="24" y="51"/>
                    </a:cubicBezTo>
                    <a:cubicBezTo>
                      <a:pt x="37" y="51"/>
                      <a:pt x="45" y="46"/>
                      <a:pt x="46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40"/>
                      <a:pt x="28" y="42"/>
                      <a:pt x="24" y="42"/>
                    </a:cubicBezTo>
                    <a:cubicBezTo>
                      <a:pt x="18" y="42"/>
                      <a:pt x="15" y="38"/>
                      <a:pt x="15" y="30"/>
                    </a:cubicBezTo>
                    <a:cubicBezTo>
                      <a:pt x="48" y="30"/>
                      <a:pt x="48" y="30"/>
                      <a:pt x="48" y="30"/>
                    </a:cubicBezTo>
                    <a:close/>
                    <a:moveTo>
                      <a:pt x="15" y="20"/>
                    </a:moveTo>
                    <a:cubicBezTo>
                      <a:pt x="15" y="13"/>
                      <a:pt x="18" y="9"/>
                      <a:pt x="24" y="9"/>
                    </a:cubicBezTo>
                    <a:cubicBezTo>
                      <a:pt x="29" y="9"/>
                      <a:pt x="32" y="13"/>
                      <a:pt x="32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iŝ1iďe"/>
              <p:cNvSpPr/>
              <p:nvPr/>
            </p:nvSpPr>
            <p:spPr bwMode="auto">
              <a:xfrm>
                <a:off x="2409825" y="3444875"/>
                <a:ext cx="685800" cy="334963"/>
              </a:xfrm>
              <a:custGeom>
                <a:avLst/>
                <a:gdLst>
                  <a:gd name="T0" fmla="*/ 187 w 208"/>
                  <a:gd name="T1" fmla="*/ 1 h 101"/>
                  <a:gd name="T2" fmla="*/ 208 w 208"/>
                  <a:gd name="T3" fmla="*/ 4 h 101"/>
                  <a:gd name="T4" fmla="*/ 72 w 208"/>
                  <a:gd name="T5" fmla="*/ 93 h 101"/>
                  <a:gd name="T6" fmla="*/ 33 w 208"/>
                  <a:gd name="T7" fmla="*/ 0 h 101"/>
                  <a:gd name="T8" fmla="*/ 43 w 208"/>
                  <a:gd name="T9" fmla="*/ 9 h 101"/>
                  <a:gd name="T10" fmla="*/ 45 w 208"/>
                  <a:gd name="T11" fmla="*/ 83 h 101"/>
                  <a:gd name="T12" fmla="*/ 187 w 208"/>
                  <a:gd name="T13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101">
                    <a:moveTo>
                      <a:pt x="187" y="1"/>
                    </a:moveTo>
                    <a:cubicBezTo>
                      <a:pt x="196" y="1"/>
                      <a:pt x="198" y="4"/>
                      <a:pt x="208" y="4"/>
                    </a:cubicBezTo>
                    <a:cubicBezTo>
                      <a:pt x="183" y="32"/>
                      <a:pt x="123" y="91"/>
                      <a:pt x="72" y="93"/>
                    </a:cubicBezTo>
                    <a:cubicBezTo>
                      <a:pt x="37" y="95"/>
                      <a:pt x="0" y="73"/>
                      <a:pt x="33" y="0"/>
                    </a:cubicBezTo>
                    <a:cubicBezTo>
                      <a:pt x="38" y="4"/>
                      <a:pt x="38" y="5"/>
                      <a:pt x="43" y="9"/>
                    </a:cubicBezTo>
                    <a:cubicBezTo>
                      <a:pt x="19" y="49"/>
                      <a:pt x="28" y="73"/>
                      <a:pt x="45" y="83"/>
                    </a:cubicBezTo>
                    <a:cubicBezTo>
                      <a:pt x="77" y="101"/>
                      <a:pt x="155" y="46"/>
                      <a:pt x="187" y="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iṩļîḋè"/>
              <p:cNvSpPr/>
              <p:nvPr/>
            </p:nvSpPr>
            <p:spPr bwMode="auto">
              <a:xfrm>
                <a:off x="2693988" y="2949575"/>
                <a:ext cx="631825" cy="271463"/>
              </a:xfrm>
              <a:custGeom>
                <a:avLst/>
                <a:gdLst>
                  <a:gd name="T0" fmla="*/ 18 w 192"/>
                  <a:gd name="T1" fmla="*/ 81 h 82"/>
                  <a:gd name="T2" fmla="*/ 0 w 192"/>
                  <a:gd name="T3" fmla="*/ 79 h 82"/>
                  <a:gd name="T4" fmla="*/ 74 w 192"/>
                  <a:gd name="T5" fmla="*/ 19 h 82"/>
                  <a:gd name="T6" fmla="*/ 117 w 192"/>
                  <a:gd name="T7" fmla="*/ 3 h 82"/>
                  <a:gd name="T8" fmla="*/ 163 w 192"/>
                  <a:gd name="T9" fmla="*/ 82 h 82"/>
                  <a:gd name="T10" fmla="*/ 153 w 192"/>
                  <a:gd name="T11" fmla="*/ 77 h 82"/>
                  <a:gd name="T12" fmla="*/ 140 w 192"/>
                  <a:gd name="T13" fmla="*/ 10 h 82"/>
                  <a:gd name="T14" fmla="*/ 18 w 192"/>
                  <a:gd name="T15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2">
                    <a:moveTo>
                      <a:pt x="18" y="81"/>
                    </a:moveTo>
                    <a:cubicBezTo>
                      <a:pt x="10" y="81"/>
                      <a:pt x="8" y="78"/>
                      <a:pt x="0" y="79"/>
                    </a:cubicBezTo>
                    <a:cubicBezTo>
                      <a:pt x="14" y="63"/>
                      <a:pt x="42" y="37"/>
                      <a:pt x="74" y="19"/>
                    </a:cubicBezTo>
                    <a:cubicBezTo>
                      <a:pt x="88" y="12"/>
                      <a:pt x="102" y="4"/>
                      <a:pt x="117" y="3"/>
                    </a:cubicBezTo>
                    <a:cubicBezTo>
                      <a:pt x="148" y="0"/>
                      <a:pt x="192" y="20"/>
                      <a:pt x="163" y="82"/>
                    </a:cubicBezTo>
                    <a:cubicBezTo>
                      <a:pt x="160" y="78"/>
                      <a:pt x="157" y="80"/>
                      <a:pt x="153" y="77"/>
                    </a:cubicBezTo>
                    <a:cubicBezTo>
                      <a:pt x="176" y="35"/>
                      <a:pt x="158" y="10"/>
                      <a:pt x="140" y="10"/>
                    </a:cubicBezTo>
                    <a:cubicBezTo>
                      <a:pt x="103" y="10"/>
                      <a:pt x="44" y="41"/>
                      <a:pt x="18" y="8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ṧlide"/>
              <p:cNvSpPr/>
              <p:nvPr/>
            </p:nvSpPr>
            <p:spPr bwMode="auto">
              <a:xfrm>
                <a:off x="2339975" y="3282950"/>
                <a:ext cx="139700" cy="161925"/>
              </a:xfrm>
              <a:custGeom>
                <a:avLst/>
                <a:gdLst>
                  <a:gd name="T0" fmla="*/ 32 w 42"/>
                  <a:gd name="T1" fmla="*/ 0 h 49"/>
                  <a:gd name="T2" fmla="*/ 32 w 42"/>
                  <a:gd name="T3" fmla="*/ 27 h 49"/>
                  <a:gd name="T4" fmla="*/ 30 w 42"/>
                  <a:gd name="T5" fmla="*/ 38 h 49"/>
                  <a:gd name="T6" fmla="*/ 21 w 42"/>
                  <a:gd name="T7" fmla="*/ 42 h 49"/>
                  <a:gd name="T8" fmla="*/ 13 w 42"/>
                  <a:gd name="T9" fmla="*/ 38 h 49"/>
                  <a:gd name="T10" fmla="*/ 11 w 42"/>
                  <a:gd name="T11" fmla="*/ 27 h 49"/>
                  <a:gd name="T12" fmla="*/ 11 w 42"/>
                  <a:gd name="T13" fmla="*/ 0 h 49"/>
                  <a:gd name="T14" fmla="*/ 0 w 42"/>
                  <a:gd name="T15" fmla="*/ 0 h 49"/>
                  <a:gd name="T16" fmla="*/ 0 w 42"/>
                  <a:gd name="T17" fmla="*/ 31 h 49"/>
                  <a:gd name="T18" fmla="*/ 21 w 42"/>
                  <a:gd name="T19" fmla="*/ 49 h 49"/>
                  <a:gd name="T20" fmla="*/ 42 w 42"/>
                  <a:gd name="T21" fmla="*/ 31 h 49"/>
                  <a:gd name="T22" fmla="*/ 42 w 42"/>
                  <a:gd name="T23" fmla="*/ 0 h 49"/>
                  <a:gd name="T24" fmla="*/ 32 w 42"/>
                  <a:gd name="T2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49">
                    <a:moveTo>
                      <a:pt x="32" y="0"/>
                    </a:move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2"/>
                      <a:pt x="31" y="36"/>
                      <a:pt x="30" y="38"/>
                    </a:cubicBezTo>
                    <a:cubicBezTo>
                      <a:pt x="28" y="41"/>
                      <a:pt x="25" y="42"/>
                      <a:pt x="21" y="42"/>
                    </a:cubicBezTo>
                    <a:cubicBezTo>
                      <a:pt x="17" y="42"/>
                      <a:pt x="14" y="41"/>
                      <a:pt x="13" y="38"/>
                    </a:cubicBezTo>
                    <a:cubicBezTo>
                      <a:pt x="11" y="36"/>
                      <a:pt x="10" y="32"/>
                      <a:pt x="11" y="2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3"/>
                      <a:pt x="8" y="49"/>
                      <a:pt x="21" y="49"/>
                    </a:cubicBezTo>
                    <a:cubicBezTo>
                      <a:pt x="35" y="49"/>
                      <a:pt x="42" y="43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iṣḷîḍè"/>
              <p:cNvSpPr/>
              <p:nvPr/>
            </p:nvSpPr>
            <p:spPr bwMode="auto">
              <a:xfrm>
                <a:off x="2847975" y="3270250"/>
                <a:ext cx="141288" cy="182563"/>
              </a:xfrm>
              <a:custGeom>
                <a:avLst/>
                <a:gdLst>
                  <a:gd name="T0" fmla="*/ 42 w 43"/>
                  <a:gd name="T1" fmla="*/ 16 h 55"/>
                  <a:gd name="T2" fmla="*/ 23 w 43"/>
                  <a:gd name="T3" fmla="*/ 0 h 55"/>
                  <a:gd name="T4" fmla="*/ 1 w 43"/>
                  <a:gd name="T5" fmla="*/ 17 h 55"/>
                  <a:gd name="T6" fmla="*/ 19 w 43"/>
                  <a:gd name="T7" fmla="*/ 32 h 55"/>
                  <a:gd name="T8" fmla="*/ 21 w 43"/>
                  <a:gd name="T9" fmla="*/ 33 h 55"/>
                  <a:gd name="T10" fmla="*/ 31 w 43"/>
                  <a:gd name="T11" fmla="*/ 40 h 55"/>
                  <a:gd name="T12" fmla="*/ 20 w 43"/>
                  <a:gd name="T13" fmla="*/ 47 h 55"/>
                  <a:gd name="T14" fmla="*/ 11 w 43"/>
                  <a:gd name="T15" fmla="*/ 37 h 55"/>
                  <a:gd name="T16" fmla="*/ 0 w 43"/>
                  <a:gd name="T17" fmla="*/ 37 h 55"/>
                  <a:gd name="T18" fmla="*/ 20 w 43"/>
                  <a:gd name="T19" fmla="*/ 55 h 55"/>
                  <a:gd name="T20" fmla="*/ 43 w 43"/>
                  <a:gd name="T21" fmla="*/ 38 h 55"/>
                  <a:gd name="T22" fmla="*/ 25 w 43"/>
                  <a:gd name="T23" fmla="*/ 23 h 55"/>
                  <a:gd name="T24" fmla="*/ 23 w 43"/>
                  <a:gd name="T25" fmla="*/ 23 h 55"/>
                  <a:gd name="T26" fmla="*/ 13 w 43"/>
                  <a:gd name="T27" fmla="*/ 15 h 55"/>
                  <a:gd name="T28" fmla="*/ 22 w 43"/>
                  <a:gd name="T29" fmla="*/ 8 h 55"/>
                  <a:gd name="T30" fmla="*/ 31 w 43"/>
                  <a:gd name="T31" fmla="*/ 16 h 55"/>
                  <a:gd name="T32" fmla="*/ 42 w 43"/>
                  <a:gd name="T33" fmla="*/ 1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" h="55">
                    <a:moveTo>
                      <a:pt x="42" y="16"/>
                    </a:moveTo>
                    <a:cubicBezTo>
                      <a:pt x="41" y="6"/>
                      <a:pt x="35" y="0"/>
                      <a:pt x="23" y="0"/>
                    </a:cubicBezTo>
                    <a:cubicBezTo>
                      <a:pt x="9" y="1"/>
                      <a:pt x="2" y="6"/>
                      <a:pt x="1" y="17"/>
                    </a:cubicBezTo>
                    <a:cubicBezTo>
                      <a:pt x="1" y="24"/>
                      <a:pt x="7" y="29"/>
                      <a:pt x="19" y="32"/>
                    </a:cubicBezTo>
                    <a:cubicBezTo>
                      <a:pt x="19" y="32"/>
                      <a:pt x="20" y="32"/>
                      <a:pt x="21" y="33"/>
                    </a:cubicBezTo>
                    <a:cubicBezTo>
                      <a:pt x="28" y="34"/>
                      <a:pt x="31" y="36"/>
                      <a:pt x="31" y="40"/>
                    </a:cubicBezTo>
                    <a:cubicBezTo>
                      <a:pt x="31" y="45"/>
                      <a:pt x="27" y="47"/>
                      <a:pt x="20" y="47"/>
                    </a:cubicBezTo>
                    <a:cubicBezTo>
                      <a:pt x="14" y="47"/>
                      <a:pt x="11" y="43"/>
                      <a:pt x="11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9"/>
                      <a:pt x="6" y="55"/>
                      <a:pt x="20" y="55"/>
                    </a:cubicBezTo>
                    <a:cubicBezTo>
                      <a:pt x="35" y="54"/>
                      <a:pt x="43" y="49"/>
                      <a:pt x="43" y="38"/>
                    </a:cubicBezTo>
                    <a:cubicBezTo>
                      <a:pt x="43" y="30"/>
                      <a:pt x="37" y="25"/>
                      <a:pt x="25" y="23"/>
                    </a:cubicBezTo>
                    <a:cubicBezTo>
                      <a:pt x="24" y="23"/>
                      <a:pt x="23" y="23"/>
                      <a:pt x="23" y="23"/>
                    </a:cubicBezTo>
                    <a:cubicBezTo>
                      <a:pt x="16" y="22"/>
                      <a:pt x="13" y="19"/>
                      <a:pt x="13" y="15"/>
                    </a:cubicBezTo>
                    <a:cubicBezTo>
                      <a:pt x="14" y="11"/>
                      <a:pt x="16" y="9"/>
                      <a:pt x="22" y="8"/>
                    </a:cubicBezTo>
                    <a:cubicBezTo>
                      <a:pt x="28" y="8"/>
                      <a:pt x="30" y="11"/>
                      <a:pt x="31" y="16"/>
                    </a:cubicBez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ïṧḷîďé"/>
              <p:cNvSpPr/>
              <p:nvPr/>
            </p:nvSpPr>
            <p:spPr bwMode="auto">
              <a:xfrm>
                <a:off x="3025775" y="3273425"/>
                <a:ext cx="142875" cy="174625"/>
              </a:xfrm>
              <a:custGeom>
                <a:avLst/>
                <a:gdLst>
                  <a:gd name="T0" fmla="*/ 0 w 90"/>
                  <a:gd name="T1" fmla="*/ 19 h 110"/>
                  <a:gd name="T2" fmla="*/ 34 w 90"/>
                  <a:gd name="T3" fmla="*/ 19 h 110"/>
                  <a:gd name="T4" fmla="*/ 34 w 90"/>
                  <a:gd name="T5" fmla="*/ 110 h 110"/>
                  <a:gd name="T6" fmla="*/ 56 w 90"/>
                  <a:gd name="T7" fmla="*/ 110 h 110"/>
                  <a:gd name="T8" fmla="*/ 56 w 90"/>
                  <a:gd name="T9" fmla="*/ 19 h 110"/>
                  <a:gd name="T10" fmla="*/ 90 w 90"/>
                  <a:gd name="T11" fmla="*/ 19 h 110"/>
                  <a:gd name="T12" fmla="*/ 90 w 90"/>
                  <a:gd name="T13" fmla="*/ 0 h 110"/>
                  <a:gd name="T14" fmla="*/ 0 w 90"/>
                  <a:gd name="T15" fmla="*/ 0 h 110"/>
                  <a:gd name="T16" fmla="*/ 0 w 90"/>
                  <a:gd name="T17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0">
                    <a:moveTo>
                      <a:pt x="0" y="19"/>
                    </a:moveTo>
                    <a:lnTo>
                      <a:pt x="34" y="19"/>
                    </a:lnTo>
                    <a:lnTo>
                      <a:pt x="34" y="110"/>
                    </a:lnTo>
                    <a:lnTo>
                      <a:pt x="56" y="110"/>
                    </a:lnTo>
                    <a:lnTo>
                      <a:pt x="56" y="19"/>
                    </a:lnTo>
                    <a:lnTo>
                      <a:pt x="90" y="19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îšľíḍe"/>
              <p:cNvSpPr/>
              <p:nvPr/>
            </p:nvSpPr>
            <p:spPr bwMode="auto">
              <a:xfrm>
                <a:off x="3211513" y="3260725"/>
                <a:ext cx="147638" cy="168275"/>
              </a:xfrm>
              <a:custGeom>
                <a:avLst/>
                <a:gdLst>
                  <a:gd name="T0" fmla="*/ 45 w 45"/>
                  <a:gd name="T1" fmla="*/ 17 h 51"/>
                  <a:gd name="T2" fmla="*/ 22 w 45"/>
                  <a:gd name="T3" fmla="*/ 0 h 51"/>
                  <a:gd name="T4" fmla="*/ 0 w 45"/>
                  <a:gd name="T5" fmla="*/ 26 h 51"/>
                  <a:gd name="T6" fmla="*/ 22 w 45"/>
                  <a:gd name="T7" fmla="*/ 51 h 51"/>
                  <a:gd name="T8" fmla="*/ 45 w 45"/>
                  <a:gd name="T9" fmla="*/ 35 h 51"/>
                  <a:gd name="T10" fmla="*/ 33 w 45"/>
                  <a:gd name="T11" fmla="*/ 35 h 51"/>
                  <a:gd name="T12" fmla="*/ 22 w 45"/>
                  <a:gd name="T13" fmla="*/ 44 h 51"/>
                  <a:gd name="T14" fmla="*/ 12 w 45"/>
                  <a:gd name="T15" fmla="*/ 26 h 51"/>
                  <a:gd name="T16" fmla="*/ 22 w 45"/>
                  <a:gd name="T17" fmla="*/ 8 h 51"/>
                  <a:gd name="T18" fmla="*/ 33 w 45"/>
                  <a:gd name="T19" fmla="*/ 17 h 51"/>
                  <a:gd name="T20" fmla="*/ 45 w 45"/>
                  <a:gd name="T21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45" y="17"/>
                    </a:moveTo>
                    <a:cubicBezTo>
                      <a:pt x="44" y="6"/>
                      <a:pt x="37" y="0"/>
                      <a:pt x="22" y="0"/>
                    </a:cubicBezTo>
                    <a:cubicBezTo>
                      <a:pt x="8" y="1"/>
                      <a:pt x="1" y="9"/>
                      <a:pt x="0" y="26"/>
                    </a:cubicBezTo>
                    <a:cubicBezTo>
                      <a:pt x="1" y="43"/>
                      <a:pt x="8" y="51"/>
                      <a:pt x="22" y="51"/>
                    </a:cubicBezTo>
                    <a:cubicBezTo>
                      <a:pt x="37" y="51"/>
                      <a:pt x="44" y="46"/>
                      <a:pt x="45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41"/>
                      <a:pt x="29" y="44"/>
                      <a:pt x="22" y="44"/>
                    </a:cubicBezTo>
                    <a:cubicBezTo>
                      <a:pt x="16" y="44"/>
                      <a:pt x="13" y="38"/>
                      <a:pt x="12" y="26"/>
                    </a:cubicBezTo>
                    <a:cubicBezTo>
                      <a:pt x="13" y="14"/>
                      <a:pt x="16" y="8"/>
                      <a:pt x="22" y="8"/>
                    </a:cubicBezTo>
                    <a:cubicBezTo>
                      <a:pt x="29" y="8"/>
                      <a:pt x="32" y="11"/>
                      <a:pt x="3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33" name="iṡlïḓè"/>
            <p:cNvGrpSpPr/>
            <p:nvPr userDrawn="1"/>
          </p:nvGrpSpPr>
          <p:grpSpPr>
            <a:xfrm>
              <a:off x="1682758" y="962385"/>
              <a:ext cx="1606542" cy="289834"/>
              <a:chOff x="4164013" y="2535238"/>
              <a:chExt cx="6142038" cy="1108075"/>
            </a:xfrm>
            <a:solidFill>
              <a:srgbClr val="001736"/>
            </a:solidFill>
          </p:grpSpPr>
          <p:sp>
            <p:nvSpPr>
              <p:cNvPr id="34" name="îś1iḑe"/>
              <p:cNvSpPr/>
              <p:nvPr/>
            </p:nvSpPr>
            <p:spPr bwMode="auto">
              <a:xfrm>
                <a:off x="8401050" y="2638425"/>
                <a:ext cx="722313" cy="769938"/>
              </a:xfrm>
              <a:custGeom>
                <a:avLst/>
                <a:gdLst>
                  <a:gd name="T0" fmla="*/ 80 w 219"/>
                  <a:gd name="T1" fmla="*/ 17 h 233"/>
                  <a:gd name="T2" fmla="*/ 75 w 219"/>
                  <a:gd name="T3" fmla="*/ 81 h 233"/>
                  <a:gd name="T4" fmla="*/ 60 w 219"/>
                  <a:gd name="T5" fmla="*/ 127 h 233"/>
                  <a:gd name="T6" fmla="*/ 28 w 219"/>
                  <a:gd name="T7" fmla="*/ 118 h 233"/>
                  <a:gd name="T8" fmla="*/ 0 w 219"/>
                  <a:gd name="T9" fmla="*/ 146 h 233"/>
                  <a:gd name="T10" fmla="*/ 23 w 219"/>
                  <a:gd name="T11" fmla="*/ 150 h 233"/>
                  <a:gd name="T12" fmla="*/ 63 w 219"/>
                  <a:gd name="T13" fmla="*/ 159 h 233"/>
                  <a:gd name="T14" fmla="*/ 32 w 219"/>
                  <a:gd name="T15" fmla="*/ 201 h 233"/>
                  <a:gd name="T16" fmla="*/ 108 w 219"/>
                  <a:gd name="T17" fmla="*/ 194 h 233"/>
                  <a:gd name="T18" fmla="*/ 131 w 219"/>
                  <a:gd name="T19" fmla="*/ 124 h 233"/>
                  <a:gd name="T20" fmla="*/ 218 w 219"/>
                  <a:gd name="T21" fmla="*/ 96 h 233"/>
                  <a:gd name="T22" fmla="*/ 184 w 219"/>
                  <a:gd name="T23" fmla="*/ 77 h 233"/>
                  <a:gd name="T24" fmla="*/ 159 w 219"/>
                  <a:gd name="T25" fmla="*/ 91 h 233"/>
                  <a:gd name="T26" fmla="*/ 131 w 219"/>
                  <a:gd name="T27" fmla="*/ 103 h 233"/>
                  <a:gd name="T28" fmla="*/ 134 w 219"/>
                  <a:gd name="T29" fmla="*/ 36 h 233"/>
                  <a:gd name="T30" fmla="*/ 110 w 219"/>
                  <a:gd name="T31" fmla="*/ 1 h 233"/>
                  <a:gd name="T32" fmla="*/ 80 w 219"/>
                  <a:gd name="T33" fmla="*/ 17 h 233"/>
                  <a:gd name="T34" fmla="*/ 123 w 219"/>
                  <a:gd name="T35" fmla="*/ 185 h 233"/>
                  <a:gd name="T36" fmla="*/ 209 w 219"/>
                  <a:gd name="T37" fmla="*/ 208 h 233"/>
                  <a:gd name="T38" fmla="*/ 196 w 219"/>
                  <a:gd name="T39" fmla="*/ 232 h 233"/>
                  <a:gd name="T40" fmla="*/ 159 w 219"/>
                  <a:gd name="T41" fmla="*/ 223 h 233"/>
                  <a:gd name="T42" fmla="*/ 123 w 219"/>
                  <a:gd name="T43" fmla="*/ 1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9" h="233">
                    <a:moveTo>
                      <a:pt x="80" y="17"/>
                    </a:moveTo>
                    <a:cubicBezTo>
                      <a:pt x="81" y="40"/>
                      <a:pt x="76" y="61"/>
                      <a:pt x="75" y="81"/>
                    </a:cubicBezTo>
                    <a:cubicBezTo>
                      <a:pt x="74" y="100"/>
                      <a:pt x="69" y="115"/>
                      <a:pt x="60" y="127"/>
                    </a:cubicBezTo>
                    <a:cubicBezTo>
                      <a:pt x="48" y="126"/>
                      <a:pt x="38" y="125"/>
                      <a:pt x="28" y="118"/>
                    </a:cubicBezTo>
                    <a:cubicBezTo>
                      <a:pt x="18" y="114"/>
                      <a:pt x="3" y="131"/>
                      <a:pt x="0" y="146"/>
                    </a:cubicBezTo>
                    <a:cubicBezTo>
                      <a:pt x="1" y="149"/>
                      <a:pt x="13" y="142"/>
                      <a:pt x="23" y="150"/>
                    </a:cubicBezTo>
                    <a:cubicBezTo>
                      <a:pt x="35" y="160"/>
                      <a:pt x="51" y="162"/>
                      <a:pt x="63" y="159"/>
                    </a:cubicBezTo>
                    <a:cubicBezTo>
                      <a:pt x="58" y="176"/>
                      <a:pt x="46" y="189"/>
                      <a:pt x="32" y="201"/>
                    </a:cubicBezTo>
                    <a:cubicBezTo>
                      <a:pt x="15" y="225"/>
                      <a:pt x="28" y="231"/>
                      <a:pt x="108" y="194"/>
                    </a:cubicBezTo>
                    <a:cubicBezTo>
                      <a:pt x="121" y="171"/>
                      <a:pt x="127" y="149"/>
                      <a:pt x="131" y="124"/>
                    </a:cubicBezTo>
                    <a:cubicBezTo>
                      <a:pt x="164" y="116"/>
                      <a:pt x="210" y="103"/>
                      <a:pt x="218" y="96"/>
                    </a:cubicBezTo>
                    <a:cubicBezTo>
                      <a:pt x="214" y="83"/>
                      <a:pt x="196" y="84"/>
                      <a:pt x="184" y="77"/>
                    </a:cubicBezTo>
                    <a:cubicBezTo>
                      <a:pt x="174" y="80"/>
                      <a:pt x="167" y="85"/>
                      <a:pt x="159" y="91"/>
                    </a:cubicBezTo>
                    <a:cubicBezTo>
                      <a:pt x="150" y="98"/>
                      <a:pt x="140" y="106"/>
                      <a:pt x="131" y="103"/>
                    </a:cubicBezTo>
                    <a:cubicBezTo>
                      <a:pt x="130" y="77"/>
                      <a:pt x="142" y="58"/>
                      <a:pt x="134" y="36"/>
                    </a:cubicBezTo>
                    <a:cubicBezTo>
                      <a:pt x="129" y="24"/>
                      <a:pt x="121" y="12"/>
                      <a:pt x="110" y="1"/>
                    </a:cubicBezTo>
                    <a:cubicBezTo>
                      <a:pt x="96" y="0"/>
                      <a:pt x="100" y="15"/>
                      <a:pt x="80" y="17"/>
                    </a:cubicBezTo>
                    <a:close/>
                    <a:moveTo>
                      <a:pt x="123" y="185"/>
                    </a:moveTo>
                    <a:cubicBezTo>
                      <a:pt x="157" y="182"/>
                      <a:pt x="189" y="182"/>
                      <a:pt x="209" y="208"/>
                    </a:cubicBezTo>
                    <a:cubicBezTo>
                      <a:pt x="219" y="225"/>
                      <a:pt x="205" y="227"/>
                      <a:pt x="196" y="232"/>
                    </a:cubicBezTo>
                    <a:cubicBezTo>
                      <a:pt x="181" y="232"/>
                      <a:pt x="164" y="233"/>
                      <a:pt x="159" y="223"/>
                    </a:cubicBezTo>
                    <a:cubicBezTo>
                      <a:pt x="152" y="207"/>
                      <a:pt x="132" y="202"/>
                      <a:pt x="123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iṡlïḋé"/>
              <p:cNvSpPr/>
              <p:nvPr/>
            </p:nvSpPr>
            <p:spPr bwMode="auto">
              <a:xfrm>
                <a:off x="9459913" y="2535238"/>
                <a:ext cx="846138" cy="1025525"/>
              </a:xfrm>
              <a:custGeom>
                <a:avLst/>
                <a:gdLst>
                  <a:gd name="T0" fmla="*/ 49 w 257"/>
                  <a:gd name="T1" fmla="*/ 24 h 310"/>
                  <a:gd name="T2" fmla="*/ 61 w 257"/>
                  <a:gd name="T3" fmla="*/ 78 h 310"/>
                  <a:gd name="T4" fmla="*/ 85 w 257"/>
                  <a:gd name="T5" fmla="*/ 72 h 310"/>
                  <a:gd name="T6" fmla="*/ 88 w 257"/>
                  <a:gd name="T7" fmla="*/ 55 h 310"/>
                  <a:gd name="T8" fmla="*/ 89 w 257"/>
                  <a:gd name="T9" fmla="*/ 37 h 310"/>
                  <a:gd name="T10" fmla="*/ 49 w 257"/>
                  <a:gd name="T11" fmla="*/ 24 h 310"/>
                  <a:gd name="T12" fmla="*/ 147 w 257"/>
                  <a:gd name="T13" fmla="*/ 48 h 310"/>
                  <a:gd name="T14" fmla="*/ 118 w 257"/>
                  <a:gd name="T15" fmla="*/ 26 h 310"/>
                  <a:gd name="T16" fmla="*/ 122 w 257"/>
                  <a:gd name="T17" fmla="*/ 62 h 310"/>
                  <a:gd name="T18" fmla="*/ 147 w 257"/>
                  <a:gd name="T19" fmla="*/ 48 h 310"/>
                  <a:gd name="T20" fmla="*/ 208 w 257"/>
                  <a:gd name="T21" fmla="*/ 9 h 310"/>
                  <a:gd name="T22" fmla="*/ 164 w 257"/>
                  <a:gd name="T23" fmla="*/ 76 h 310"/>
                  <a:gd name="T24" fmla="*/ 227 w 257"/>
                  <a:gd name="T25" fmla="*/ 63 h 310"/>
                  <a:gd name="T26" fmla="*/ 250 w 257"/>
                  <a:gd name="T27" fmla="*/ 38 h 310"/>
                  <a:gd name="T28" fmla="*/ 208 w 257"/>
                  <a:gd name="T29" fmla="*/ 9 h 310"/>
                  <a:gd name="T30" fmla="*/ 1 w 257"/>
                  <a:gd name="T31" fmla="*/ 163 h 310"/>
                  <a:gd name="T32" fmla="*/ 14 w 257"/>
                  <a:gd name="T33" fmla="*/ 116 h 310"/>
                  <a:gd name="T34" fmla="*/ 179 w 257"/>
                  <a:gd name="T35" fmla="*/ 101 h 310"/>
                  <a:gd name="T36" fmla="*/ 191 w 257"/>
                  <a:gd name="T37" fmla="*/ 129 h 310"/>
                  <a:gd name="T38" fmla="*/ 162 w 257"/>
                  <a:gd name="T39" fmla="*/ 149 h 310"/>
                  <a:gd name="T40" fmla="*/ 135 w 257"/>
                  <a:gd name="T41" fmla="*/ 215 h 310"/>
                  <a:gd name="T42" fmla="*/ 169 w 257"/>
                  <a:gd name="T43" fmla="*/ 222 h 310"/>
                  <a:gd name="T44" fmla="*/ 199 w 257"/>
                  <a:gd name="T45" fmla="*/ 221 h 310"/>
                  <a:gd name="T46" fmla="*/ 199 w 257"/>
                  <a:gd name="T47" fmla="*/ 247 h 310"/>
                  <a:gd name="T48" fmla="*/ 149 w 257"/>
                  <a:gd name="T49" fmla="*/ 246 h 310"/>
                  <a:gd name="T50" fmla="*/ 148 w 257"/>
                  <a:gd name="T51" fmla="*/ 259 h 310"/>
                  <a:gd name="T52" fmla="*/ 111 w 257"/>
                  <a:gd name="T53" fmla="*/ 300 h 310"/>
                  <a:gd name="T54" fmla="*/ 41 w 257"/>
                  <a:gd name="T55" fmla="*/ 263 h 310"/>
                  <a:gd name="T56" fmla="*/ 32 w 257"/>
                  <a:gd name="T57" fmla="*/ 213 h 310"/>
                  <a:gd name="T58" fmla="*/ 104 w 257"/>
                  <a:gd name="T59" fmla="*/ 219 h 310"/>
                  <a:gd name="T60" fmla="*/ 139 w 257"/>
                  <a:gd name="T61" fmla="*/ 167 h 310"/>
                  <a:gd name="T62" fmla="*/ 98 w 257"/>
                  <a:gd name="T63" fmla="*/ 183 h 310"/>
                  <a:gd name="T64" fmla="*/ 67 w 257"/>
                  <a:gd name="T65" fmla="*/ 196 h 310"/>
                  <a:gd name="T66" fmla="*/ 145 w 257"/>
                  <a:gd name="T67" fmla="*/ 136 h 310"/>
                  <a:gd name="T68" fmla="*/ 55 w 257"/>
                  <a:gd name="T69" fmla="*/ 149 h 310"/>
                  <a:gd name="T70" fmla="*/ 39 w 257"/>
                  <a:gd name="T71" fmla="*/ 154 h 310"/>
                  <a:gd name="T72" fmla="*/ 1 w 257"/>
                  <a:gd name="T73" fmla="*/ 163 h 310"/>
                  <a:gd name="T74" fmla="*/ 60 w 257"/>
                  <a:gd name="T75" fmla="*/ 249 h 310"/>
                  <a:gd name="T76" fmla="*/ 71 w 257"/>
                  <a:gd name="T77" fmla="*/ 272 h 310"/>
                  <a:gd name="T78" fmla="*/ 104 w 257"/>
                  <a:gd name="T79" fmla="*/ 272 h 310"/>
                  <a:gd name="T80" fmla="*/ 114 w 257"/>
                  <a:gd name="T81" fmla="*/ 253 h 310"/>
                  <a:gd name="T82" fmla="*/ 60 w 257"/>
                  <a:gd name="T83" fmla="*/ 24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7" h="310">
                    <a:moveTo>
                      <a:pt x="49" y="24"/>
                    </a:moveTo>
                    <a:cubicBezTo>
                      <a:pt x="36" y="41"/>
                      <a:pt x="44" y="58"/>
                      <a:pt x="61" y="78"/>
                    </a:cubicBezTo>
                    <a:cubicBezTo>
                      <a:pt x="74" y="80"/>
                      <a:pt x="82" y="79"/>
                      <a:pt x="85" y="72"/>
                    </a:cubicBezTo>
                    <a:cubicBezTo>
                      <a:pt x="88" y="68"/>
                      <a:pt x="87" y="61"/>
                      <a:pt x="88" y="55"/>
                    </a:cubicBezTo>
                    <a:cubicBezTo>
                      <a:pt x="88" y="49"/>
                      <a:pt x="90" y="43"/>
                      <a:pt x="89" y="37"/>
                    </a:cubicBezTo>
                    <a:cubicBezTo>
                      <a:pt x="84" y="20"/>
                      <a:pt x="47" y="4"/>
                      <a:pt x="49" y="24"/>
                    </a:cubicBezTo>
                    <a:close/>
                    <a:moveTo>
                      <a:pt x="147" y="48"/>
                    </a:moveTo>
                    <a:cubicBezTo>
                      <a:pt x="141" y="36"/>
                      <a:pt x="139" y="22"/>
                      <a:pt x="118" y="26"/>
                    </a:cubicBezTo>
                    <a:cubicBezTo>
                      <a:pt x="103" y="43"/>
                      <a:pt x="115" y="56"/>
                      <a:pt x="122" y="62"/>
                    </a:cubicBezTo>
                    <a:cubicBezTo>
                      <a:pt x="125" y="70"/>
                      <a:pt x="130" y="64"/>
                      <a:pt x="147" y="48"/>
                    </a:cubicBezTo>
                    <a:close/>
                    <a:moveTo>
                      <a:pt x="208" y="9"/>
                    </a:moveTo>
                    <a:cubicBezTo>
                      <a:pt x="193" y="40"/>
                      <a:pt x="178" y="52"/>
                      <a:pt x="164" y="76"/>
                    </a:cubicBezTo>
                    <a:cubicBezTo>
                      <a:pt x="186" y="60"/>
                      <a:pt x="207" y="62"/>
                      <a:pt x="227" y="63"/>
                    </a:cubicBezTo>
                    <a:cubicBezTo>
                      <a:pt x="250" y="50"/>
                      <a:pt x="257" y="42"/>
                      <a:pt x="250" y="38"/>
                    </a:cubicBezTo>
                    <a:cubicBezTo>
                      <a:pt x="240" y="17"/>
                      <a:pt x="229" y="0"/>
                      <a:pt x="208" y="9"/>
                    </a:cubicBezTo>
                    <a:close/>
                    <a:moveTo>
                      <a:pt x="1" y="163"/>
                    </a:moveTo>
                    <a:cubicBezTo>
                      <a:pt x="3" y="149"/>
                      <a:pt x="12" y="130"/>
                      <a:pt x="14" y="116"/>
                    </a:cubicBezTo>
                    <a:cubicBezTo>
                      <a:pt x="62" y="91"/>
                      <a:pt x="104" y="91"/>
                      <a:pt x="179" y="101"/>
                    </a:cubicBezTo>
                    <a:cubicBezTo>
                      <a:pt x="186" y="106"/>
                      <a:pt x="193" y="121"/>
                      <a:pt x="191" y="129"/>
                    </a:cubicBezTo>
                    <a:cubicBezTo>
                      <a:pt x="180" y="139"/>
                      <a:pt x="173" y="139"/>
                      <a:pt x="162" y="149"/>
                    </a:cubicBezTo>
                    <a:cubicBezTo>
                      <a:pt x="166" y="170"/>
                      <a:pt x="149" y="192"/>
                      <a:pt x="135" y="215"/>
                    </a:cubicBezTo>
                    <a:cubicBezTo>
                      <a:pt x="136" y="226"/>
                      <a:pt x="151" y="225"/>
                      <a:pt x="169" y="222"/>
                    </a:cubicBezTo>
                    <a:cubicBezTo>
                      <a:pt x="179" y="221"/>
                      <a:pt x="191" y="216"/>
                      <a:pt x="199" y="221"/>
                    </a:cubicBezTo>
                    <a:cubicBezTo>
                      <a:pt x="220" y="236"/>
                      <a:pt x="204" y="246"/>
                      <a:pt x="199" y="247"/>
                    </a:cubicBezTo>
                    <a:cubicBezTo>
                      <a:pt x="177" y="249"/>
                      <a:pt x="153" y="250"/>
                      <a:pt x="149" y="246"/>
                    </a:cubicBezTo>
                    <a:cubicBezTo>
                      <a:pt x="146" y="252"/>
                      <a:pt x="150" y="252"/>
                      <a:pt x="148" y="259"/>
                    </a:cubicBezTo>
                    <a:cubicBezTo>
                      <a:pt x="141" y="287"/>
                      <a:pt x="127" y="298"/>
                      <a:pt x="111" y="300"/>
                    </a:cubicBezTo>
                    <a:cubicBezTo>
                      <a:pt x="70" y="310"/>
                      <a:pt x="40" y="303"/>
                      <a:pt x="41" y="263"/>
                    </a:cubicBezTo>
                    <a:cubicBezTo>
                      <a:pt x="18" y="240"/>
                      <a:pt x="9" y="221"/>
                      <a:pt x="32" y="213"/>
                    </a:cubicBezTo>
                    <a:cubicBezTo>
                      <a:pt x="42" y="226"/>
                      <a:pt x="69" y="225"/>
                      <a:pt x="104" y="219"/>
                    </a:cubicBezTo>
                    <a:cubicBezTo>
                      <a:pt x="116" y="201"/>
                      <a:pt x="127" y="184"/>
                      <a:pt x="139" y="167"/>
                    </a:cubicBezTo>
                    <a:cubicBezTo>
                      <a:pt x="128" y="166"/>
                      <a:pt x="105" y="163"/>
                      <a:pt x="98" y="183"/>
                    </a:cubicBezTo>
                    <a:cubicBezTo>
                      <a:pt x="91" y="205"/>
                      <a:pt x="75" y="199"/>
                      <a:pt x="67" y="196"/>
                    </a:cubicBezTo>
                    <a:cubicBezTo>
                      <a:pt x="51" y="158"/>
                      <a:pt x="125" y="157"/>
                      <a:pt x="145" y="136"/>
                    </a:cubicBezTo>
                    <a:cubicBezTo>
                      <a:pt x="131" y="121"/>
                      <a:pt x="100" y="131"/>
                      <a:pt x="55" y="149"/>
                    </a:cubicBezTo>
                    <a:cubicBezTo>
                      <a:pt x="53" y="149"/>
                      <a:pt x="40" y="151"/>
                      <a:pt x="39" y="154"/>
                    </a:cubicBezTo>
                    <a:cubicBezTo>
                      <a:pt x="36" y="177"/>
                      <a:pt x="0" y="189"/>
                      <a:pt x="1" y="163"/>
                    </a:cubicBezTo>
                    <a:close/>
                    <a:moveTo>
                      <a:pt x="60" y="249"/>
                    </a:moveTo>
                    <a:cubicBezTo>
                      <a:pt x="55" y="256"/>
                      <a:pt x="58" y="262"/>
                      <a:pt x="71" y="272"/>
                    </a:cubicBezTo>
                    <a:cubicBezTo>
                      <a:pt x="75" y="275"/>
                      <a:pt x="88" y="273"/>
                      <a:pt x="104" y="272"/>
                    </a:cubicBezTo>
                    <a:cubicBezTo>
                      <a:pt x="108" y="264"/>
                      <a:pt x="111" y="261"/>
                      <a:pt x="114" y="253"/>
                    </a:cubicBezTo>
                    <a:cubicBezTo>
                      <a:pt x="96" y="251"/>
                      <a:pt x="78" y="250"/>
                      <a:pt x="60" y="2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ïṣḷiḑé"/>
              <p:cNvSpPr/>
              <p:nvPr/>
            </p:nvSpPr>
            <p:spPr bwMode="auto">
              <a:xfrm>
                <a:off x="4164013" y="2589213"/>
                <a:ext cx="606425" cy="922338"/>
              </a:xfrm>
              <a:custGeom>
                <a:avLst/>
                <a:gdLst>
                  <a:gd name="T0" fmla="*/ 13 w 184"/>
                  <a:gd name="T1" fmla="*/ 114 h 279"/>
                  <a:gd name="T2" fmla="*/ 6 w 184"/>
                  <a:gd name="T3" fmla="*/ 136 h 279"/>
                  <a:gd name="T4" fmla="*/ 1 w 184"/>
                  <a:gd name="T5" fmla="*/ 157 h 279"/>
                  <a:gd name="T6" fmla="*/ 59 w 184"/>
                  <a:gd name="T7" fmla="*/ 225 h 279"/>
                  <a:gd name="T8" fmla="*/ 67 w 184"/>
                  <a:gd name="T9" fmla="*/ 255 h 279"/>
                  <a:gd name="T10" fmla="*/ 103 w 184"/>
                  <a:gd name="T11" fmla="*/ 279 h 279"/>
                  <a:gd name="T12" fmla="*/ 167 w 184"/>
                  <a:gd name="T13" fmla="*/ 273 h 279"/>
                  <a:gd name="T14" fmla="*/ 184 w 184"/>
                  <a:gd name="T15" fmla="*/ 260 h 279"/>
                  <a:gd name="T16" fmla="*/ 182 w 184"/>
                  <a:gd name="T17" fmla="*/ 236 h 279"/>
                  <a:gd name="T18" fmla="*/ 135 w 184"/>
                  <a:gd name="T19" fmla="*/ 237 h 279"/>
                  <a:gd name="T20" fmla="*/ 90 w 184"/>
                  <a:gd name="T21" fmla="*/ 227 h 279"/>
                  <a:gd name="T22" fmla="*/ 143 w 184"/>
                  <a:gd name="T23" fmla="*/ 202 h 279"/>
                  <a:gd name="T24" fmla="*/ 146 w 184"/>
                  <a:gd name="T25" fmla="*/ 159 h 279"/>
                  <a:gd name="T26" fmla="*/ 182 w 184"/>
                  <a:gd name="T27" fmla="*/ 113 h 279"/>
                  <a:gd name="T28" fmla="*/ 126 w 184"/>
                  <a:gd name="T29" fmla="*/ 63 h 279"/>
                  <a:gd name="T30" fmla="*/ 83 w 184"/>
                  <a:gd name="T31" fmla="*/ 0 h 279"/>
                  <a:gd name="T32" fmla="*/ 88 w 184"/>
                  <a:gd name="T33" fmla="*/ 60 h 279"/>
                  <a:gd name="T34" fmla="*/ 41 w 184"/>
                  <a:gd name="T35" fmla="*/ 124 h 279"/>
                  <a:gd name="T36" fmla="*/ 46 w 184"/>
                  <a:gd name="T37" fmla="*/ 182 h 279"/>
                  <a:gd name="T38" fmla="*/ 13 w 184"/>
                  <a:gd name="T39" fmla="*/ 114 h 279"/>
                  <a:gd name="T40" fmla="*/ 112 w 184"/>
                  <a:gd name="T41" fmla="*/ 90 h 279"/>
                  <a:gd name="T42" fmla="*/ 132 w 184"/>
                  <a:gd name="T43" fmla="*/ 89 h 279"/>
                  <a:gd name="T44" fmla="*/ 147 w 184"/>
                  <a:gd name="T45" fmla="*/ 114 h 279"/>
                  <a:gd name="T46" fmla="*/ 129 w 184"/>
                  <a:gd name="T47" fmla="*/ 141 h 279"/>
                  <a:gd name="T48" fmla="*/ 108 w 184"/>
                  <a:gd name="T49" fmla="*/ 142 h 279"/>
                  <a:gd name="T50" fmla="*/ 105 w 184"/>
                  <a:gd name="T51" fmla="*/ 117 h 279"/>
                  <a:gd name="T52" fmla="*/ 112 w 184"/>
                  <a:gd name="T53" fmla="*/ 90 h 279"/>
                  <a:gd name="T54" fmla="*/ 89 w 184"/>
                  <a:gd name="T55" fmla="*/ 161 h 279"/>
                  <a:gd name="T56" fmla="*/ 107 w 184"/>
                  <a:gd name="T57" fmla="*/ 158 h 279"/>
                  <a:gd name="T58" fmla="*/ 105 w 184"/>
                  <a:gd name="T59" fmla="*/ 167 h 279"/>
                  <a:gd name="T60" fmla="*/ 95 w 184"/>
                  <a:gd name="T61" fmla="*/ 168 h 279"/>
                  <a:gd name="T62" fmla="*/ 89 w 184"/>
                  <a:gd name="T63" fmla="*/ 161 h 279"/>
                  <a:gd name="T64" fmla="*/ 95 w 184"/>
                  <a:gd name="T65" fmla="*/ 181 h 279"/>
                  <a:gd name="T66" fmla="*/ 112 w 184"/>
                  <a:gd name="T67" fmla="*/ 178 h 279"/>
                  <a:gd name="T68" fmla="*/ 119 w 184"/>
                  <a:gd name="T69" fmla="*/ 184 h 279"/>
                  <a:gd name="T70" fmla="*/ 103 w 184"/>
                  <a:gd name="T71" fmla="*/ 186 h 279"/>
                  <a:gd name="T72" fmla="*/ 95 w 184"/>
                  <a:gd name="T73" fmla="*/ 18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79">
                    <a:moveTo>
                      <a:pt x="13" y="114"/>
                    </a:moveTo>
                    <a:cubicBezTo>
                      <a:pt x="7" y="115"/>
                      <a:pt x="8" y="124"/>
                      <a:pt x="6" y="136"/>
                    </a:cubicBezTo>
                    <a:cubicBezTo>
                      <a:pt x="5" y="142"/>
                      <a:pt x="0" y="150"/>
                      <a:pt x="1" y="157"/>
                    </a:cubicBezTo>
                    <a:cubicBezTo>
                      <a:pt x="1" y="205"/>
                      <a:pt x="21" y="214"/>
                      <a:pt x="59" y="225"/>
                    </a:cubicBezTo>
                    <a:cubicBezTo>
                      <a:pt x="62" y="235"/>
                      <a:pt x="65" y="245"/>
                      <a:pt x="67" y="255"/>
                    </a:cubicBezTo>
                    <a:cubicBezTo>
                      <a:pt x="77" y="267"/>
                      <a:pt x="90" y="274"/>
                      <a:pt x="103" y="279"/>
                    </a:cubicBezTo>
                    <a:cubicBezTo>
                      <a:pt x="126" y="273"/>
                      <a:pt x="147" y="270"/>
                      <a:pt x="167" y="273"/>
                    </a:cubicBezTo>
                    <a:cubicBezTo>
                      <a:pt x="173" y="269"/>
                      <a:pt x="178" y="264"/>
                      <a:pt x="184" y="260"/>
                    </a:cubicBezTo>
                    <a:cubicBezTo>
                      <a:pt x="182" y="254"/>
                      <a:pt x="180" y="242"/>
                      <a:pt x="182" y="236"/>
                    </a:cubicBezTo>
                    <a:cubicBezTo>
                      <a:pt x="158" y="235"/>
                      <a:pt x="147" y="237"/>
                      <a:pt x="135" y="237"/>
                    </a:cubicBezTo>
                    <a:cubicBezTo>
                      <a:pt x="108" y="251"/>
                      <a:pt x="91" y="245"/>
                      <a:pt x="90" y="227"/>
                    </a:cubicBezTo>
                    <a:cubicBezTo>
                      <a:pt x="107" y="226"/>
                      <a:pt x="119" y="224"/>
                      <a:pt x="143" y="202"/>
                    </a:cubicBezTo>
                    <a:cubicBezTo>
                      <a:pt x="138" y="188"/>
                      <a:pt x="138" y="173"/>
                      <a:pt x="146" y="159"/>
                    </a:cubicBezTo>
                    <a:cubicBezTo>
                      <a:pt x="158" y="144"/>
                      <a:pt x="170" y="128"/>
                      <a:pt x="182" y="113"/>
                    </a:cubicBezTo>
                    <a:cubicBezTo>
                      <a:pt x="167" y="92"/>
                      <a:pt x="147" y="78"/>
                      <a:pt x="126" y="63"/>
                    </a:cubicBezTo>
                    <a:cubicBezTo>
                      <a:pt x="128" y="26"/>
                      <a:pt x="110" y="5"/>
                      <a:pt x="83" y="0"/>
                    </a:cubicBezTo>
                    <a:cubicBezTo>
                      <a:pt x="90" y="24"/>
                      <a:pt x="97" y="45"/>
                      <a:pt x="88" y="60"/>
                    </a:cubicBezTo>
                    <a:cubicBezTo>
                      <a:pt x="66" y="78"/>
                      <a:pt x="50" y="100"/>
                      <a:pt x="41" y="124"/>
                    </a:cubicBezTo>
                    <a:cubicBezTo>
                      <a:pt x="54" y="142"/>
                      <a:pt x="64" y="161"/>
                      <a:pt x="46" y="182"/>
                    </a:cubicBezTo>
                    <a:cubicBezTo>
                      <a:pt x="25" y="161"/>
                      <a:pt x="20" y="120"/>
                      <a:pt x="13" y="114"/>
                    </a:cubicBezTo>
                    <a:close/>
                    <a:moveTo>
                      <a:pt x="112" y="90"/>
                    </a:moveTo>
                    <a:cubicBezTo>
                      <a:pt x="119" y="91"/>
                      <a:pt x="125" y="87"/>
                      <a:pt x="132" y="89"/>
                    </a:cubicBezTo>
                    <a:cubicBezTo>
                      <a:pt x="149" y="95"/>
                      <a:pt x="155" y="107"/>
                      <a:pt x="147" y="114"/>
                    </a:cubicBezTo>
                    <a:cubicBezTo>
                      <a:pt x="141" y="123"/>
                      <a:pt x="135" y="132"/>
                      <a:pt x="129" y="141"/>
                    </a:cubicBezTo>
                    <a:cubicBezTo>
                      <a:pt x="122" y="145"/>
                      <a:pt x="115" y="145"/>
                      <a:pt x="108" y="142"/>
                    </a:cubicBezTo>
                    <a:cubicBezTo>
                      <a:pt x="107" y="134"/>
                      <a:pt x="106" y="125"/>
                      <a:pt x="105" y="117"/>
                    </a:cubicBezTo>
                    <a:cubicBezTo>
                      <a:pt x="102" y="104"/>
                      <a:pt x="105" y="96"/>
                      <a:pt x="112" y="90"/>
                    </a:cubicBezTo>
                    <a:close/>
                    <a:moveTo>
                      <a:pt x="89" y="161"/>
                    </a:moveTo>
                    <a:cubicBezTo>
                      <a:pt x="93" y="159"/>
                      <a:pt x="102" y="160"/>
                      <a:pt x="107" y="158"/>
                    </a:cubicBezTo>
                    <a:cubicBezTo>
                      <a:pt x="108" y="162"/>
                      <a:pt x="104" y="163"/>
                      <a:pt x="105" y="167"/>
                    </a:cubicBezTo>
                    <a:cubicBezTo>
                      <a:pt x="101" y="167"/>
                      <a:pt x="98" y="168"/>
                      <a:pt x="95" y="168"/>
                    </a:cubicBezTo>
                    <a:cubicBezTo>
                      <a:pt x="93" y="166"/>
                      <a:pt x="91" y="164"/>
                      <a:pt x="89" y="161"/>
                    </a:cubicBezTo>
                    <a:close/>
                    <a:moveTo>
                      <a:pt x="95" y="181"/>
                    </a:moveTo>
                    <a:cubicBezTo>
                      <a:pt x="101" y="180"/>
                      <a:pt x="106" y="179"/>
                      <a:pt x="112" y="178"/>
                    </a:cubicBezTo>
                    <a:cubicBezTo>
                      <a:pt x="114" y="180"/>
                      <a:pt x="117" y="182"/>
                      <a:pt x="119" y="184"/>
                    </a:cubicBezTo>
                    <a:cubicBezTo>
                      <a:pt x="114" y="185"/>
                      <a:pt x="108" y="185"/>
                      <a:pt x="103" y="186"/>
                    </a:cubicBezTo>
                    <a:cubicBezTo>
                      <a:pt x="100" y="185"/>
                      <a:pt x="98" y="183"/>
                      <a:pt x="95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ṣlîḍe"/>
              <p:cNvSpPr/>
              <p:nvPr/>
            </p:nvSpPr>
            <p:spPr bwMode="auto">
              <a:xfrm>
                <a:off x="5183188" y="2668588"/>
                <a:ext cx="615950" cy="763588"/>
              </a:xfrm>
              <a:custGeom>
                <a:avLst/>
                <a:gdLst>
                  <a:gd name="T0" fmla="*/ 49 w 187"/>
                  <a:gd name="T1" fmla="*/ 23 h 231"/>
                  <a:gd name="T2" fmla="*/ 68 w 187"/>
                  <a:gd name="T3" fmla="*/ 14 h 231"/>
                  <a:gd name="T4" fmla="*/ 92 w 187"/>
                  <a:gd name="T5" fmla="*/ 3 h 231"/>
                  <a:gd name="T6" fmla="*/ 120 w 187"/>
                  <a:gd name="T7" fmla="*/ 16 h 231"/>
                  <a:gd name="T8" fmla="*/ 124 w 187"/>
                  <a:gd name="T9" fmla="*/ 34 h 231"/>
                  <a:gd name="T10" fmla="*/ 90 w 187"/>
                  <a:gd name="T11" fmla="*/ 113 h 231"/>
                  <a:gd name="T12" fmla="*/ 142 w 187"/>
                  <a:gd name="T13" fmla="*/ 125 h 231"/>
                  <a:gd name="T14" fmla="*/ 181 w 187"/>
                  <a:gd name="T15" fmla="*/ 136 h 231"/>
                  <a:gd name="T16" fmla="*/ 178 w 187"/>
                  <a:gd name="T17" fmla="*/ 157 h 231"/>
                  <a:gd name="T18" fmla="*/ 142 w 187"/>
                  <a:gd name="T19" fmla="*/ 158 h 231"/>
                  <a:gd name="T20" fmla="*/ 111 w 187"/>
                  <a:gd name="T21" fmla="*/ 229 h 231"/>
                  <a:gd name="T22" fmla="*/ 58 w 187"/>
                  <a:gd name="T23" fmla="*/ 227 h 231"/>
                  <a:gd name="T24" fmla="*/ 23 w 187"/>
                  <a:gd name="T25" fmla="*/ 223 h 231"/>
                  <a:gd name="T26" fmla="*/ 13 w 187"/>
                  <a:gd name="T27" fmla="*/ 169 h 231"/>
                  <a:gd name="T28" fmla="*/ 5 w 187"/>
                  <a:gd name="T29" fmla="*/ 141 h 231"/>
                  <a:gd name="T30" fmla="*/ 64 w 187"/>
                  <a:gd name="T31" fmla="*/ 136 h 231"/>
                  <a:gd name="T32" fmla="*/ 57 w 187"/>
                  <a:gd name="T33" fmla="*/ 120 h 231"/>
                  <a:gd name="T34" fmla="*/ 83 w 187"/>
                  <a:gd name="T35" fmla="*/ 66 h 231"/>
                  <a:gd name="T36" fmla="*/ 76 w 187"/>
                  <a:gd name="T37" fmla="*/ 42 h 231"/>
                  <a:gd name="T38" fmla="*/ 49 w 187"/>
                  <a:gd name="T39" fmla="*/ 23 h 231"/>
                  <a:gd name="T40" fmla="*/ 31 w 187"/>
                  <a:gd name="T41" fmla="*/ 165 h 231"/>
                  <a:gd name="T42" fmla="*/ 89 w 187"/>
                  <a:gd name="T43" fmla="*/ 198 h 231"/>
                  <a:gd name="T44" fmla="*/ 97 w 187"/>
                  <a:gd name="T45" fmla="*/ 162 h 231"/>
                  <a:gd name="T46" fmla="*/ 31 w 187"/>
                  <a:gd name="T47" fmla="*/ 16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7" h="231">
                    <a:moveTo>
                      <a:pt x="49" y="23"/>
                    </a:moveTo>
                    <a:cubicBezTo>
                      <a:pt x="54" y="19"/>
                      <a:pt x="61" y="18"/>
                      <a:pt x="68" y="14"/>
                    </a:cubicBezTo>
                    <a:cubicBezTo>
                      <a:pt x="75" y="11"/>
                      <a:pt x="84" y="5"/>
                      <a:pt x="92" y="3"/>
                    </a:cubicBezTo>
                    <a:cubicBezTo>
                      <a:pt x="104" y="0"/>
                      <a:pt x="114" y="7"/>
                      <a:pt x="120" y="16"/>
                    </a:cubicBezTo>
                    <a:cubicBezTo>
                      <a:pt x="123" y="21"/>
                      <a:pt x="123" y="28"/>
                      <a:pt x="124" y="34"/>
                    </a:cubicBezTo>
                    <a:cubicBezTo>
                      <a:pt x="119" y="63"/>
                      <a:pt x="105" y="88"/>
                      <a:pt x="90" y="113"/>
                    </a:cubicBezTo>
                    <a:cubicBezTo>
                      <a:pt x="103" y="124"/>
                      <a:pt x="125" y="121"/>
                      <a:pt x="142" y="125"/>
                    </a:cubicBezTo>
                    <a:cubicBezTo>
                      <a:pt x="148" y="126"/>
                      <a:pt x="170" y="127"/>
                      <a:pt x="181" y="136"/>
                    </a:cubicBezTo>
                    <a:cubicBezTo>
                      <a:pt x="187" y="141"/>
                      <a:pt x="185" y="148"/>
                      <a:pt x="178" y="157"/>
                    </a:cubicBezTo>
                    <a:cubicBezTo>
                      <a:pt x="174" y="162"/>
                      <a:pt x="148" y="155"/>
                      <a:pt x="142" y="158"/>
                    </a:cubicBezTo>
                    <a:cubicBezTo>
                      <a:pt x="134" y="181"/>
                      <a:pt x="134" y="200"/>
                      <a:pt x="111" y="229"/>
                    </a:cubicBezTo>
                    <a:cubicBezTo>
                      <a:pt x="96" y="230"/>
                      <a:pt x="76" y="231"/>
                      <a:pt x="58" y="227"/>
                    </a:cubicBezTo>
                    <a:cubicBezTo>
                      <a:pt x="46" y="224"/>
                      <a:pt x="33" y="225"/>
                      <a:pt x="23" y="223"/>
                    </a:cubicBezTo>
                    <a:cubicBezTo>
                      <a:pt x="28" y="203"/>
                      <a:pt x="25" y="185"/>
                      <a:pt x="13" y="169"/>
                    </a:cubicBezTo>
                    <a:cubicBezTo>
                      <a:pt x="5" y="164"/>
                      <a:pt x="0" y="156"/>
                      <a:pt x="5" y="141"/>
                    </a:cubicBezTo>
                    <a:cubicBezTo>
                      <a:pt x="15" y="129"/>
                      <a:pt x="41" y="134"/>
                      <a:pt x="64" y="136"/>
                    </a:cubicBezTo>
                    <a:cubicBezTo>
                      <a:pt x="62" y="131"/>
                      <a:pt x="59" y="125"/>
                      <a:pt x="57" y="120"/>
                    </a:cubicBezTo>
                    <a:cubicBezTo>
                      <a:pt x="62" y="102"/>
                      <a:pt x="71" y="88"/>
                      <a:pt x="83" y="66"/>
                    </a:cubicBezTo>
                    <a:cubicBezTo>
                      <a:pt x="73" y="62"/>
                      <a:pt x="69" y="49"/>
                      <a:pt x="76" y="42"/>
                    </a:cubicBezTo>
                    <a:cubicBezTo>
                      <a:pt x="81" y="36"/>
                      <a:pt x="60" y="36"/>
                      <a:pt x="49" y="23"/>
                    </a:cubicBezTo>
                    <a:close/>
                    <a:moveTo>
                      <a:pt x="31" y="165"/>
                    </a:moveTo>
                    <a:cubicBezTo>
                      <a:pt x="34" y="187"/>
                      <a:pt x="54" y="198"/>
                      <a:pt x="89" y="198"/>
                    </a:cubicBezTo>
                    <a:cubicBezTo>
                      <a:pt x="100" y="189"/>
                      <a:pt x="102" y="177"/>
                      <a:pt x="97" y="162"/>
                    </a:cubicBezTo>
                    <a:cubicBezTo>
                      <a:pt x="75" y="158"/>
                      <a:pt x="59" y="162"/>
                      <a:pt x="31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íśļïďè"/>
              <p:cNvSpPr/>
              <p:nvPr/>
            </p:nvSpPr>
            <p:spPr bwMode="auto">
              <a:xfrm>
                <a:off x="6096000" y="2546350"/>
                <a:ext cx="900113" cy="1096963"/>
              </a:xfrm>
              <a:custGeom>
                <a:avLst/>
                <a:gdLst>
                  <a:gd name="T0" fmla="*/ 207 w 273"/>
                  <a:gd name="T1" fmla="*/ 11 h 332"/>
                  <a:gd name="T2" fmla="*/ 199 w 273"/>
                  <a:gd name="T3" fmla="*/ 76 h 332"/>
                  <a:gd name="T4" fmla="*/ 158 w 273"/>
                  <a:gd name="T5" fmla="*/ 75 h 332"/>
                  <a:gd name="T6" fmla="*/ 154 w 273"/>
                  <a:gd name="T7" fmla="*/ 101 h 332"/>
                  <a:gd name="T8" fmla="*/ 149 w 273"/>
                  <a:gd name="T9" fmla="*/ 140 h 332"/>
                  <a:gd name="T10" fmla="*/ 165 w 273"/>
                  <a:gd name="T11" fmla="*/ 145 h 332"/>
                  <a:gd name="T12" fmla="*/ 137 w 273"/>
                  <a:gd name="T13" fmla="*/ 186 h 332"/>
                  <a:gd name="T14" fmla="*/ 152 w 273"/>
                  <a:gd name="T15" fmla="*/ 199 h 332"/>
                  <a:gd name="T16" fmla="*/ 190 w 273"/>
                  <a:gd name="T17" fmla="*/ 197 h 332"/>
                  <a:gd name="T18" fmla="*/ 205 w 273"/>
                  <a:gd name="T19" fmla="*/ 332 h 332"/>
                  <a:gd name="T20" fmla="*/ 248 w 273"/>
                  <a:gd name="T21" fmla="*/ 161 h 332"/>
                  <a:gd name="T22" fmla="*/ 241 w 273"/>
                  <a:gd name="T23" fmla="*/ 111 h 332"/>
                  <a:gd name="T24" fmla="*/ 207 w 273"/>
                  <a:gd name="T25" fmla="*/ 11 h 332"/>
                  <a:gd name="T26" fmla="*/ 110 w 273"/>
                  <a:gd name="T27" fmla="*/ 15 h 332"/>
                  <a:gd name="T28" fmla="*/ 112 w 273"/>
                  <a:gd name="T29" fmla="*/ 47 h 332"/>
                  <a:gd name="T30" fmla="*/ 87 w 273"/>
                  <a:gd name="T31" fmla="*/ 97 h 332"/>
                  <a:gd name="T32" fmla="*/ 90 w 273"/>
                  <a:gd name="T33" fmla="*/ 121 h 332"/>
                  <a:gd name="T34" fmla="*/ 86 w 273"/>
                  <a:gd name="T35" fmla="*/ 152 h 332"/>
                  <a:gd name="T36" fmla="*/ 126 w 273"/>
                  <a:gd name="T37" fmla="*/ 117 h 332"/>
                  <a:gd name="T38" fmla="*/ 139 w 273"/>
                  <a:gd name="T39" fmla="*/ 106 h 332"/>
                  <a:gd name="T40" fmla="*/ 139 w 273"/>
                  <a:gd name="T41" fmla="*/ 122 h 332"/>
                  <a:gd name="T42" fmla="*/ 90 w 273"/>
                  <a:gd name="T43" fmla="*/ 193 h 332"/>
                  <a:gd name="T44" fmla="*/ 88 w 273"/>
                  <a:gd name="T45" fmla="*/ 274 h 332"/>
                  <a:gd name="T46" fmla="*/ 58 w 273"/>
                  <a:gd name="T47" fmla="*/ 246 h 332"/>
                  <a:gd name="T48" fmla="*/ 77 w 273"/>
                  <a:gd name="T49" fmla="*/ 247 h 332"/>
                  <a:gd name="T50" fmla="*/ 77 w 273"/>
                  <a:gd name="T51" fmla="*/ 213 h 332"/>
                  <a:gd name="T52" fmla="*/ 25 w 273"/>
                  <a:gd name="T53" fmla="*/ 239 h 332"/>
                  <a:gd name="T54" fmla="*/ 10 w 273"/>
                  <a:gd name="T55" fmla="*/ 217 h 332"/>
                  <a:gd name="T56" fmla="*/ 44 w 273"/>
                  <a:gd name="T57" fmla="*/ 150 h 332"/>
                  <a:gd name="T58" fmla="*/ 9 w 273"/>
                  <a:gd name="T59" fmla="*/ 164 h 332"/>
                  <a:gd name="T60" fmla="*/ 10 w 273"/>
                  <a:gd name="T61" fmla="*/ 142 h 332"/>
                  <a:gd name="T62" fmla="*/ 66 w 273"/>
                  <a:gd name="T63" fmla="*/ 102 h 332"/>
                  <a:gd name="T64" fmla="*/ 110 w 273"/>
                  <a:gd name="T65" fmla="*/ 15 h 332"/>
                  <a:gd name="T66" fmla="*/ 63 w 273"/>
                  <a:gd name="T67" fmla="*/ 173 h 332"/>
                  <a:gd name="T68" fmla="*/ 53 w 273"/>
                  <a:gd name="T69" fmla="*/ 180 h 332"/>
                  <a:gd name="T70" fmla="*/ 63 w 273"/>
                  <a:gd name="T71" fmla="*/ 187 h 332"/>
                  <a:gd name="T72" fmla="*/ 72 w 273"/>
                  <a:gd name="T73" fmla="*/ 180 h 332"/>
                  <a:gd name="T74" fmla="*/ 63 w 273"/>
                  <a:gd name="T75" fmla="*/ 173 h 332"/>
                  <a:gd name="T76" fmla="*/ 170 w 273"/>
                  <a:gd name="T77" fmla="*/ 119 h 332"/>
                  <a:gd name="T78" fmla="*/ 187 w 273"/>
                  <a:gd name="T79" fmla="*/ 106 h 332"/>
                  <a:gd name="T80" fmla="*/ 198 w 273"/>
                  <a:gd name="T81" fmla="*/ 125 h 332"/>
                  <a:gd name="T82" fmla="*/ 170 w 273"/>
                  <a:gd name="T83" fmla="*/ 119 h 332"/>
                  <a:gd name="T84" fmla="*/ 170 w 273"/>
                  <a:gd name="T85" fmla="*/ 170 h 332"/>
                  <a:gd name="T86" fmla="*/ 186 w 273"/>
                  <a:gd name="T87" fmla="*/ 150 h 332"/>
                  <a:gd name="T88" fmla="*/ 195 w 273"/>
                  <a:gd name="T89" fmla="*/ 163 h 332"/>
                  <a:gd name="T90" fmla="*/ 170 w 273"/>
                  <a:gd name="T91" fmla="*/ 17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332">
                    <a:moveTo>
                      <a:pt x="207" y="11"/>
                    </a:moveTo>
                    <a:cubicBezTo>
                      <a:pt x="207" y="31"/>
                      <a:pt x="202" y="56"/>
                      <a:pt x="199" y="76"/>
                    </a:cubicBezTo>
                    <a:cubicBezTo>
                      <a:pt x="185" y="78"/>
                      <a:pt x="173" y="73"/>
                      <a:pt x="158" y="75"/>
                    </a:cubicBezTo>
                    <a:cubicBezTo>
                      <a:pt x="153" y="85"/>
                      <a:pt x="154" y="91"/>
                      <a:pt x="154" y="101"/>
                    </a:cubicBezTo>
                    <a:cubicBezTo>
                      <a:pt x="153" y="114"/>
                      <a:pt x="141" y="129"/>
                      <a:pt x="149" y="140"/>
                    </a:cubicBezTo>
                    <a:cubicBezTo>
                      <a:pt x="153" y="143"/>
                      <a:pt x="161" y="143"/>
                      <a:pt x="165" y="145"/>
                    </a:cubicBezTo>
                    <a:cubicBezTo>
                      <a:pt x="146" y="163"/>
                      <a:pt x="134" y="168"/>
                      <a:pt x="137" y="186"/>
                    </a:cubicBezTo>
                    <a:cubicBezTo>
                      <a:pt x="135" y="197"/>
                      <a:pt x="142" y="202"/>
                      <a:pt x="152" y="199"/>
                    </a:cubicBezTo>
                    <a:cubicBezTo>
                      <a:pt x="165" y="200"/>
                      <a:pt x="177" y="196"/>
                      <a:pt x="190" y="197"/>
                    </a:cubicBezTo>
                    <a:cubicBezTo>
                      <a:pt x="174" y="251"/>
                      <a:pt x="199" y="289"/>
                      <a:pt x="205" y="332"/>
                    </a:cubicBezTo>
                    <a:cubicBezTo>
                      <a:pt x="221" y="271"/>
                      <a:pt x="231" y="221"/>
                      <a:pt x="248" y="161"/>
                    </a:cubicBezTo>
                    <a:cubicBezTo>
                      <a:pt x="273" y="150"/>
                      <a:pt x="270" y="121"/>
                      <a:pt x="241" y="111"/>
                    </a:cubicBezTo>
                    <a:cubicBezTo>
                      <a:pt x="239" y="51"/>
                      <a:pt x="231" y="0"/>
                      <a:pt x="207" y="11"/>
                    </a:cubicBezTo>
                    <a:close/>
                    <a:moveTo>
                      <a:pt x="110" y="15"/>
                    </a:moveTo>
                    <a:cubicBezTo>
                      <a:pt x="138" y="4"/>
                      <a:pt x="128" y="24"/>
                      <a:pt x="112" y="47"/>
                    </a:cubicBezTo>
                    <a:cubicBezTo>
                      <a:pt x="99" y="61"/>
                      <a:pt x="88" y="77"/>
                      <a:pt x="87" y="97"/>
                    </a:cubicBezTo>
                    <a:cubicBezTo>
                      <a:pt x="87" y="105"/>
                      <a:pt x="90" y="113"/>
                      <a:pt x="90" y="121"/>
                    </a:cubicBezTo>
                    <a:cubicBezTo>
                      <a:pt x="90" y="131"/>
                      <a:pt x="86" y="141"/>
                      <a:pt x="86" y="152"/>
                    </a:cubicBezTo>
                    <a:cubicBezTo>
                      <a:pt x="87" y="169"/>
                      <a:pt x="122" y="134"/>
                      <a:pt x="126" y="117"/>
                    </a:cubicBezTo>
                    <a:cubicBezTo>
                      <a:pt x="128" y="111"/>
                      <a:pt x="134" y="110"/>
                      <a:pt x="139" y="106"/>
                    </a:cubicBezTo>
                    <a:cubicBezTo>
                      <a:pt x="136" y="113"/>
                      <a:pt x="143" y="115"/>
                      <a:pt x="139" y="122"/>
                    </a:cubicBezTo>
                    <a:cubicBezTo>
                      <a:pt x="127" y="144"/>
                      <a:pt x="103" y="173"/>
                      <a:pt x="90" y="193"/>
                    </a:cubicBezTo>
                    <a:cubicBezTo>
                      <a:pt x="91" y="224"/>
                      <a:pt x="96" y="252"/>
                      <a:pt x="88" y="274"/>
                    </a:cubicBezTo>
                    <a:cubicBezTo>
                      <a:pt x="73" y="279"/>
                      <a:pt x="52" y="263"/>
                      <a:pt x="58" y="246"/>
                    </a:cubicBezTo>
                    <a:cubicBezTo>
                      <a:pt x="64" y="249"/>
                      <a:pt x="69" y="256"/>
                      <a:pt x="77" y="247"/>
                    </a:cubicBezTo>
                    <a:cubicBezTo>
                      <a:pt x="77" y="236"/>
                      <a:pt x="77" y="224"/>
                      <a:pt x="77" y="213"/>
                    </a:cubicBezTo>
                    <a:cubicBezTo>
                      <a:pt x="60" y="222"/>
                      <a:pt x="43" y="230"/>
                      <a:pt x="25" y="239"/>
                    </a:cubicBezTo>
                    <a:cubicBezTo>
                      <a:pt x="17" y="242"/>
                      <a:pt x="6" y="240"/>
                      <a:pt x="10" y="217"/>
                    </a:cubicBezTo>
                    <a:cubicBezTo>
                      <a:pt x="27" y="195"/>
                      <a:pt x="42" y="174"/>
                      <a:pt x="44" y="150"/>
                    </a:cubicBezTo>
                    <a:cubicBezTo>
                      <a:pt x="32" y="154"/>
                      <a:pt x="21" y="159"/>
                      <a:pt x="9" y="164"/>
                    </a:cubicBezTo>
                    <a:cubicBezTo>
                      <a:pt x="0" y="168"/>
                      <a:pt x="3" y="153"/>
                      <a:pt x="10" y="142"/>
                    </a:cubicBezTo>
                    <a:cubicBezTo>
                      <a:pt x="23" y="120"/>
                      <a:pt x="64" y="106"/>
                      <a:pt x="66" y="102"/>
                    </a:cubicBezTo>
                    <a:cubicBezTo>
                      <a:pt x="75" y="62"/>
                      <a:pt x="87" y="30"/>
                      <a:pt x="110" y="15"/>
                    </a:cubicBezTo>
                    <a:close/>
                    <a:moveTo>
                      <a:pt x="63" y="173"/>
                    </a:moveTo>
                    <a:cubicBezTo>
                      <a:pt x="58" y="173"/>
                      <a:pt x="53" y="176"/>
                      <a:pt x="53" y="180"/>
                    </a:cubicBezTo>
                    <a:cubicBezTo>
                      <a:pt x="53" y="183"/>
                      <a:pt x="58" y="187"/>
                      <a:pt x="63" y="187"/>
                    </a:cubicBezTo>
                    <a:cubicBezTo>
                      <a:pt x="68" y="187"/>
                      <a:pt x="72" y="183"/>
                      <a:pt x="72" y="180"/>
                    </a:cubicBezTo>
                    <a:cubicBezTo>
                      <a:pt x="72" y="176"/>
                      <a:pt x="68" y="173"/>
                      <a:pt x="63" y="173"/>
                    </a:cubicBezTo>
                    <a:close/>
                    <a:moveTo>
                      <a:pt x="170" y="119"/>
                    </a:moveTo>
                    <a:cubicBezTo>
                      <a:pt x="168" y="108"/>
                      <a:pt x="174" y="105"/>
                      <a:pt x="187" y="106"/>
                    </a:cubicBezTo>
                    <a:cubicBezTo>
                      <a:pt x="197" y="112"/>
                      <a:pt x="200" y="116"/>
                      <a:pt x="198" y="125"/>
                    </a:cubicBezTo>
                    <a:cubicBezTo>
                      <a:pt x="186" y="127"/>
                      <a:pt x="176" y="125"/>
                      <a:pt x="170" y="119"/>
                    </a:cubicBezTo>
                    <a:close/>
                    <a:moveTo>
                      <a:pt x="170" y="170"/>
                    </a:moveTo>
                    <a:cubicBezTo>
                      <a:pt x="168" y="159"/>
                      <a:pt x="173" y="150"/>
                      <a:pt x="186" y="150"/>
                    </a:cubicBezTo>
                    <a:cubicBezTo>
                      <a:pt x="186" y="151"/>
                      <a:pt x="195" y="149"/>
                      <a:pt x="195" y="163"/>
                    </a:cubicBezTo>
                    <a:cubicBezTo>
                      <a:pt x="182" y="165"/>
                      <a:pt x="176" y="176"/>
                      <a:pt x="170" y="1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ṡľiḍê"/>
              <p:cNvSpPr/>
              <p:nvPr/>
            </p:nvSpPr>
            <p:spPr bwMode="auto">
              <a:xfrm>
                <a:off x="7177088" y="2579688"/>
                <a:ext cx="1055688" cy="842963"/>
              </a:xfrm>
              <a:custGeom>
                <a:avLst/>
                <a:gdLst>
                  <a:gd name="T0" fmla="*/ 79 w 320"/>
                  <a:gd name="T1" fmla="*/ 32 h 255"/>
                  <a:gd name="T2" fmla="*/ 61 w 320"/>
                  <a:gd name="T3" fmla="*/ 83 h 255"/>
                  <a:gd name="T4" fmla="*/ 27 w 320"/>
                  <a:gd name="T5" fmla="*/ 92 h 255"/>
                  <a:gd name="T6" fmla="*/ 54 w 320"/>
                  <a:gd name="T7" fmla="*/ 120 h 255"/>
                  <a:gd name="T8" fmla="*/ 45 w 320"/>
                  <a:gd name="T9" fmla="*/ 175 h 255"/>
                  <a:gd name="T10" fmla="*/ 38 w 320"/>
                  <a:gd name="T11" fmla="*/ 183 h 255"/>
                  <a:gd name="T12" fmla="*/ 0 w 320"/>
                  <a:gd name="T13" fmla="*/ 200 h 255"/>
                  <a:gd name="T14" fmla="*/ 28 w 320"/>
                  <a:gd name="T15" fmla="*/ 235 h 255"/>
                  <a:gd name="T16" fmla="*/ 48 w 320"/>
                  <a:gd name="T17" fmla="*/ 214 h 255"/>
                  <a:gd name="T18" fmla="*/ 61 w 320"/>
                  <a:gd name="T19" fmla="*/ 234 h 255"/>
                  <a:gd name="T20" fmla="*/ 81 w 320"/>
                  <a:gd name="T21" fmla="*/ 217 h 255"/>
                  <a:gd name="T22" fmla="*/ 74 w 320"/>
                  <a:gd name="T23" fmla="*/ 175 h 255"/>
                  <a:gd name="T24" fmla="*/ 122 w 320"/>
                  <a:gd name="T25" fmla="*/ 105 h 255"/>
                  <a:gd name="T26" fmla="*/ 155 w 320"/>
                  <a:gd name="T27" fmla="*/ 122 h 255"/>
                  <a:gd name="T28" fmla="*/ 136 w 320"/>
                  <a:gd name="T29" fmla="*/ 141 h 255"/>
                  <a:gd name="T30" fmla="*/ 114 w 320"/>
                  <a:gd name="T31" fmla="*/ 144 h 255"/>
                  <a:gd name="T32" fmla="*/ 113 w 320"/>
                  <a:gd name="T33" fmla="*/ 173 h 255"/>
                  <a:gd name="T34" fmla="*/ 167 w 320"/>
                  <a:gd name="T35" fmla="*/ 203 h 255"/>
                  <a:gd name="T36" fmla="*/ 120 w 320"/>
                  <a:gd name="T37" fmla="*/ 207 h 255"/>
                  <a:gd name="T38" fmla="*/ 104 w 320"/>
                  <a:gd name="T39" fmla="*/ 173 h 255"/>
                  <a:gd name="T40" fmla="*/ 93 w 320"/>
                  <a:gd name="T41" fmla="*/ 229 h 255"/>
                  <a:gd name="T42" fmla="*/ 192 w 320"/>
                  <a:gd name="T43" fmla="*/ 220 h 255"/>
                  <a:gd name="T44" fmla="*/ 218 w 320"/>
                  <a:gd name="T45" fmla="*/ 249 h 255"/>
                  <a:gd name="T46" fmla="*/ 320 w 320"/>
                  <a:gd name="T47" fmla="*/ 238 h 255"/>
                  <a:gd name="T48" fmla="*/ 312 w 320"/>
                  <a:gd name="T49" fmla="*/ 231 h 255"/>
                  <a:gd name="T50" fmla="*/ 255 w 320"/>
                  <a:gd name="T51" fmla="*/ 216 h 255"/>
                  <a:gd name="T52" fmla="*/ 214 w 320"/>
                  <a:gd name="T53" fmla="*/ 192 h 255"/>
                  <a:gd name="T54" fmla="*/ 223 w 320"/>
                  <a:gd name="T55" fmla="*/ 107 h 255"/>
                  <a:gd name="T56" fmla="*/ 189 w 320"/>
                  <a:gd name="T57" fmla="*/ 119 h 255"/>
                  <a:gd name="T58" fmla="*/ 215 w 320"/>
                  <a:gd name="T59" fmla="*/ 94 h 255"/>
                  <a:gd name="T60" fmla="*/ 241 w 320"/>
                  <a:gd name="T61" fmla="*/ 72 h 255"/>
                  <a:gd name="T62" fmla="*/ 240 w 320"/>
                  <a:gd name="T63" fmla="*/ 34 h 255"/>
                  <a:gd name="T64" fmla="*/ 194 w 320"/>
                  <a:gd name="T65" fmla="*/ 65 h 255"/>
                  <a:gd name="T66" fmla="*/ 174 w 320"/>
                  <a:gd name="T67" fmla="*/ 0 h 255"/>
                  <a:gd name="T68" fmla="*/ 163 w 320"/>
                  <a:gd name="T69" fmla="*/ 72 h 255"/>
                  <a:gd name="T70" fmla="*/ 115 w 320"/>
                  <a:gd name="T71" fmla="*/ 96 h 255"/>
                  <a:gd name="T72" fmla="*/ 81 w 320"/>
                  <a:gd name="T73" fmla="*/ 133 h 255"/>
                  <a:gd name="T74" fmla="*/ 91 w 320"/>
                  <a:gd name="T75" fmla="*/ 94 h 255"/>
                  <a:gd name="T76" fmla="*/ 79 w 320"/>
                  <a:gd name="T77" fmla="*/ 32 h 255"/>
                  <a:gd name="T78" fmla="*/ 169 w 320"/>
                  <a:gd name="T79" fmla="*/ 162 h 255"/>
                  <a:gd name="T80" fmla="*/ 200 w 320"/>
                  <a:gd name="T81" fmla="*/ 138 h 255"/>
                  <a:gd name="T82" fmla="*/ 189 w 320"/>
                  <a:gd name="T83" fmla="*/ 181 h 255"/>
                  <a:gd name="T84" fmla="*/ 169 w 320"/>
                  <a:gd name="T85" fmla="*/ 162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0" h="255">
                    <a:moveTo>
                      <a:pt x="79" y="32"/>
                    </a:moveTo>
                    <a:cubicBezTo>
                      <a:pt x="72" y="48"/>
                      <a:pt x="66" y="65"/>
                      <a:pt x="61" y="83"/>
                    </a:cubicBezTo>
                    <a:cubicBezTo>
                      <a:pt x="62" y="100"/>
                      <a:pt x="46" y="97"/>
                      <a:pt x="27" y="92"/>
                    </a:cubicBezTo>
                    <a:cubicBezTo>
                      <a:pt x="27" y="105"/>
                      <a:pt x="36" y="113"/>
                      <a:pt x="54" y="120"/>
                    </a:cubicBezTo>
                    <a:cubicBezTo>
                      <a:pt x="52" y="141"/>
                      <a:pt x="50" y="163"/>
                      <a:pt x="45" y="175"/>
                    </a:cubicBezTo>
                    <a:cubicBezTo>
                      <a:pt x="43" y="179"/>
                      <a:pt x="40" y="182"/>
                      <a:pt x="38" y="183"/>
                    </a:cubicBezTo>
                    <a:cubicBezTo>
                      <a:pt x="23" y="194"/>
                      <a:pt x="14" y="197"/>
                      <a:pt x="0" y="200"/>
                    </a:cubicBezTo>
                    <a:cubicBezTo>
                      <a:pt x="12" y="227"/>
                      <a:pt x="8" y="235"/>
                      <a:pt x="28" y="235"/>
                    </a:cubicBezTo>
                    <a:cubicBezTo>
                      <a:pt x="32" y="228"/>
                      <a:pt x="44" y="222"/>
                      <a:pt x="48" y="214"/>
                    </a:cubicBezTo>
                    <a:cubicBezTo>
                      <a:pt x="50" y="223"/>
                      <a:pt x="59" y="226"/>
                      <a:pt x="61" y="234"/>
                    </a:cubicBezTo>
                    <a:cubicBezTo>
                      <a:pt x="70" y="231"/>
                      <a:pt x="78" y="231"/>
                      <a:pt x="81" y="217"/>
                    </a:cubicBezTo>
                    <a:cubicBezTo>
                      <a:pt x="78" y="203"/>
                      <a:pt x="76" y="189"/>
                      <a:pt x="74" y="175"/>
                    </a:cubicBezTo>
                    <a:cubicBezTo>
                      <a:pt x="92" y="162"/>
                      <a:pt x="109" y="137"/>
                      <a:pt x="122" y="105"/>
                    </a:cubicBezTo>
                    <a:cubicBezTo>
                      <a:pt x="130" y="111"/>
                      <a:pt x="140" y="120"/>
                      <a:pt x="155" y="122"/>
                    </a:cubicBezTo>
                    <a:cubicBezTo>
                      <a:pt x="148" y="128"/>
                      <a:pt x="143" y="136"/>
                      <a:pt x="136" y="141"/>
                    </a:cubicBezTo>
                    <a:cubicBezTo>
                      <a:pt x="127" y="143"/>
                      <a:pt x="123" y="143"/>
                      <a:pt x="114" y="144"/>
                    </a:cubicBezTo>
                    <a:cubicBezTo>
                      <a:pt x="116" y="154"/>
                      <a:pt x="111" y="163"/>
                      <a:pt x="113" y="173"/>
                    </a:cubicBezTo>
                    <a:cubicBezTo>
                      <a:pt x="131" y="183"/>
                      <a:pt x="149" y="193"/>
                      <a:pt x="167" y="203"/>
                    </a:cubicBezTo>
                    <a:cubicBezTo>
                      <a:pt x="150" y="209"/>
                      <a:pt x="131" y="214"/>
                      <a:pt x="120" y="207"/>
                    </a:cubicBezTo>
                    <a:cubicBezTo>
                      <a:pt x="110" y="202"/>
                      <a:pt x="107" y="188"/>
                      <a:pt x="104" y="173"/>
                    </a:cubicBezTo>
                    <a:cubicBezTo>
                      <a:pt x="94" y="182"/>
                      <a:pt x="91" y="212"/>
                      <a:pt x="93" y="229"/>
                    </a:cubicBezTo>
                    <a:cubicBezTo>
                      <a:pt x="126" y="236"/>
                      <a:pt x="160" y="233"/>
                      <a:pt x="192" y="220"/>
                    </a:cubicBezTo>
                    <a:cubicBezTo>
                      <a:pt x="206" y="224"/>
                      <a:pt x="204" y="246"/>
                      <a:pt x="218" y="249"/>
                    </a:cubicBezTo>
                    <a:cubicBezTo>
                      <a:pt x="244" y="255"/>
                      <a:pt x="294" y="232"/>
                      <a:pt x="320" y="238"/>
                    </a:cubicBezTo>
                    <a:cubicBezTo>
                      <a:pt x="316" y="235"/>
                      <a:pt x="317" y="232"/>
                      <a:pt x="312" y="231"/>
                    </a:cubicBezTo>
                    <a:cubicBezTo>
                      <a:pt x="295" y="227"/>
                      <a:pt x="273" y="224"/>
                      <a:pt x="255" y="216"/>
                    </a:cubicBezTo>
                    <a:cubicBezTo>
                      <a:pt x="235" y="207"/>
                      <a:pt x="226" y="200"/>
                      <a:pt x="214" y="192"/>
                    </a:cubicBezTo>
                    <a:cubicBezTo>
                      <a:pt x="232" y="163"/>
                      <a:pt x="241" y="118"/>
                      <a:pt x="223" y="107"/>
                    </a:cubicBezTo>
                    <a:cubicBezTo>
                      <a:pt x="216" y="103"/>
                      <a:pt x="204" y="115"/>
                      <a:pt x="189" y="119"/>
                    </a:cubicBezTo>
                    <a:cubicBezTo>
                      <a:pt x="190" y="108"/>
                      <a:pt x="194" y="94"/>
                      <a:pt x="215" y="94"/>
                    </a:cubicBezTo>
                    <a:cubicBezTo>
                      <a:pt x="226" y="93"/>
                      <a:pt x="232" y="79"/>
                      <a:pt x="241" y="72"/>
                    </a:cubicBezTo>
                    <a:cubicBezTo>
                      <a:pt x="243" y="59"/>
                      <a:pt x="244" y="44"/>
                      <a:pt x="240" y="34"/>
                    </a:cubicBezTo>
                    <a:cubicBezTo>
                      <a:pt x="221" y="51"/>
                      <a:pt x="210" y="62"/>
                      <a:pt x="194" y="65"/>
                    </a:cubicBezTo>
                    <a:cubicBezTo>
                      <a:pt x="200" y="38"/>
                      <a:pt x="194" y="16"/>
                      <a:pt x="174" y="0"/>
                    </a:cubicBezTo>
                    <a:cubicBezTo>
                      <a:pt x="164" y="30"/>
                      <a:pt x="159" y="56"/>
                      <a:pt x="163" y="72"/>
                    </a:cubicBezTo>
                    <a:cubicBezTo>
                      <a:pt x="147" y="95"/>
                      <a:pt x="131" y="83"/>
                      <a:pt x="115" y="96"/>
                    </a:cubicBezTo>
                    <a:cubicBezTo>
                      <a:pt x="106" y="104"/>
                      <a:pt x="97" y="117"/>
                      <a:pt x="81" y="133"/>
                    </a:cubicBezTo>
                    <a:cubicBezTo>
                      <a:pt x="68" y="123"/>
                      <a:pt x="71" y="113"/>
                      <a:pt x="91" y="94"/>
                    </a:cubicBezTo>
                    <a:cubicBezTo>
                      <a:pt x="109" y="75"/>
                      <a:pt x="103" y="30"/>
                      <a:pt x="79" y="32"/>
                    </a:cubicBezTo>
                    <a:close/>
                    <a:moveTo>
                      <a:pt x="169" y="162"/>
                    </a:moveTo>
                    <a:cubicBezTo>
                      <a:pt x="176" y="154"/>
                      <a:pt x="187" y="146"/>
                      <a:pt x="200" y="138"/>
                    </a:cubicBezTo>
                    <a:cubicBezTo>
                      <a:pt x="206" y="153"/>
                      <a:pt x="193" y="161"/>
                      <a:pt x="189" y="181"/>
                    </a:cubicBezTo>
                    <a:cubicBezTo>
                      <a:pt x="172" y="175"/>
                      <a:pt x="164" y="171"/>
                      <a:pt x="169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iṧlide"/>
            <p:cNvGrpSpPr/>
            <p:nvPr userDrawn="1"/>
          </p:nvGrpSpPr>
          <p:grpSpPr>
            <a:xfrm>
              <a:off x="1681928" y="1301968"/>
              <a:ext cx="1596160" cy="99656"/>
              <a:chOff x="4195410" y="3864490"/>
              <a:chExt cx="5963974" cy="372361"/>
            </a:xfrm>
            <a:solidFill>
              <a:srgbClr val="001736"/>
            </a:solidFill>
          </p:grpSpPr>
          <p:sp>
            <p:nvSpPr>
              <p:cNvPr id="41" name="iş1íḍê"/>
              <p:cNvSpPr/>
              <p:nvPr/>
            </p:nvSpPr>
            <p:spPr bwMode="auto">
              <a:xfrm>
                <a:off x="4195410" y="3864490"/>
                <a:ext cx="4781729" cy="372361"/>
              </a:xfrm>
              <a:custGeom>
                <a:avLst/>
                <a:gdLst>
                  <a:gd name="T0" fmla="*/ 7 w 1484"/>
                  <a:gd name="T1" fmla="*/ 52 h 115"/>
                  <a:gd name="T2" fmla="*/ 74 w 1484"/>
                  <a:gd name="T3" fmla="*/ 26 h 115"/>
                  <a:gd name="T4" fmla="*/ 58 w 1484"/>
                  <a:gd name="T5" fmla="*/ 89 h 115"/>
                  <a:gd name="T6" fmla="*/ 121 w 1484"/>
                  <a:gd name="T7" fmla="*/ 89 h 115"/>
                  <a:gd name="T8" fmla="*/ 174 w 1484"/>
                  <a:gd name="T9" fmla="*/ 85 h 115"/>
                  <a:gd name="T10" fmla="*/ 170 w 1484"/>
                  <a:gd name="T11" fmla="*/ 78 h 115"/>
                  <a:gd name="T12" fmla="*/ 200 w 1484"/>
                  <a:gd name="T13" fmla="*/ 26 h 115"/>
                  <a:gd name="T14" fmla="*/ 223 w 1484"/>
                  <a:gd name="T15" fmla="*/ 78 h 115"/>
                  <a:gd name="T16" fmla="*/ 228 w 1484"/>
                  <a:gd name="T17" fmla="*/ 24 h 115"/>
                  <a:gd name="T18" fmla="*/ 238 w 1484"/>
                  <a:gd name="T19" fmla="*/ 55 h 115"/>
                  <a:gd name="T20" fmla="*/ 254 w 1484"/>
                  <a:gd name="T21" fmla="*/ 14 h 115"/>
                  <a:gd name="T22" fmla="*/ 274 w 1484"/>
                  <a:gd name="T23" fmla="*/ 34 h 115"/>
                  <a:gd name="T24" fmla="*/ 281 w 1484"/>
                  <a:gd name="T25" fmla="*/ 79 h 115"/>
                  <a:gd name="T26" fmla="*/ 306 w 1484"/>
                  <a:gd name="T27" fmla="*/ 62 h 115"/>
                  <a:gd name="T28" fmla="*/ 362 w 1484"/>
                  <a:gd name="T29" fmla="*/ 24 h 115"/>
                  <a:gd name="T30" fmla="*/ 372 w 1484"/>
                  <a:gd name="T31" fmla="*/ 57 h 115"/>
                  <a:gd name="T32" fmla="*/ 394 w 1484"/>
                  <a:gd name="T33" fmla="*/ 2 h 115"/>
                  <a:gd name="T34" fmla="*/ 391 w 1484"/>
                  <a:gd name="T35" fmla="*/ 89 h 115"/>
                  <a:gd name="T36" fmla="*/ 464 w 1484"/>
                  <a:gd name="T37" fmla="*/ 89 h 115"/>
                  <a:gd name="T38" fmla="*/ 492 w 1484"/>
                  <a:gd name="T39" fmla="*/ 58 h 115"/>
                  <a:gd name="T40" fmla="*/ 518 w 1484"/>
                  <a:gd name="T41" fmla="*/ 51 h 115"/>
                  <a:gd name="T42" fmla="*/ 541 w 1484"/>
                  <a:gd name="T43" fmla="*/ 28 h 115"/>
                  <a:gd name="T44" fmla="*/ 558 w 1484"/>
                  <a:gd name="T45" fmla="*/ 66 h 115"/>
                  <a:gd name="T46" fmla="*/ 580 w 1484"/>
                  <a:gd name="T47" fmla="*/ 3 h 115"/>
                  <a:gd name="T48" fmla="*/ 601 w 1484"/>
                  <a:gd name="T49" fmla="*/ 25 h 115"/>
                  <a:gd name="T50" fmla="*/ 619 w 1484"/>
                  <a:gd name="T51" fmla="*/ 57 h 115"/>
                  <a:gd name="T52" fmla="*/ 636 w 1484"/>
                  <a:gd name="T53" fmla="*/ 81 h 115"/>
                  <a:gd name="T54" fmla="*/ 685 w 1484"/>
                  <a:gd name="T55" fmla="*/ 26 h 115"/>
                  <a:gd name="T56" fmla="*/ 669 w 1484"/>
                  <a:gd name="T57" fmla="*/ 89 h 115"/>
                  <a:gd name="T58" fmla="*/ 746 w 1484"/>
                  <a:gd name="T59" fmla="*/ 66 h 115"/>
                  <a:gd name="T60" fmla="*/ 742 w 1484"/>
                  <a:gd name="T61" fmla="*/ 36 h 115"/>
                  <a:gd name="T62" fmla="*/ 794 w 1484"/>
                  <a:gd name="T63" fmla="*/ 80 h 115"/>
                  <a:gd name="T64" fmla="*/ 793 w 1484"/>
                  <a:gd name="T65" fmla="*/ 0 h 115"/>
                  <a:gd name="T66" fmla="*/ 810 w 1484"/>
                  <a:gd name="T67" fmla="*/ 52 h 115"/>
                  <a:gd name="T68" fmla="*/ 827 w 1484"/>
                  <a:gd name="T69" fmla="*/ 82 h 115"/>
                  <a:gd name="T70" fmla="*/ 831 w 1484"/>
                  <a:gd name="T71" fmla="*/ 76 h 115"/>
                  <a:gd name="T72" fmla="*/ 868 w 1484"/>
                  <a:gd name="T73" fmla="*/ 89 h 115"/>
                  <a:gd name="T74" fmla="*/ 911 w 1484"/>
                  <a:gd name="T75" fmla="*/ 60 h 115"/>
                  <a:gd name="T76" fmla="*/ 922 w 1484"/>
                  <a:gd name="T77" fmla="*/ 89 h 115"/>
                  <a:gd name="T78" fmla="*/ 944 w 1484"/>
                  <a:gd name="T79" fmla="*/ 40 h 115"/>
                  <a:gd name="T80" fmla="*/ 961 w 1484"/>
                  <a:gd name="T81" fmla="*/ 57 h 115"/>
                  <a:gd name="T82" fmla="*/ 977 w 1484"/>
                  <a:gd name="T83" fmla="*/ 81 h 115"/>
                  <a:gd name="T84" fmla="*/ 1031 w 1484"/>
                  <a:gd name="T85" fmla="*/ 57 h 115"/>
                  <a:gd name="T86" fmla="*/ 1005 w 1484"/>
                  <a:gd name="T87" fmla="*/ 51 h 115"/>
                  <a:gd name="T88" fmla="*/ 1077 w 1484"/>
                  <a:gd name="T89" fmla="*/ 36 h 115"/>
                  <a:gd name="T90" fmla="*/ 1085 w 1484"/>
                  <a:gd name="T91" fmla="*/ 62 h 115"/>
                  <a:gd name="T92" fmla="*/ 1074 w 1484"/>
                  <a:gd name="T93" fmla="*/ 79 h 115"/>
                  <a:gd name="T94" fmla="*/ 1126 w 1484"/>
                  <a:gd name="T95" fmla="*/ 50 h 115"/>
                  <a:gd name="T96" fmla="*/ 1162 w 1484"/>
                  <a:gd name="T97" fmla="*/ 81 h 115"/>
                  <a:gd name="T98" fmla="*/ 1167 w 1484"/>
                  <a:gd name="T99" fmla="*/ 89 h 115"/>
                  <a:gd name="T100" fmla="*/ 1207 w 1484"/>
                  <a:gd name="T101" fmla="*/ 11 h 115"/>
                  <a:gd name="T102" fmla="*/ 1234 w 1484"/>
                  <a:gd name="T103" fmla="*/ 82 h 115"/>
                  <a:gd name="T104" fmla="*/ 1236 w 1484"/>
                  <a:gd name="T105" fmla="*/ 51 h 115"/>
                  <a:gd name="T106" fmla="*/ 1273 w 1484"/>
                  <a:gd name="T107" fmla="*/ 39 h 115"/>
                  <a:gd name="T108" fmla="*/ 1293 w 1484"/>
                  <a:gd name="T109" fmla="*/ 78 h 115"/>
                  <a:gd name="T110" fmla="*/ 1333 w 1484"/>
                  <a:gd name="T111" fmla="*/ 49 h 115"/>
                  <a:gd name="T112" fmla="*/ 1368 w 1484"/>
                  <a:gd name="T113" fmla="*/ 24 h 115"/>
                  <a:gd name="T114" fmla="*/ 1358 w 1484"/>
                  <a:gd name="T115" fmla="*/ 54 h 115"/>
                  <a:gd name="T116" fmla="*/ 1391 w 1484"/>
                  <a:gd name="T117" fmla="*/ 57 h 115"/>
                  <a:gd name="T118" fmla="*/ 1440 w 1484"/>
                  <a:gd name="T119" fmla="*/ 1 h 115"/>
                  <a:gd name="T120" fmla="*/ 1451 w 1484"/>
                  <a:gd name="T121" fmla="*/ 5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84" h="115">
                    <a:moveTo>
                      <a:pt x="32" y="1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61"/>
                      <a:pt x="38" y="68"/>
                      <a:pt x="36" y="73"/>
                    </a:cubicBezTo>
                    <a:cubicBezTo>
                      <a:pt x="35" y="78"/>
                      <a:pt x="33" y="82"/>
                      <a:pt x="31" y="86"/>
                    </a:cubicBezTo>
                    <a:cubicBezTo>
                      <a:pt x="28" y="89"/>
                      <a:pt x="24" y="90"/>
                      <a:pt x="19" y="90"/>
                    </a:cubicBezTo>
                    <a:cubicBezTo>
                      <a:pt x="15" y="90"/>
                      <a:pt x="11" y="89"/>
                      <a:pt x="8" y="86"/>
                    </a:cubicBezTo>
                    <a:cubicBezTo>
                      <a:pt x="5" y="83"/>
                      <a:pt x="3" y="79"/>
                      <a:pt x="2" y="74"/>
                    </a:cubicBezTo>
                    <a:cubicBezTo>
                      <a:pt x="1" y="68"/>
                      <a:pt x="0" y="61"/>
                      <a:pt x="0" y="5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7" y="59"/>
                      <a:pt x="7" y="65"/>
                      <a:pt x="8" y="69"/>
                    </a:cubicBezTo>
                    <a:cubicBezTo>
                      <a:pt x="8" y="72"/>
                      <a:pt x="10" y="75"/>
                      <a:pt x="12" y="77"/>
                    </a:cubicBezTo>
                    <a:cubicBezTo>
                      <a:pt x="14" y="79"/>
                      <a:pt x="16" y="80"/>
                      <a:pt x="19" y="80"/>
                    </a:cubicBezTo>
                    <a:cubicBezTo>
                      <a:pt x="23" y="80"/>
                      <a:pt x="27" y="78"/>
                      <a:pt x="29" y="74"/>
                    </a:cubicBezTo>
                    <a:cubicBezTo>
                      <a:pt x="31" y="70"/>
                      <a:pt x="32" y="63"/>
                      <a:pt x="32" y="52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  <a:moveTo>
                      <a:pt x="52" y="89"/>
                    </a:moveTo>
                    <a:cubicBezTo>
                      <a:pt x="52" y="25"/>
                      <a:pt x="52" y="25"/>
                      <a:pt x="52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0" y="27"/>
                      <a:pt x="63" y="24"/>
                      <a:pt x="68" y="24"/>
                    </a:cubicBezTo>
                    <a:cubicBezTo>
                      <a:pt x="70" y="24"/>
                      <a:pt x="72" y="25"/>
                      <a:pt x="74" y="26"/>
                    </a:cubicBezTo>
                    <a:cubicBezTo>
                      <a:pt x="76" y="27"/>
                      <a:pt x="77" y="29"/>
                      <a:pt x="78" y="31"/>
                    </a:cubicBezTo>
                    <a:cubicBezTo>
                      <a:pt x="79" y="34"/>
                      <a:pt x="79" y="36"/>
                      <a:pt x="80" y="39"/>
                    </a:cubicBezTo>
                    <a:cubicBezTo>
                      <a:pt x="80" y="41"/>
                      <a:pt x="80" y="45"/>
                      <a:pt x="80" y="50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46"/>
                      <a:pt x="74" y="43"/>
                      <a:pt x="74" y="40"/>
                    </a:cubicBezTo>
                    <a:cubicBezTo>
                      <a:pt x="73" y="38"/>
                      <a:pt x="72" y="36"/>
                      <a:pt x="71" y="35"/>
                    </a:cubicBezTo>
                    <a:cubicBezTo>
                      <a:pt x="70" y="34"/>
                      <a:pt x="69" y="33"/>
                      <a:pt x="67" y="33"/>
                    </a:cubicBezTo>
                    <a:cubicBezTo>
                      <a:pt x="64" y="33"/>
                      <a:pt x="62" y="35"/>
                      <a:pt x="60" y="38"/>
                    </a:cubicBezTo>
                    <a:cubicBezTo>
                      <a:pt x="59" y="40"/>
                      <a:pt x="58" y="46"/>
                      <a:pt x="58" y="54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2" y="89"/>
                      <a:pt x="52" y="89"/>
                      <a:pt x="52" y="89"/>
                    </a:cubicBezTo>
                    <a:close/>
                    <a:moveTo>
                      <a:pt x="93" y="14"/>
                    </a:moveTo>
                    <a:cubicBezTo>
                      <a:pt x="93" y="1"/>
                      <a:pt x="93" y="1"/>
                      <a:pt x="93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4"/>
                      <a:pt x="99" y="14"/>
                      <a:pt x="99" y="14"/>
                    </a:cubicBezTo>
                    <a:cubicBezTo>
                      <a:pt x="93" y="14"/>
                      <a:pt x="93" y="14"/>
                      <a:pt x="93" y="14"/>
                    </a:cubicBezTo>
                    <a:close/>
                    <a:moveTo>
                      <a:pt x="93" y="89"/>
                    </a:moveTo>
                    <a:cubicBezTo>
                      <a:pt x="93" y="25"/>
                      <a:pt x="93" y="25"/>
                      <a:pt x="93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93" y="89"/>
                      <a:pt x="93" y="89"/>
                      <a:pt x="93" y="89"/>
                    </a:cubicBezTo>
                    <a:close/>
                    <a:moveTo>
                      <a:pt x="121" y="89"/>
                    </a:moveTo>
                    <a:cubicBezTo>
                      <a:pt x="108" y="25"/>
                      <a:pt x="108" y="25"/>
                      <a:pt x="108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22" y="63"/>
                      <a:pt x="122" y="63"/>
                      <a:pt x="122" y="63"/>
                    </a:cubicBezTo>
                    <a:cubicBezTo>
                      <a:pt x="123" y="68"/>
                      <a:pt x="123" y="72"/>
                      <a:pt x="124" y="76"/>
                    </a:cubicBezTo>
                    <a:cubicBezTo>
                      <a:pt x="125" y="73"/>
                      <a:pt x="125" y="69"/>
                      <a:pt x="126" y="6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40" y="25"/>
                      <a:pt x="140" y="25"/>
                      <a:pt x="140" y="25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1" y="89"/>
                      <a:pt x="121" y="89"/>
                      <a:pt x="121" y="89"/>
                    </a:cubicBezTo>
                    <a:close/>
                    <a:moveTo>
                      <a:pt x="173" y="68"/>
                    </a:moveTo>
                    <a:cubicBezTo>
                      <a:pt x="179" y="70"/>
                      <a:pt x="179" y="70"/>
                      <a:pt x="179" y="70"/>
                    </a:cubicBezTo>
                    <a:cubicBezTo>
                      <a:pt x="178" y="76"/>
                      <a:pt x="177" y="81"/>
                      <a:pt x="174" y="85"/>
                    </a:cubicBezTo>
                    <a:cubicBezTo>
                      <a:pt x="171" y="89"/>
                      <a:pt x="168" y="90"/>
                      <a:pt x="164" y="90"/>
                    </a:cubicBezTo>
                    <a:cubicBezTo>
                      <a:pt x="159" y="90"/>
                      <a:pt x="155" y="87"/>
                      <a:pt x="152" y="82"/>
                    </a:cubicBezTo>
                    <a:cubicBezTo>
                      <a:pt x="149" y="76"/>
                      <a:pt x="147" y="68"/>
                      <a:pt x="147" y="58"/>
                    </a:cubicBezTo>
                    <a:cubicBezTo>
                      <a:pt x="147" y="47"/>
                      <a:pt x="149" y="39"/>
                      <a:pt x="152" y="33"/>
                    </a:cubicBezTo>
                    <a:cubicBezTo>
                      <a:pt x="155" y="27"/>
                      <a:pt x="159" y="24"/>
                      <a:pt x="164" y="24"/>
                    </a:cubicBezTo>
                    <a:cubicBezTo>
                      <a:pt x="168" y="24"/>
                      <a:pt x="172" y="27"/>
                      <a:pt x="175" y="33"/>
                    </a:cubicBezTo>
                    <a:cubicBezTo>
                      <a:pt x="178" y="38"/>
                      <a:pt x="180" y="46"/>
                      <a:pt x="180" y="57"/>
                    </a:cubicBezTo>
                    <a:cubicBezTo>
                      <a:pt x="180" y="58"/>
                      <a:pt x="180" y="59"/>
                      <a:pt x="179" y="60"/>
                    </a:cubicBezTo>
                    <a:cubicBezTo>
                      <a:pt x="153" y="60"/>
                      <a:pt x="153" y="60"/>
                      <a:pt x="153" y="60"/>
                    </a:cubicBezTo>
                    <a:cubicBezTo>
                      <a:pt x="154" y="67"/>
                      <a:pt x="155" y="72"/>
                      <a:pt x="157" y="76"/>
                    </a:cubicBezTo>
                    <a:cubicBezTo>
                      <a:pt x="159" y="80"/>
                      <a:pt x="161" y="81"/>
                      <a:pt x="164" y="81"/>
                    </a:cubicBezTo>
                    <a:cubicBezTo>
                      <a:pt x="166" y="81"/>
                      <a:pt x="168" y="80"/>
                      <a:pt x="170" y="78"/>
                    </a:cubicBezTo>
                    <a:cubicBezTo>
                      <a:pt x="171" y="76"/>
                      <a:pt x="172" y="73"/>
                      <a:pt x="173" y="68"/>
                    </a:cubicBezTo>
                    <a:close/>
                    <a:moveTo>
                      <a:pt x="154" y="51"/>
                    </a:moveTo>
                    <a:cubicBezTo>
                      <a:pt x="173" y="51"/>
                      <a:pt x="173" y="51"/>
                      <a:pt x="173" y="51"/>
                    </a:cubicBezTo>
                    <a:cubicBezTo>
                      <a:pt x="173" y="46"/>
                      <a:pt x="172" y="42"/>
                      <a:pt x="171" y="39"/>
                    </a:cubicBezTo>
                    <a:cubicBezTo>
                      <a:pt x="169" y="35"/>
                      <a:pt x="167" y="33"/>
                      <a:pt x="164" y="33"/>
                    </a:cubicBezTo>
                    <a:cubicBezTo>
                      <a:pt x="161" y="33"/>
                      <a:pt x="159" y="34"/>
                      <a:pt x="157" y="38"/>
                    </a:cubicBezTo>
                    <a:cubicBezTo>
                      <a:pt x="155" y="41"/>
                      <a:pt x="154" y="45"/>
                      <a:pt x="154" y="51"/>
                    </a:cubicBezTo>
                    <a:close/>
                    <a:moveTo>
                      <a:pt x="190" y="89"/>
                    </a:moveTo>
                    <a:cubicBezTo>
                      <a:pt x="190" y="25"/>
                      <a:pt x="190" y="25"/>
                      <a:pt x="190" y="25"/>
                    </a:cubicBezTo>
                    <a:cubicBezTo>
                      <a:pt x="196" y="25"/>
                      <a:pt x="196" y="25"/>
                      <a:pt x="196" y="25"/>
                    </a:cubicBezTo>
                    <a:cubicBezTo>
                      <a:pt x="196" y="35"/>
                      <a:pt x="196" y="35"/>
                      <a:pt x="196" y="35"/>
                    </a:cubicBezTo>
                    <a:cubicBezTo>
                      <a:pt x="197" y="30"/>
                      <a:pt x="198" y="27"/>
                      <a:pt x="200" y="26"/>
                    </a:cubicBezTo>
                    <a:cubicBezTo>
                      <a:pt x="201" y="25"/>
                      <a:pt x="202" y="24"/>
                      <a:pt x="203" y="24"/>
                    </a:cubicBezTo>
                    <a:cubicBezTo>
                      <a:pt x="205" y="24"/>
                      <a:pt x="207" y="25"/>
                      <a:pt x="209" y="27"/>
                    </a:cubicBezTo>
                    <a:cubicBezTo>
                      <a:pt x="207" y="37"/>
                      <a:pt x="207" y="37"/>
                      <a:pt x="207" y="37"/>
                    </a:cubicBezTo>
                    <a:cubicBezTo>
                      <a:pt x="206" y="36"/>
                      <a:pt x="205" y="35"/>
                      <a:pt x="203" y="35"/>
                    </a:cubicBezTo>
                    <a:cubicBezTo>
                      <a:pt x="202" y="35"/>
                      <a:pt x="201" y="36"/>
                      <a:pt x="200" y="37"/>
                    </a:cubicBezTo>
                    <a:cubicBezTo>
                      <a:pt x="199" y="39"/>
                      <a:pt x="198" y="41"/>
                      <a:pt x="197" y="43"/>
                    </a:cubicBezTo>
                    <a:cubicBezTo>
                      <a:pt x="197" y="47"/>
                      <a:pt x="196" y="51"/>
                      <a:pt x="196" y="56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0" y="89"/>
                      <a:pt x="190" y="89"/>
                      <a:pt x="190" y="89"/>
                    </a:cubicBezTo>
                    <a:close/>
                    <a:moveTo>
                      <a:pt x="214" y="70"/>
                    </a:moveTo>
                    <a:cubicBezTo>
                      <a:pt x="220" y="68"/>
                      <a:pt x="220" y="68"/>
                      <a:pt x="220" y="68"/>
                    </a:cubicBezTo>
                    <a:cubicBezTo>
                      <a:pt x="221" y="73"/>
                      <a:pt x="221" y="76"/>
                      <a:pt x="223" y="78"/>
                    </a:cubicBezTo>
                    <a:cubicBezTo>
                      <a:pt x="224" y="80"/>
                      <a:pt x="227" y="81"/>
                      <a:pt x="229" y="81"/>
                    </a:cubicBezTo>
                    <a:cubicBezTo>
                      <a:pt x="232" y="81"/>
                      <a:pt x="234" y="80"/>
                      <a:pt x="235" y="78"/>
                    </a:cubicBezTo>
                    <a:cubicBezTo>
                      <a:pt x="237" y="76"/>
                      <a:pt x="237" y="74"/>
                      <a:pt x="237" y="71"/>
                    </a:cubicBezTo>
                    <a:cubicBezTo>
                      <a:pt x="237" y="69"/>
                      <a:pt x="237" y="67"/>
                      <a:pt x="236" y="66"/>
                    </a:cubicBezTo>
                    <a:cubicBezTo>
                      <a:pt x="235" y="65"/>
                      <a:pt x="233" y="63"/>
                      <a:pt x="230" y="62"/>
                    </a:cubicBezTo>
                    <a:cubicBezTo>
                      <a:pt x="225" y="60"/>
                      <a:pt x="222" y="58"/>
                      <a:pt x="220" y="57"/>
                    </a:cubicBezTo>
                    <a:cubicBezTo>
                      <a:pt x="219" y="55"/>
                      <a:pt x="218" y="53"/>
                      <a:pt x="217" y="51"/>
                    </a:cubicBezTo>
                    <a:cubicBezTo>
                      <a:pt x="216" y="48"/>
                      <a:pt x="215" y="45"/>
                      <a:pt x="215" y="42"/>
                    </a:cubicBezTo>
                    <a:cubicBezTo>
                      <a:pt x="215" y="39"/>
                      <a:pt x="216" y="37"/>
                      <a:pt x="216" y="34"/>
                    </a:cubicBezTo>
                    <a:cubicBezTo>
                      <a:pt x="217" y="32"/>
                      <a:pt x="218" y="30"/>
                      <a:pt x="219" y="28"/>
                    </a:cubicBezTo>
                    <a:cubicBezTo>
                      <a:pt x="220" y="27"/>
                      <a:pt x="222" y="26"/>
                      <a:pt x="223" y="25"/>
                    </a:cubicBezTo>
                    <a:cubicBezTo>
                      <a:pt x="225" y="24"/>
                      <a:pt x="226" y="24"/>
                      <a:pt x="228" y="24"/>
                    </a:cubicBezTo>
                    <a:cubicBezTo>
                      <a:pt x="231" y="24"/>
                      <a:pt x="233" y="25"/>
                      <a:pt x="235" y="26"/>
                    </a:cubicBezTo>
                    <a:cubicBezTo>
                      <a:pt x="238" y="27"/>
                      <a:pt x="239" y="29"/>
                      <a:pt x="240" y="32"/>
                    </a:cubicBezTo>
                    <a:cubicBezTo>
                      <a:pt x="241" y="34"/>
                      <a:pt x="242" y="38"/>
                      <a:pt x="242" y="42"/>
                    </a:cubicBezTo>
                    <a:cubicBezTo>
                      <a:pt x="236" y="43"/>
                      <a:pt x="236" y="43"/>
                      <a:pt x="236" y="43"/>
                    </a:cubicBezTo>
                    <a:cubicBezTo>
                      <a:pt x="236" y="40"/>
                      <a:pt x="235" y="37"/>
                      <a:pt x="234" y="35"/>
                    </a:cubicBezTo>
                    <a:cubicBezTo>
                      <a:pt x="233" y="34"/>
                      <a:pt x="231" y="33"/>
                      <a:pt x="229" y="33"/>
                    </a:cubicBezTo>
                    <a:cubicBezTo>
                      <a:pt x="226" y="33"/>
                      <a:pt x="224" y="34"/>
                      <a:pt x="223" y="35"/>
                    </a:cubicBezTo>
                    <a:cubicBezTo>
                      <a:pt x="222" y="37"/>
                      <a:pt x="221" y="39"/>
                      <a:pt x="221" y="41"/>
                    </a:cubicBezTo>
                    <a:cubicBezTo>
                      <a:pt x="221" y="42"/>
                      <a:pt x="221" y="44"/>
                      <a:pt x="222" y="45"/>
                    </a:cubicBezTo>
                    <a:cubicBezTo>
                      <a:pt x="222" y="46"/>
                      <a:pt x="223" y="47"/>
                      <a:pt x="224" y="48"/>
                    </a:cubicBezTo>
                    <a:cubicBezTo>
                      <a:pt x="225" y="48"/>
                      <a:pt x="226" y="49"/>
                      <a:pt x="229" y="50"/>
                    </a:cubicBezTo>
                    <a:cubicBezTo>
                      <a:pt x="234" y="52"/>
                      <a:pt x="236" y="54"/>
                      <a:pt x="238" y="55"/>
                    </a:cubicBezTo>
                    <a:cubicBezTo>
                      <a:pt x="240" y="57"/>
                      <a:pt x="241" y="59"/>
                      <a:pt x="242" y="61"/>
                    </a:cubicBezTo>
                    <a:cubicBezTo>
                      <a:pt x="243" y="63"/>
                      <a:pt x="243" y="67"/>
                      <a:pt x="243" y="70"/>
                    </a:cubicBezTo>
                    <a:cubicBezTo>
                      <a:pt x="243" y="74"/>
                      <a:pt x="243" y="77"/>
                      <a:pt x="242" y="80"/>
                    </a:cubicBezTo>
                    <a:cubicBezTo>
                      <a:pt x="241" y="84"/>
                      <a:pt x="239" y="86"/>
                      <a:pt x="237" y="88"/>
                    </a:cubicBezTo>
                    <a:cubicBezTo>
                      <a:pt x="235" y="89"/>
                      <a:pt x="232" y="90"/>
                      <a:pt x="229" y="90"/>
                    </a:cubicBezTo>
                    <a:cubicBezTo>
                      <a:pt x="225" y="90"/>
                      <a:pt x="221" y="89"/>
                      <a:pt x="219" y="85"/>
                    </a:cubicBezTo>
                    <a:cubicBezTo>
                      <a:pt x="217" y="82"/>
                      <a:pt x="215" y="77"/>
                      <a:pt x="214" y="70"/>
                    </a:cubicBezTo>
                    <a:close/>
                    <a:moveTo>
                      <a:pt x="254" y="14"/>
                    </a:moveTo>
                    <a:cubicBezTo>
                      <a:pt x="254" y="1"/>
                      <a:pt x="254" y="1"/>
                      <a:pt x="254" y="1"/>
                    </a:cubicBezTo>
                    <a:cubicBezTo>
                      <a:pt x="260" y="1"/>
                      <a:pt x="260" y="1"/>
                      <a:pt x="260" y="1"/>
                    </a:cubicBezTo>
                    <a:cubicBezTo>
                      <a:pt x="260" y="14"/>
                      <a:pt x="260" y="14"/>
                      <a:pt x="260" y="14"/>
                    </a:cubicBezTo>
                    <a:cubicBezTo>
                      <a:pt x="254" y="14"/>
                      <a:pt x="254" y="14"/>
                      <a:pt x="254" y="14"/>
                    </a:cubicBezTo>
                    <a:close/>
                    <a:moveTo>
                      <a:pt x="254" y="89"/>
                    </a:moveTo>
                    <a:cubicBezTo>
                      <a:pt x="254" y="25"/>
                      <a:pt x="254" y="25"/>
                      <a:pt x="254" y="25"/>
                    </a:cubicBezTo>
                    <a:cubicBezTo>
                      <a:pt x="260" y="25"/>
                      <a:pt x="260" y="25"/>
                      <a:pt x="260" y="25"/>
                    </a:cubicBezTo>
                    <a:cubicBezTo>
                      <a:pt x="260" y="89"/>
                      <a:pt x="260" y="89"/>
                      <a:pt x="260" y="89"/>
                    </a:cubicBezTo>
                    <a:cubicBezTo>
                      <a:pt x="254" y="89"/>
                      <a:pt x="254" y="89"/>
                      <a:pt x="254" y="89"/>
                    </a:cubicBezTo>
                    <a:close/>
                    <a:moveTo>
                      <a:pt x="286" y="79"/>
                    </a:moveTo>
                    <a:cubicBezTo>
                      <a:pt x="287" y="89"/>
                      <a:pt x="287" y="89"/>
                      <a:pt x="287" y="89"/>
                    </a:cubicBezTo>
                    <a:cubicBezTo>
                      <a:pt x="285" y="89"/>
                      <a:pt x="284" y="90"/>
                      <a:pt x="282" y="90"/>
                    </a:cubicBezTo>
                    <a:cubicBezTo>
                      <a:pt x="280" y="90"/>
                      <a:pt x="278" y="89"/>
                      <a:pt x="277" y="88"/>
                    </a:cubicBezTo>
                    <a:cubicBezTo>
                      <a:pt x="276" y="87"/>
                      <a:pt x="275" y="85"/>
                      <a:pt x="275" y="83"/>
                    </a:cubicBezTo>
                    <a:cubicBezTo>
                      <a:pt x="274" y="81"/>
                      <a:pt x="274" y="77"/>
                      <a:pt x="274" y="70"/>
                    </a:cubicBezTo>
                    <a:cubicBezTo>
                      <a:pt x="274" y="34"/>
                      <a:pt x="274" y="34"/>
                      <a:pt x="274" y="34"/>
                    </a:cubicBezTo>
                    <a:cubicBezTo>
                      <a:pt x="270" y="34"/>
                      <a:pt x="270" y="34"/>
                      <a:pt x="270" y="34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4" y="25"/>
                      <a:pt x="274" y="25"/>
                      <a:pt x="274" y="25"/>
                    </a:cubicBezTo>
                    <a:cubicBezTo>
                      <a:pt x="274" y="10"/>
                      <a:pt x="274" y="10"/>
                      <a:pt x="274" y="10"/>
                    </a:cubicBezTo>
                    <a:cubicBezTo>
                      <a:pt x="280" y="3"/>
                      <a:pt x="280" y="3"/>
                      <a:pt x="280" y="3"/>
                    </a:cubicBezTo>
                    <a:cubicBezTo>
                      <a:pt x="280" y="25"/>
                      <a:pt x="280" y="25"/>
                      <a:pt x="280" y="25"/>
                    </a:cubicBezTo>
                    <a:cubicBezTo>
                      <a:pt x="286" y="25"/>
                      <a:pt x="286" y="25"/>
                      <a:pt x="286" y="25"/>
                    </a:cubicBezTo>
                    <a:cubicBezTo>
                      <a:pt x="286" y="34"/>
                      <a:pt x="286" y="34"/>
                      <a:pt x="286" y="34"/>
                    </a:cubicBezTo>
                    <a:cubicBezTo>
                      <a:pt x="280" y="34"/>
                      <a:pt x="280" y="34"/>
                      <a:pt x="280" y="34"/>
                    </a:cubicBezTo>
                    <a:cubicBezTo>
                      <a:pt x="280" y="71"/>
                      <a:pt x="280" y="71"/>
                      <a:pt x="280" y="71"/>
                    </a:cubicBezTo>
                    <a:cubicBezTo>
                      <a:pt x="280" y="74"/>
                      <a:pt x="280" y="76"/>
                      <a:pt x="280" y="77"/>
                    </a:cubicBezTo>
                    <a:cubicBezTo>
                      <a:pt x="280" y="78"/>
                      <a:pt x="281" y="78"/>
                      <a:pt x="281" y="79"/>
                    </a:cubicBezTo>
                    <a:cubicBezTo>
                      <a:pt x="282" y="79"/>
                      <a:pt x="282" y="80"/>
                      <a:pt x="283" y="80"/>
                    </a:cubicBezTo>
                    <a:cubicBezTo>
                      <a:pt x="284" y="80"/>
                      <a:pt x="285" y="80"/>
                      <a:pt x="286" y="79"/>
                    </a:cubicBezTo>
                    <a:close/>
                    <a:moveTo>
                      <a:pt x="295" y="113"/>
                    </a:moveTo>
                    <a:cubicBezTo>
                      <a:pt x="295" y="103"/>
                      <a:pt x="295" y="103"/>
                      <a:pt x="295" y="103"/>
                    </a:cubicBezTo>
                    <a:cubicBezTo>
                      <a:pt x="296" y="104"/>
                      <a:pt x="297" y="104"/>
                      <a:pt x="298" y="104"/>
                    </a:cubicBezTo>
                    <a:cubicBezTo>
                      <a:pt x="299" y="104"/>
                      <a:pt x="300" y="104"/>
                      <a:pt x="301" y="103"/>
                    </a:cubicBezTo>
                    <a:cubicBezTo>
                      <a:pt x="302" y="102"/>
                      <a:pt x="303" y="101"/>
                      <a:pt x="303" y="100"/>
                    </a:cubicBezTo>
                    <a:cubicBezTo>
                      <a:pt x="303" y="99"/>
                      <a:pt x="304" y="96"/>
                      <a:pt x="305" y="92"/>
                    </a:cubicBezTo>
                    <a:cubicBezTo>
                      <a:pt x="305" y="91"/>
                      <a:pt x="305" y="90"/>
                      <a:pt x="305" y="89"/>
                    </a:cubicBezTo>
                    <a:cubicBezTo>
                      <a:pt x="292" y="25"/>
                      <a:pt x="292" y="25"/>
                      <a:pt x="292" y="25"/>
                    </a:cubicBezTo>
                    <a:cubicBezTo>
                      <a:pt x="298" y="25"/>
                      <a:pt x="298" y="25"/>
                      <a:pt x="298" y="25"/>
                    </a:cubicBezTo>
                    <a:cubicBezTo>
                      <a:pt x="306" y="62"/>
                      <a:pt x="306" y="62"/>
                      <a:pt x="306" y="62"/>
                    </a:cubicBezTo>
                    <a:cubicBezTo>
                      <a:pt x="307" y="67"/>
                      <a:pt x="308" y="72"/>
                      <a:pt x="308" y="77"/>
                    </a:cubicBezTo>
                    <a:cubicBezTo>
                      <a:pt x="309" y="72"/>
                      <a:pt x="310" y="67"/>
                      <a:pt x="311" y="62"/>
                    </a:cubicBezTo>
                    <a:cubicBezTo>
                      <a:pt x="318" y="25"/>
                      <a:pt x="318" y="25"/>
                      <a:pt x="318" y="25"/>
                    </a:cubicBezTo>
                    <a:cubicBezTo>
                      <a:pt x="324" y="25"/>
                      <a:pt x="324" y="25"/>
                      <a:pt x="324" y="25"/>
                    </a:cubicBezTo>
                    <a:cubicBezTo>
                      <a:pt x="311" y="90"/>
                      <a:pt x="311" y="90"/>
                      <a:pt x="311" y="90"/>
                    </a:cubicBezTo>
                    <a:cubicBezTo>
                      <a:pt x="309" y="97"/>
                      <a:pt x="308" y="102"/>
                      <a:pt x="308" y="104"/>
                    </a:cubicBezTo>
                    <a:cubicBezTo>
                      <a:pt x="306" y="108"/>
                      <a:pt x="305" y="111"/>
                      <a:pt x="304" y="112"/>
                    </a:cubicBezTo>
                    <a:cubicBezTo>
                      <a:pt x="303" y="114"/>
                      <a:pt x="301" y="115"/>
                      <a:pt x="299" y="115"/>
                    </a:cubicBezTo>
                    <a:cubicBezTo>
                      <a:pt x="298" y="115"/>
                      <a:pt x="297" y="114"/>
                      <a:pt x="295" y="113"/>
                    </a:cubicBezTo>
                    <a:close/>
                    <a:moveTo>
                      <a:pt x="346" y="57"/>
                    </a:moveTo>
                    <a:cubicBezTo>
                      <a:pt x="346" y="45"/>
                      <a:pt x="348" y="37"/>
                      <a:pt x="351" y="31"/>
                    </a:cubicBezTo>
                    <a:cubicBezTo>
                      <a:pt x="354" y="26"/>
                      <a:pt x="358" y="24"/>
                      <a:pt x="362" y="24"/>
                    </a:cubicBezTo>
                    <a:cubicBezTo>
                      <a:pt x="367" y="24"/>
                      <a:pt x="371" y="27"/>
                      <a:pt x="374" y="32"/>
                    </a:cubicBezTo>
                    <a:cubicBezTo>
                      <a:pt x="377" y="38"/>
                      <a:pt x="379" y="46"/>
                      <a:pt x="379" y="56"/>
                    </a:cubicBezTo>
                    <a:cubicBezTo>
                      <a:pt x="379" y="64"/>
                      <a:pt x="378" y="71"/>
                      <a:pt x="376" y="76"/>
                    </a:cubicBezTo>
                    <a:cubicBezTo>
                      <a:pt x="375" y="80"/>
                      <a:pt x="373" y="84"/>
                      <a:pt x="371" y="86"/>
                    </a:cubicBezTo>
                    <a:cubicBezTo>
                      <a:pt x="368" y="89"/>
                      <a:pt x="365" y="90"/>
                      <a:pt x="362" y="90"/>
                    </a:cubicBezTo>
                    <a:cubicBezTo>
                      <a:pt x="357" y="90"/>
                      <a:pt x="353" y="87"/>
                      <a:pt x="350" y="82"/>
                    </a:cubicBezTo>
                    <a:cubicBezTo>
                      <a:pt x="347" y="76"/>
                      <a:pt x="346" y="68"/>
                      <a:pt x="346" y="57"/>
                    </a:cubicBezTo>
                    <a:close/>
                    <a:moveTo>
                      <a:pt x="352" y="57"/>
                    </a:moveTo>
                    <a:cubicBezTo>
                      <a:pt x="352" y="65"/>
                      <a:pt x="353" y="71"/>
                      <a:pt x="355" y="75"/>
                    </a:cubicBezTo>
                    <a:cubicBezTo>
                      <a:pt x="357" y="79"/>
                      <a:pt x="359" y="81"/>
                      <a:pt x="362" y="81"/>
                    </a:cubicBezTo>
                    <a:cubicBezTo>
                      <a:pt x="365" y="81"/>
                      <a:pt x="368" y="79"/>
                      <a:pt x="369" y="75"/>
                    </a:cubicBezTo>
                    <a:cubicBezTo>
                      <a:pt x="371" y="71"/>
                      <a:pt x="372" y="65"/>
                      <a:pt x="372" y="57"/>
                    </a:cubicBezTo>
                    <a:cubicBezTo>
                      <a:pt x="372" y="49"/>
                      <a:pt x="371" y="43"/>
                      <a:pt x="369" y="39"/>
                    </a:cubicBezTo>
                    <a:cubicBezTo>
                      <a:pt x="368" y="35"/>
                      <a:pt x="365" y="33"/>
                      <a:pt x="362" y="33"/>
                    </a:cubicBezTo>
                    <a:cubicBezTo>
                      <a:pt x="359" y="33"/>
                      <a:pt x="357" y="35"/>
                      <a:pt x="355" y="39"/>
                    </a:cubicBezTo>
                    <a:cubicBezTo>
                      <a:pt x="353" y="43"/>
                      <a:pt x="352" y="49"/>
                      <a:pt x="352" y="57"/>
                    </a:cubicBezTo>
                    <a:close/>
                    <a:moveTo>
                      <a:pt x="391" y="89"/>
                    </a:moveTo>
                    <a:cubicBezTo>
                      <a:pt x="391" y="34"/>
                      <a:pt x="391" y="34"/>
                      <a:pt x="391" y="34"/>
                    </a:cubicBezTo>
                    <a:cubicBezTo>
                      <a:pt x="385" y="34"/>
                      <a:pt x="385" y="34"/>
                      <a:pt x="385" y="34"/>
                    </a:cubicBezTo>
                    <a:cubicBezTo>
                      <a:pt x="385" y="25"/>
                      <a:pt x="385" y="25"/>
                      <a:pt x="385" y="25"/>
                    </a:cubicBezTo>
                    <a:cubicBezTo>
                      <a:pt x="391" y="25"/>
                      <a:pt x="391" y="25"/>
                      <a:pt x="391" y="25"/>
                    </a:cubicBezTo>
                    <a:cubicBezTo>
                      <a:pt x="391" y="19"/>
                      <a:pt x="391" y="19"/>
                      <a:pt x="391" y="19"/>
                    </a:cubicBezTo>
                    <a:cubicBezTo>
                      <a:pt x="391" y="14"/>
                      <a:pt x="391" y="11"/>
                      <a:pt x="391" y="9"/>
                    </a:cubicBezTo>
                    <a:cubicBezTo>
                      <a:pt x="392" y="6"/>
                      <a:pt x="393" y="4"/>
                      <a:pt x="394" y="2"/>
                    </a:cubicBezTo>
                    <a:cubicBezTo>
                      <a:pt x="396" y="0"/>
                      <a:pt x="398" y="0"/>
                      <a:pt x="400" y="0"/>
                    </a:cubicBezTo>
                    <a:cubicBezTo>
                      <a:pt x="402" y="0"/>
                      <a:pt x="404" y="0"/>
                      <a:pt x="406" y="1"/>
                    </a:cubicBezTo>
                    <a:cubicBezTo>
                      <a:pt x="405" y="10"/>
                      <a:pt x="405" y="10"/>
                      <a:pt x="405" y="10"/>
                    </a:cubicBezTo>
                    <a:cubicBezTo>
                      <a:pt x="404" y="10"/>
                      <a:pt x="403" y="9"/>
                      <a:pt x="401" y="9"/>
                    </a:cubicBezTo>
                    <a:cubicBezTo>
                      <a:pt x="400" y="9"/>
                      <a:pt x="398" y="10"/>
                      <a:pt x="398" y="12"/>
                    </a:cubicBezTo>
                    <a:cubicBezTo>
                      <a:pt x="397" y="13"/>
                      <a:pt x="397" y="16"/>
                      <a:pt x="397" y="19"/>
                    </a:cubicBezTo>
                    <a:cubicBezTo>
                      <a:pt x="397" y="25"/>
                      <a:pt x="397" y="25"/>
                      <a:pt x="397" y="25"/>
                    </a:cubicBezTo>
                    <a:cubicBezTo>
                      <a:pt x="403" y="25"/>
                      <a:pt x="403" y="25"/>
                      <a:pt x="403" y="25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397" y="34"/>
                      <a:pt x="397" y="34"/>
                      <a:pt x="397" y="34"/>
                    </a:cubicBezTo>
                    <a:cubicBezTo>
                      <a:pt x="397" y="89"/>
                      <a:pt x="397" y="89"/>
                      <a:pt x="397" y="89"/>
                    </a:cubicBezTo>
                    <a:cubicBezTo>
                      <a:pt x="391" y="89"/>
                      <a:pt x="391" y="89"/>
                      <a:pt x="391" y="89"/>
                    </a:cubicBezTo>
                    <a:close/>
                    <a:moveTo>
                      <a:pt x="428" y="89"/>
                    </a:moveTo>
                    <a:cubicBezTo>
                      <a:pt x="428" y="1"/>
                      <a:pt x="428" y="1"/>
                      <a:pt x="428" y="1"/>
                    </a:cubicBezTo>
                    <a:cubicBezTo>
                      <a:pt x="463" y="1"/>
                      <a:pt x="463" y="1"/>
                      <a:pt x="463" y="1"/>
                    </a:cubicBezTo>
                    <a:cubicBezTo>
                      <a:pt x="463" y="11"/>
                      <a:pt x="463" y="11"/>
                      <a:pt x="463" y="11"/>
                    </a:cubicBezTo>
                    <a:cubicBezTo>
                      <a:pt x="434" y="11"/>
                      <a:pt x="434" y="11"/>
                      <a:pt x="434" y="11"/>
                    </a:cubicBezTo>
                    <a:cubicBezTo>
                      <a:pt x="434" y="38"/>
                      <a:pt x="434" y="38"/>
                      <a:pt x="434" y="38"/>
                    </a:cubicBezTo>
                    <a:cubicBezTo>
                      <a:pt x="461" y="38"/>
                      <a:pt x="461" y="38"/>
                      <a:pt x="461" y="38"/>
                    </a:cubicBezTo>
                    <a:cubicBezTo>
                      <a:pt x="461" y="49"/>
                      <a:pt x="461" y="49"/>
                      <a:pt x="461" y="49"/>
                    </a:cubicBezTo>
                    <a:cubicBezTo>
                      <a:pt x="434" y="49"/>
                      <a:pt x="434" y="49"/>
                      <a:pt x="434" y="49"/>
                    </a:cubicBezTo>
                    <a:cubicBezTo>
                      <a:pt x="434" y="79"/>
                      <a:pt x="434" y="79"/>
                      <a:pt x="434" y="79"/>
                    </a:cubicBezTo>
                    <a:cubicBezTo>
                      <a:pt x="464" y="79"/>
                      <a:pt x="464" y="79"/>
                      <a:pt x="464" y="79"/>
                    </a:cubicBezTo>
                    <a:cubicBezTo>
                      <a:pt x="464" y="89"/>
                      <a:pt x="464" y="89"/>
                      <a:pt x="464" y="89"/>
                    </a:cubicBezTo>
                    <a:cubicBezTo>
                      <a:pt x="428" y="89"/>
                      <a:pt x="428" y="89"/>
                      <a:pt x="428" y="89"/>
                    </a:cubicBezTo>
                    <a:close/>
                    <a:moveTo>
                      <a:pt x="475" y="89"/>
                    </a:moveTo>
                    <a:cubicBezTo>
                      <a:pt x="475" y="1"/>
                      <a:pt x="475" y="1"/>
                      <a:pt x="475" y="1"/>
                    </a:cubicBezTo>
                    <a:cubicBezTo>
                      <a:pt x="481" y="1"/>
                      <a:pt x="481" y="1"/>
                      <a:pt x="481" y="1"/>
                    </a:cubicBezTo>
                    <a:cubicBezTo>
                      <a:pt x="481" y="89"/>
                      <a:pt x="481" y="89"/>
                      <a:pt x="481" y="89"/>
                    </a:cubicBezTo>
                    <a:cubicBezTo>
                      <a:pt x="475" y="89"/>
                      <a:pt x="475" y="89"/>
                      <a:pt x="475" y="89"/>
                    </a:cubicBezTo>
                    <a:close/>
                    <a:moveTo>
                      <a:pt x="518" y="68"/>
                    </a:moveTo>
                    <a:cubicBezTo>
                      <a:pt x="524" y="70"/>
                      <a:pt x="524" y="70"/>
                      <a:pt x="524" y="70"/>
                    </a:cubicBezTo>
                    <a:cubicBezTo>
                      <a:pt x="523" y="76"/>
                      <a:pt x="522" y="81"/>
                      <a:pt x="519" y="85"/>
                    </a:cubicBezTo>
                    <a:cubicBezTo>
                      <a:pt x="516" y="89"/>
                      <a:pt x="513" y="90"/>
                      <a:pt x="509" y="90"/>
                    </a:cubicBezTo>
                    <a:cubicBezTo>
                      <a:pt x="504" y="90"/>
                      <a:pt x="500" y="87"/>
                      <a:pt x="497" y="82"/>
                    </a:cubicBezTo>
                    <a:cubicBezTo>
                      <a:pt x="494" y="76"/>
                      <a:pt x="492" y="68"/>
                      <a:pt x="492" y="58"/>
                    </a:cubicBezTo>
                    <a:cubicBezTo>
                      <a:pt x="492" y="47"/>
                      <a:pt x="494" y="39"/>
                      <a:pt x="497" y="33"/>
                    </a:cubicBezTo>
                    <a:cubicBezTo>
                      <a:pt x="500" y="27"/>
                      <a:pt x="504" y="24"/>
                      <a:pt x="509" y="24"/>
                    </a:cubicBezTo>
                    <a:cubicBezTo>
                      <a:pt x="513" y="24"/>
                      <a:pt x="517" y="27"/>
                      <a:pt x="520" y="33"/>
                    </a:cubicBezTo>
                    <a:cubicBezTo>
                      <a:pt x="523" y="38"/>
                      <a:pt x="524" y="46"/>
                      <a:pt x="524" y="57"/>
                    </a:cubicBezTo>
                    <a:cubicBezTo>
                      <a:pt x="524" y="58"/>
                      <a:pt x="524" y="59"/>
                      <a:pt x="524" y="60"/>
                    </a:cubicBezTo>
                    <a:cubicBezTo>
                      <a:pt x="498" y="60"/>
                      <a:pt x="498" y="60"/>
                      <a:pt x="498" y="60"/>
                    </a:cubicBezTo>
                    <a:cubicBezTo>
                      <a:pt x="499" y="67"/>
                      <a:pt x="500" y="72"/>
                      <a:pt x="502" y="76"/>
                    </a:cubicBezTo>
                    <a:cubicBezTo>
                      <a:pt x="504" y="80"/>
                      <a:pt x="506" y="81"/>
                      <a:pt x="509" y="81"/>
                    </a:cubicBezTo>
                    <a:cubicBezTo>
                      <a:pt x="511" y="81"/>
                      <a:pt x="513" y="80"/>
                      <a:pt x="514" y="78"/>
                    </a:cubicBezTo>
                    <a:cubicBezTo>
                      <a:pt x="516" y="76"/>
                      <a:pt x="517" y="73"/>
                      <a:pt x="518" y="68"/>
                    </a:cubicBezTo>
                    <a:close/>
                    <a:moveTo>
                      <a:pt x="499" y="51"/>
                    </a:moveTo>
                    <a:cubicBezTo>
                      <a:pt x="518" y="51"/>
                      <a:pt x="518" y="51"/>
                      <a:pt x="518" y="51"/>
                    </a:cubicBezTo>
                    <a:cubicBezTo>
                      <a:pt x="518" y="46"/>
                      <a:pt x="517" y="42"/>
                      <a:pt x="516" y="39"/>
                    </a:cubicBezTo>
                    <a:cubicBezTo>
                      <a:pt x="514" y="35"/>
                      <a:pt x="512" y="33"/>
                      <a:pt x="509" y="33"/>
                    </a:cubicBezTo>
                    <a:cubicBezTo>
                      <a:pt x="506" y="33"/>
                      <a:pt x="504" y="34"/>
                      <a:pt x="502" y="38"/>
                    </a:cubicBezTo>
                    <a:cubicBezTo>
                      <a:pt x="500" y="41"/>
                      <a:pt x="499" y="45"/>
                      <a:pt x="499" y="51"/>
                    </a:cubicBezTo>
                    <a:close/>
                    <a:moveTo>
                      <a:pt x="558" y="66"/>
                    </a:moveTo>
                    <a:cubicBezTo>
                      <a:pt x="564" y="67"/>
                      <a:pt x="564" y="67"/>
                      <a:pt x="564" y="67"/>
                    </a:cubicBezTo>
                    <a:cubicBezTo>
                      <a:pt x="564" y="74"/>
                      <a:pt x="562" y="80"/>
                      <a:pt x="559" y="84"/>
                    </a:cubicBezTo>
                    <a:cubicBezTo>
                      <a:pt x="557" y="88"/>
                      <a:pt x="553" y="90"/>
                      <a:pt x="550" y="90"/>
                    </a:cubicBezTo>
                    <a:cubicBezTo>
                      <a:pt x="545" y="90"/>
                      <a:pt x="541" y="87"/>
                      <a:pt x="538" y="82"/>
                    </a:cubicBezTo>
                    <a:cubicBezTo>
                      <a:pt x="535" y="76"/>
                      <a:pt x="534" y="68"/>
                      <a:pt x="534" y="57"/>
                    </a:cubicBezTo>
                    <a:cubicBezTo>
                      <a:pt x="534" y="50"/>
                      <a:pt x="534" y="44"/>
                      <a:pt x="536" y="39"/>
                    </a:cubicBezTo>
                    <a:cubicBezTo>
                      <a:pt x="537" y="34"/>
                      <a:pt x="539" y="30"/>
                      <a:pt x="541" y="28"/>
                    </a:cubicBezTo>
                    <a:cubicBezTo>
                      <a:pt x="544" y="25"/>
                      <a:pt x="547" y="24"/>
                      <a:pt x="550" y="24"/>
                    </a:cubicBezTo>
                    <a:cubicBezTo>
                      <a:pt x="553" y="24"/>
                      <a:pt x="557" y="26"/>
                      <a:pt x="559" y="29"/>
                    </a:cubicBezTo>
                    <a:cubicBezTo>
                      <a:pt x="561" y="33"/>
                      <a:pt x="563" y="38"/>
                      <a:pt x="564" y="44"/>
                    </a:cubicBezTo>
                    <a:cubicBezTo>
                      <a:pt x="558" y="46"/>
                      <a:pt x="558" y="46"/>
                      <a:pt x="558" y="46"/>
                    </a:cubicBezTo>
                    <a:cubicBezTo>
                      <a:pt x="557" y="41"/>
                      <a:pt x="556" y="38"/>
                      <a:pt x="555" y="36"/>
                    </a:cubicBezTo>
                    <a:cubicBezTo>
                      <a:pt x="554" y="34"/>
                      <a:pt x="552" y="33"/>
                      <a:pt x="550" y="33"/>
                    </a:cubicBezTo>
                    <a:cubicBezTo>
                      <a:pt x="547" y="33"/>
                      <a:pt x="544" y="35"/>
                      <a:pt x="543" y="39"/>
                    </a:cubicBezTo>
                    <a:cubicBezTo>
                      <a:pt x="541" y="42"/>
                      <a:pt x="540" y="49"/>
                      <a:pt x="540" y="57"/>
                    </a:cubicBezTo>
                    <a:cubicBezTo>
                      <a:pt x="540" y="66"/>
                      <a:pt x="541" y="72"/>
                      <a:pt x="542" y="76"/>
                    </a:cubicBezTo>
                    <a:cubicBezTo>
                      <a:pt x="544" y="80"/>
                      <a:pt x="547" y="81"/>
                      <a:pt x="550" y="81"/>
                    </a:cubicBezTo>
                    <a:cubicBezTo>
                      <a:pt x="552" y="81"/>
                      <a:pt x="554" y="80"/>
                      <a:pt x="555" y="78"/>
                    </a:cubicBezTo>
                    <a:cubicBezTo>
                      <a:pt x="557" y="75"/>
                      <a:pt x="558" y="71"/>
                      <a:pt x="558" y="66"/>
                    </a:cubicBezTo>
                    <a:close/>
                    <a:moveTo>
                      <a:pt x="586" y="79"/>
                    </a:moveTo>
                    <a:cubicBezTo>
                      <a:pt x="587" y="89"/>
                      <a:pt x="587" y="89"/>
                      <a:pt x="587" y="89"/>
                    </a:cubicBezTo>
                    <a:cubicBezTo>
                      <a:pt x="585" y="89"/>
                      <a:pt x="584" y="90"/>
                      <a:pt x="582" y="90"/>
                    </a:cubicBezTo>
                    <a:cubicBezTo>
                      <a:pt x="580" y="90"/>
                      <a:pt x="578" y="89"/>
                      <a:pt x="577" y="88"/>
                    </a:cubicBezTo>
                    <a:cubicBezTo>
                      <a:pt x="576" y="87"/>
                      <a:pt x="575" y="85"/>
                      <a:pt x="575" y="83"/>
                    </a:cubicBezTo>
                    <a:cubicBezTo>
                      <a:pt x="574" y="81"/>
                      <a:pt x="574" y="77"/>
                      <a:pt x="574" y="70"/>
                    </a:cubicBezTo>
                    <a:cubicBezTo>
                      <a:pt x="574" y="34"/>
                      <a:pt x="574" y="34"/>
                      <a:pt x="574" y="34"/>
                    </a:cubicBezTo>
                    <a:cubicBezTo>
                      <a:pt x="570" y="34"/>
                      <a:pt x="570" y="34"/>
                      <a:pt x="570" y="34"/>
                    </a:cubicBezTo>
                    <a:cubicBezTo>
                      <a:pt x="570" y="25"/>
                      <a:pt x="570" y="25"/>
                      <a:pt x="570" y="25"/>
                    </a:cubicBezTo>
                    <a:cubicBezTo>
                      <a:pt x="574" y="25"/>
                      <a:pt x="574" y="25"/>
                      <a:pt x="574" y="25"/>
                    </a:cubicBezTo>
                    <a:cubicBezTo>
                      <a:pt x="574" y="10"/>
                      <a:pt x="574" y="10"/>
                      <a:pt x="574" y="10"/>
                    </a:cubicBezTo>
                    <a:cubicBezTo>
                      <a:pt x="580" y="3"/>
                      <a:pt x="580" y="3"/>
                      <a:pt x="580" y="3"/>
                    </a:cubicBezTo>
                    <a:cubicBezTo>
                      <a:pt x="580" y="25"/>
                      <a:pt x="580" y="25"/>
                      <a:pt x="580" y="25"/>
                    </a:cubicBezTo>
                    <a:cubicBezTo>
                      <a:pt x="586" y="25"/>
                      <a:pt x="586" y="25"/>
                      <a:pt x="586" y="25"/>
                    </a:cubicBezTo>
                    <a:cubicBezTo>
                      <a:pt x="586" y="34"/>
                      <a:pt x="586" y="34"/>
                      <a:pt x="586" y="34"/>
                    </a:cubicBezTo>
                    <a:cubicBezTo>
                      <a:pt x="580" y="34"/>
                      <a:pt x="580" y="34"/>
                      <a:pt x="580" y="34"/>
                    </a:cubicBezTo>
                    <a:cubicBezTo>
                      <a:pt x="580" y="71"/>
                      <a:pt x="580" y="71"/>
                      <a:pt x="580" y="71"/>
                    </a:cubicBezTo>
                    <a:cubicBezTo>
                      <a:pt x="580" y="74"/>
                      <a:pt x="580" y="76"/>
                      <a:pt x="580" y="77"/>
                    </a:cubicBezTo>
                    <a:cubicBezTo>
                      <a:pt x="580" y="78"/>
                      <a:pt x="581" y="78"/>
                      <a:pt x="581" y="79"/>
                    </a:cubicBezTo>
                    <a:cubicBezTo>
                      <a:pt x="582" y="79"/>
                      <a:pt x="582" y="80"/>
                      <a:pt x="583" y="80"/>
                    </a:cubicBezTo>
                    <a:cubicBezTo>
                      <a:pt x="584" y="80"/>
                      <a:pt x="585" y="80"/>
                      <a:pt x="586" y="79"/>
                    </a:cubicBezTo>
                    <a:close/>
                    <a:moveTo>
                      <a:pt x="595" y="89"/>
                    </a:moveTo>
                    <a:cubicBezTo>
                      <a:pt x="595" y="25"/>
                      <a:pt x="595" y="25"/>
                      <a:pt x="595" y="25"/>
                    </a:cubicBezTo>
                    <a:cubicBezTo>
                      <a:pt x="601" y="25"/>
                      <a:pt x="601" y="25"/>
                      <a:pt x="601" y="25"/>
                    </a:cubicBezTo>
                    <a:cubicBezTo>
                      <a:pt x="601" y="35"/>
                      <a:pt x="601" y="35"/>
                      <a:pt x="601" y="35"/>
                    </a:cubicBezTo>
                    <a:cubicBezTo>
                      <a:pt x="602" y="30"/>
                      <a:pt x="603" y="27"/>
                      <a:pt x="605" y="26"/>
                    </a:cubicBezTo>
                    <a:cubicBezTo>
                      <a:pt x="606" y="25"/>
                      <a:pt x="607" y="24"/>
                      <a:pt x="608" y="24"/>
                    </a:cubicBezTo>
                    <a:cubicBezTo>
                      <a:pt x="610" y="24"/>
                      <a:pt x="612" y="25"/>
                      <a:pt x="614" y="27"/>
                    </a:cubicBezTo>
                    <a:cubicBezTo>
                      <a:pt x="612" y="37"/>
                      <a:pt x="612" y="37"/>
                      <a:pt x="612" y="37"/>
                    </a:cubicBezTo>
                    <a:cubicBezTo>
                      <a:pt x="611" y="36"/>
                      <a:pt x="609" y="35"/>
                      <a:pt x="608" y="35"/>
                    </a:cubicBezTo>
                    <a:cubicBezTo>
                      <a:pt x="607" y="35"/>
                      <a:pt x="606" y="36"/>
                      <a:pt x="605" y="37"/>
                    </a:cubicBezTo>
                    <a:cubicBezTo>
                      <a:pt x="603" y="39"/>
                      <a:pt x="603" y="41"/>
                      <a:pt x="602" y="43"/>
                    </a:cubicBezTo>
                    <a:cubicBezTo>
                      <a:pt x="602" y="47"/>
                      <a:pt x="601" y="51"/>
                      <a:pt x="601" y="56"/>
                    </a:cubicBezTo>
                    <a:cubicBezTo>
                      <a:pt x="601" y="89"/>
                      <a:pt x="601" y="89"/>
                      <a:pt x="601" y="89"/>
                    </a:cubicBezTo>
                    <a:cubicBezTo>
                      <a:pt x="595" y="89"/>
                      <a:pt x="595" y="89"/>
                      <a:pt x="595" y="89"/>
                    </a:cubicBezTo>
                    <a:close/>
                    <a:moveTo>
                      <a:pt x="619" y="57"/>
                    </a:moveTo>
                    <a:cubicBezTo>
                      <a:pt x="619" y="45"/>
                      <a:pt x="621" y="37"/>
                      <a:pt x="625" y="31"/>
                    </a:cubicBezTo>
                    <a:cubicBezTo>
                      <a:pt x="628" y="26"/>
                      <a:pt x="632" y="24"/>
                      <a:pt x="636" y="24"/>
                    </a:cubicBezTo>
                    <a:cubicBezTo>
                      <a:pt x="641" y="24"/>
                      <a:pt x="645" y="27"/>
                      <a:pt x="648" y="32"/>
                    </a:cubicBezTo>
                    <a:cubicBezTo>
                      <a:pt x="651" y="38"/>
                      <a:pt x="652" y="46"/>
                      <a:pt x="652" y="56"/>
                    </a:cubicBezTo>
                    <a:cubicBezTo>
                      <a:pt x="652" y="64"/>
                      <a:pt x="652" y="71"/>
                      <a:pt x="650" y="76"/>
                    </a:cubicBezTo>
                    <a:cubicBezTo>
                      <a:pt x="649" y="80"/>
                      <a:pt x="647" y="84"/>
                      <a:pt x="644" y="86"/>
                    </a:cubicBezTo>
                    <a:cubicBezTo>
                      <a:pt x="642" y="89"/>
                      <a:pt x="639" y="90"/>
                      <a:pt x="636" y="90"/>
                    </a:cubicBezTo>
                    <a:cubicBezTo>
                      <a:pt x="631" y="90"/>
                      <a:pt x="627" y="87"/>
                      <a:pt x="624" y="82"/>
                    </a:cubicBezTo>
                    <a:cubicBezTo>
                      <a:pt x="621" y="76"/>
                      <a:pt x="619" y="68"/>
                      <a:pt x="619" y="57"/>
                    </a:cubicBezTo>
                    <a:close/>
                    <a:moveTo>
                      <a:pt x="626" y="57"/>
                    </a:moveTo>
                    <a:cubicBezTo>
                      <a:pt x="626" y="65"/>
                      <a:pt x="627" y="71"/>
                      <a:pt x="628" y="75"/>
                    </a:cubicBezTo>
                    <a:cubicBezTo>
                      <a:pt x="630" y="79"/>
                      <a:pt x="633" y="81"/>
                      <a:pt x="636" y="81"/>
                    </a:cubicBezTo>
                    <a:cubicBezTo>
                      <a:pt x="639" y="81"/>
                      <a:pt x="641" y="79"/>
                      <a:pt x="643" y="75"/>
                    </a:cubicBezTo>
                    <a:cubicBezTo>
                      <a:pt x="645" y="71"/>
                      <a:pt x="646" y="65"/>
                      <a:pt x="646" y="57"/>
                    </a:cubicBezTo>
                    <a:cubicBezTo>
                      <a:pt x="646" y="49"/>
                      <a:pt x="645" y="43"/>
                      <a:pt x="643" y="39"/>
                    </a:cubicBezTo>
                    <a:cubicBezTo>
                      <a:pt x="641" y="35"/>
                      <a:pt x="639" y="33"/>
                      <a:pt x="636" y="33"/>
                    </a:cubicBezTo>
                    <a:cubicBezTo>
                      <a:pt x="633" y="33"/>
                      <a:pt x="630" y="35"/>
                      <a:pt x="628" y="39"/>
                    </a:cubicBezTo>
                    <a:cubicBezTo>
                      <a:pt x="627" y="43"/>
                      <a:pt x="626" y="49"/>
                      <a:pt x="626" y="57"/>
                    </a:cubicBezTo>
                    <a:close/>
                    <a:moveTo>
                      <a:pt x="663" y="89"/>
                    </a:moveTo>
                    <a:cubicBezTo>
                      <a:pt x="663" y="25"/>
                      <a:pt x="663" y="25"/>
                      <a:pt x="663" y="25"/>
                    </a:cubicBezTo>
                    <a:cubicBezTo>
                      <a:pt x="668" y="25"/>
                      <a:pt x="668" y="25"/>
                      <a:pt x="668" y="25"/>
                    </a:cubicBezTo>
                    <a:cubicBezTo>
                      <a:pt x="668" y="34"/>
                      <a:pt x="668" y="34"/>
                      <a:pt x="668" y="34"/>
                    </a:cubicBezTo>
                    <a:cubicBezTo>
                      <a:pt x="671" y="27"/>
                      <a:pt x="675" y="24"/>
                      <a:pt x="679" y="24"/>
                    </a:cubicBezTo>
                    <a:cubicBezTo>
                      <a:pt x="682" y="24"/>
                      <a:pt x="683" y="25"/>
                      <a:pt x="685" y="26"/>
                    </a:cubicBezTo>
                    <a:cubicBezTo>
                      <a:pt x="687" y="27"/>
                      <a:pt x="688" y="29"/>
                      <a:pt x="689" y="31"/>
                    </a:cubicBezTo>
                    <a:cubicBezTo>
                      <a:pt x="690" y="34"/>
                      <a:pt x="691" y="36"/>
                      <a:pt x="691" y="39"/>
                    </a:cubicBezTo>
                    <a:cubicBezTo>
                      <a:pt x="691" y="41"/>
                      <a:pt x="691" y="45"/>
                      <a:pt x="691" y="50"/>
                    </a:cubicBezTo>
                    <a:cubicBezTo>
                      <a:pt x="691" y="89"/>
                      <a:pt x="691" y="89"/>
                      <a:pt x="691" y="89"/>
                    </a:cubicBezTo>
                    <a:cubicBezTo>
                      <a:pt x="685" y="89"/>
                      <a:pt x="685" y="89"/>
                      <a:pt x="685" y="89"/>
                    </a:cubicBezTo>
                    <a:cubicBezTo>
                      <a:pt x="685" y="50"/>
                      <a:pt x="685" y="50"/>
                      <a:pt x="685" y="50"/>
                    </a:cubicBezTo>
                    <a:cubicBezTo>
                      <a:pt x="685" y="46"/>
                      <a:pt x="685" y="43"/>
                      <a:pt x="685" y="40"/>
                    </a:cubicBezTo>
                    <a:cubicBezTo>
                      <a:pt x="684" y="38"/>
                      <a:pt x="683" y="36"/>
                      <a:pt x="682" y="35"/>
                    </a:cubicBezTo>
                    <a:cubicBezTo>
                      <a:pt x="681" y="34"/>
                      <a:pt x="680" y="33"/>
                      <a:pt x="678" y="33"/>
                    </a:cubicBezTo>
                    <a:cubicBezTo>
                      <a:pt x="676" y="33"/>
                      <a:pt x="673" y="35"/>
                      <a:pt x="672" y="38"/>
                    </a:cubicBezTo>
                    <a:cubicBezTo>
                      <a:pt x="670" y="40"/>
                      <a:pt x="669" y="46"/>
                      <a:pt x="669" y="54"/>
                    </a:cubicBezTo>
                    <a:cubicBezTo>
                      <a:pt x="669" y="89"/>
                      <a:pt x="669" y="89"/>
                      <a:pt x="669" y="89"/>
                    </a:cubicBezTo>
                    <a:cubicBezTo>
                      <a:pt x="663" y="89"/>
                      <a:pt x="663" y="89"/>
                      <a:pt x="663" y="89"/>
                    </a:cubicBezTo>
                    <a:close/>
                    <a:moveTo>
                      <a:pt x="704" y="14"/>
                    </a:moveTo>
                    <a:cubicBezTo>
                      <a:pt x="704" y="1"/>
                      <a:pt x="704" y="1"/>
                      <a:pt x="704" y="1"/>
                    </a:cubicBezTo>
                    <a:cubicBezTo>
                      <a:pt x="710" y="1"/>
                      <a:pt x="710" y="1"/>
                      <a:pt x="710" y="1"/>
                    </a:cubicBezTo>
                    <a:cubicBezTo>
                      <a:pt x="710" y="14"/>
                      <a:pt x="710" y="14"/>
                      <a:pt x="710" y="14"/>
                    </a:cubicBezTo>
                    <a:cubicBezTo>
                      <a:pt x="704" y="14"/>
                      <a:pt x="704" y="14"/>
                      <a:pt x="704" y="14"/>
                    </a:cubicBezTo>
                    <a:close/>
                    <a:moveTo>
                      <a:pt x="704" y="89"/>
                    </a:moveTo>
                    <a:cubicBezTo>
                      <a:pt x="704" y="25"/>
                      <a:pt x="704" y="25"/>
                      <a:pt x="704" y="25"/>
                    </a:cubicBezTo>
                    <a:cubicBezTo>
                      <a:pt x="710" y="25"/>
                      <a:pt x="710" y="25"/>
                      <a:pt x="710" y="25"/>
                    </a:cubicBezTo>
                    <a:cubicBezTo>
                      <a:pt x="710" y="89"/>
                      <a:pt x="710" y="89"/>
                      <a:pt x="710" y="89"/>
                    </a:cubicBezTo>
                    <a:cubicBezTo>
                      <a:pt x="704" y="89"/>
                      <a:pt x="704" y="89"/>
                      <a:pt x="704" y="89"/>
                    </a:cubicBezTo>
                    <a:close/>
                    <a:moveTo>
                      <a:pt x="746" y="66"/>
                    </a:moveTo>
                    <a:cubicBezTo>
                      <a:pt x="752" y="67"/>
                      <a:pt x="752" y="67"/>
                      <a:pt x="752" y="67"/>
                    </a:cubicBezTo>
                    <a:cubicBezTo>
                      <a:pt x="751" y="74"/>
                      <a:pt x="749" y="80"/>
                      <a:pt x="747" y="84"/>
                    </a:cubicBezTo>
                    <a:cubicBezTo>
                      <a:pt x="744" y="88"/>
                      <a:pt x="741" y="90"/>
                      <a:pt x="737" y="90"/>
                    </a:cubicBezTo>
                    <a:cubicBezTo>
                      <a:pt x="732" y="90"/>
                      <a:pt x="728" y="87"/>
                      <a:pt x="726" y="82"/>
                    </a:cubicBezTo>
                    <a:cubicBezTo>
                      <a:pt x="723" y="76"/>
                      <a:pt x="721" y="68"/>
                      <a:pt x="721" y="57"/>
                    </a:cubicBezTo>
                    <a:cubicBezTo>
                      <a:pt x="721" y="50"/>
                      <a:pt x="722" y="44"/>
                      <a:pt x="723" y="39"/>
                    </a:cubicBezTo>
                    <a:cubicBezTo>
                      <a:pt x="724" y="34"/>
                      <a:pt x="726" y="30"/>
                      <a:pt x="729" y="28"/>
                    </a:cubicBezTo>
                    <a:cubicBezTo>
                      <a:pt x="731" y="25"/>
                      <a:pt x="734" y="24"/>
                      <a:pt x="737" y="24"/>
                    </a:cubicBezTo>
                    <a:cubicBezTo>
                      <a:pt x="741" y="24"/>
                      <a:pt x="744" y="26"/>
                      <a:pt x="746" y="29"/>
                    </a:cubicBezTo>
                    <a:cubicBezTo>
                      <a:pt x="749" y="33"/>
                      <a:pt x="750" y="38"/>
                      <a:pt x="751" y="44"/>
                    </a:cubicBezTo>
                    <a:cubicBezTo>
                      <a:pt x="745" y="46"/>
                      <a:pt x="745" y="46"/>
                      <a:pt x="745" y="46"/>
                    </a:cubicBezTo>
                    <a:cubicBezTo>
                      <a:pt x="745" y="41"/>
                      <a:pt x="744" y="38"/>
                      <a:pt x="742" y="36"/>
                    </a:cubicBezTo>
                    <a:cubicBezTo>
                      <a:pt x="741" y="34"/>
                      <a:pt x="739" y="33"/>
                      <a:pt x="737" y="33"/>
                    </a:cubicBezTo>
                    <a:cubicBezTo>
                      <a:pt x="734" y="33"/>
                      <a:pt x="732" y="35"/>
                      <a:pt x="730" y="39"/>
                    </a:cubicBezTo>
                    <a:cubicBezTo>
                      <a:pt x="728" y="42"/>
                      <a:pt x="727" y="49"/>
                      <a:pt x="727" y="57"/>
                    </a:cubicBezTo>
                    <a:cubicBezTo>
                      <a:pt x="727" y="66"/>
                      <a:pt x="728" y="72"/>
                      <a:pt x="730" y="76"/>
                    </a:cubicBezTo>
                    <a:cubicBezTo>
                      <a:pt x="732" y="80"/>
                      <a:pt x="734" y="81"/>
                      <a:pt x="737" y="81"/>
                    </a:cubicBezTo>
                    <a:cubicBezTo>
                      <a:pt x="739" y="81"/>
                      <a:pt x="741" y="80"/>
                      <a:pt x="743" y="78"/>
                    </a:cubicBezTo>
                    <a:cubicBezTo>
                      <a:pt x="744" y="75"/>
                      <a:pt x="745" y="71"/>
                      <a:pt x="746" y="66"/>
                    </a:cubicBezTo>
                    <a:close/>
                    <a:moveTo>
                      <a:pt x="774" y="61"/>
                    </a:moveTo>
                    <a:cubicBezTo>
                      <a:pt x="780" y="60"/>
                      <a:pt x="780" y="60"/>
                      <a:pt x="780" y="60"/>
                    </a:cubicBezTo>
                    <a:cubicBezTo>
                      <a:pt x="780" y="64"/>
                      <a:pt x="781" y="68"/>
                      <a:pt x="782" y="71"/>
                    </a:cubicBezTo>
                    <a:cubicBezTo>
                      <a:pt x="783" y="73"/>
                      <a:pt x="785" y="76"/>
                      <a:pt x="787" y="77"/>
                    </a:cubicBezTo>
                    <a:cubicBezTo>
                      <a:pt x="789" y="79"/>
                      <a:pt x="792" y="80"/>
                      <a:pt x="794" y="80"/>
                    </a:cubicBezTo>
                    <a:cubicBezTo>
                      <a:pt x="797" y="80"/>
                      <a:pt x="799" y="79"/>
                      <a:pt x="801" y="78"/>
                    </a:cubicBezTo>
                    <a:cubicBezTo>
                      <a:pt x="803" y="77"/>
                      <a:pt x="804" y="75"/>
                      <a:pt x="805" y="73"/>
                    </a:cubicBezTo>
                    <a:cubicBezTo>
                      <a:pt x="806" y="70"/>
                      <a:pt x="806" y="68"/>
                      <a:pt x="806" y="65"/>
                    </a:cubicBezTo>
                    <a:cubicBezTo>
                      <a:pt x="806" y="62"/>
                      <a:pt x="806" y="60"/>
                      <a:pt x="805" y="58"/>
                    </a:cubicBezTo>
                    <a:cubicBezTo>
                      <a:pt x="804" y="56"/>
                      <a:pt x="803" y="54"/>
                      <a:pt x="801" y="53"/>
                    </a:cubicBezTo>
                    <a:cubicBezTo>
                      <a:pt x="799" y="52"/>
                      <a:pt x="796" y="50"/>
                      <a:pt x="792" y="48"/>
                    </a:cubicBezTo>
                    <a:cubicBezTo>
                      <a:pt x="788" y="46"/>
                      <a:pt x="785" y="45"/>
                      <a:pt x="783" y="43"/>
                    </a:cubicBezTo>
                    <a:cubicBezTo>
                      <a:pt x="780" y="41"/>
                      <a:pt x="779" y="38"/>
                      <a:pt x="778" y="35"/>
                    </a:cubicBezTo>
                    <a:cubicBezTo>
                      <a:pt x="776" y="31"/>
                      <a:pt x="776" y="28"/>
                      <a:pt x="776" y="24"/>
                    </a:cubicBezTo>
                    <a:cubicBezTo>
                      <a:pt x="776" y="19"/>
                      <a:pt x="777" y="15"/>
                      <a:pt x="778" y="11"/>
                    </a:cubicBezTo>
                    <a:cubicBezTo>
                      <a:pt x="779" y="8"/>
                      <a:pt x="781" y="5"/>
                      <a:pt x="784" y="3"/>
                    </a:cubicBezTo>
                    <a:cubicBezTo>
                      <a:pt x="787" y="1"/>
                      <a:pt x="790" y="0"/>
                      <a:pt x="793" y="0"/>
                    </a:cubicBezTo>
                    <a:cubicBezTo>
                      <a:pt x="796" y="0"/>
                      <a:pt x="800" y="1"/>
                      <a:pt x="802" y="3"/>
                    </a:cubicBezTo>
                    <a:cubicBezTo>
                      <a:pt x="805" y="5"/>
                      <a:pt x="807" y="8"/>
                      <a:pt x="809" y="12"/>
                    </a:cubicBezTo>
                    <a:cubicBezTo>
                      <a:pt x="810" y="16"/>
                      <a:pt x="811" y="21"/>
                      <a:pt x="811" y="26"/>
                    </a:cubicBezTo>
                    <a:cubicBezTo>
                      <a:pt x="805" y="27"/>
                      <a:pt x="805" y="27"/>
                      <a:pt x="805" y="27"/>
                    </a:cubicBezTo>
                    <a:cubicBezTo>
                      <a:pt x="805" y="21"/>
                      <a:pt x="803" y="17"/>
                      <a:pt x="802" y="14"/>
                    </a:cubicBezTo>
                    <a:cubicBezTo>
                      <a:pt x="800" y="11"/>
                      <a:pt x="797" y="10"/>
                      <a:pt x="793" y="10"/>
                    </a:cubicBezTo>
                    <a:cubicBezTo>
                      <a:pt x="789" y="10"/>
                      <a:pt x="786" y="11"/>
                      <a:pt x="785" y="14"/>
                    </a:cubicBezTo>
                    <a:cubicBezTo>
                      <a:pt x="783" y="16"/>
                      <a:pt x="782" y="19"/>
                      <a:pt x="782" y="23"/>
                    </a:cubicBezTo>
                    <a:cubicBezTo>
                      <a:pt x="782" y="26"/>
                      <a:pt x="783" y="29"/>
                      <a:pt x="784" y="31"/>
                    </a:cubicBezTo>
                    <a:cubicBezTo>
                      <a:pt x="785" y="33"/>
                      <a:pt x="788" y="35"/>
                      <a:pt x="794" y="37"/>
                    </a:cubicBezTo>
                    <a:cubicBezTo>
                      <a:pt x="799" y="39"/>
                      <a:pt x="802" y="41"/>
                      <a:pt x="804" y="43"/>
                    </a:cubicBezTo>
                    <a:cubicBezTo>
                      <a:pt x="807" y="45"/>
                      <a:pt x="809" y="48"/>
                      <a:pt x="810" y="52"/>
                    </a:cubicBezTo>
                    <a:cubicBezTo>
                      <a:pt x="812" y="55"/>
                      <a:pt x="812" y="59"/>
                      <a:pt x="812" y="64"/>
                    </a:cubicBezTo>
                    <a:cubicBezTo>
                      <a:pt x="812" y="69"/>
                      <a:pt x="812" y="73"/>
                      <a:pt x="810" y="77"/>
                    </a:cubicBezTo>
                    <a:cubicBezTo>
                      <a:pt x="809" y="81"/>
                      <a:pt x="807" y="85"/>
                      <a:pt x="804" y="87"/>
                    </a:cubicBezTo>
                    <a:cubicBezTo>
                      <a:pt x="801" y="89"/>
                      <a:pt x="798" y="90"/>
                      <a:pt x="795" y="90"/>
                    </a:cubicBezTo>
                    <a:cubicBezTo>
                      <a:pt x="790" y="90"/>
                      <a:pt x="787" y="89"/>
                      <a:pt x="784" y="87"/>
                    </a:cubicBezTo>
                    <a:cubicBezTo>
                      <a:pt x="781" y="85"/>
                      <a:pt x="778" y="81"/>
                      <a:pt x="777" y="76"/>
                    </a:cubicBezTo>
                    <a:cubicBezTo>
                      <a:pt x="775" y="72"/>
                      <a:pt x="774" y="67"/>
                      <a:pt x="774" y="61"/>
                    </a:cubicBezTo>
                    <a:close/>
                    <a:moveTo>
                      <a:pt x="847" y="66"/>
                    </a:moveTo>
                    <a:cubicBezTo>
                      <a:pt x="853" y="67"/>
                      <a:pt x="853" y="67"/>
                      <a:pt x="853" y="67"/>
                    </a:cubicBezTo>
                    <a:cubicBezTo>
                      <a:pt x="852" y="74"/>
                      <a:pt x="851" y="80"/>
                      <a:pt x="848" y="84"/>
                    </a:cubicBezTo>
                    <a:cubicBezTo>
                      <a:pt x="845" y="88"/>
                      <a:pt x="842" y="90"/>
                      <a:pt x="838" y="90"/>
                    </a:cubicBezTo>
                    <a:cubicBezTo>
                      <a:pt x="834" y="90"/>
                      <a:pt x="830" y="87"/>
                      <a:pt x="827" y="82"/>
                    </a:cubicBezTo>
                    <a:cubicBezTo>
                      <a:pt x="824" y="76"/>
                      <a:pt x="822" y="68"/>
                      <a:pt x="822" y="57"/>
                    </a:cubicBezTo>
                    <a:cubicBezTo>
                      <a:pt x="822" y="50"/>
                      <a:pt x="823" y="44"/>
                      <a:pt x="824" y="39"/>
                    </a:cubicBezTo>
                    <a:cubicBezTo>
                      <a:pt x="826" y="34"/>
                      <a:pt x="827" y="30"/>
                      <a:pt x="830" y="28"/>
                    </a:cubicBezTo>
                    <a:cubicBezTo>
                      <a:pt x="833" y="25"/>
                      <a:pt x="835" y="24"/>
                      <a:pt x="838" y="24"/>
                    </a:cubicBezTo>
                    <a:cubicBezTo>
                      <a:pt x="842" y="24"/>
                      <a:pt x="845" y="26"/>
                      <a:pt x="848" y="29"/>
                    </a:cubicBezTo>
                    <a:cubicBezTo>
                      <a:pt x="850" y="33"/>
                      <a:pt x="852" y="38"/>
                      <a:pt x="852" y="44"/>
                    </a:cubicBezTo>
                    <a:cubicBezTo>
                      <a:pt x="847" y="46"/>
                      <a:pt x="847" y="46"/>
                      <a:pt x="847" y="46"/>
                    </a:cubicBezTo>
                    <a:cubicBezTo>
                      <a:pt x="846" y="41"/>
                      <a:pt x="845" y="38"/>
                      <a:pt x="844" y="36"/>
                    </a:cubicBezTo>
                    <a:cubicBezTo>
                      <a:pt x="842" y="34"/>
                      <a:pt x="841" y="33"/>
                      <a:pt x="839" y="33"/>
                    </a:cubicBezTo>
                    <a:cubicBezTo>
                      <a:pt x="836" y="33"/>
                      <a:pt x="833" y="35"/>
                      <a:pt x="831" y="39"/>
                    </a:cubicBezTo>
                    <a:cubicBezTo>
                      <a:pt x="829" y="42"/>
                      <a:pt x="828" y="49"/>
                      <a:pt x="828" y="57"/>
                    </a:cubicBezTo>
                    <a:cubicBezTo>
                      <a:pt x="828" y="66"/>
                      <a:pt x="829" y="72"/>
                      <a:pt x="831" y="76"/>
                    </a:cubicBezTo>
                    <a:cubicBezTo>
                      <a:pt x="833" y="80"/>
                      <a:pt x="835" y="81"/>
                      <a:pt x="838" y="81"/>
                    </a:cubicBezTo>
                    <a:cubicBezTo>
                      <a:pt x="841" y="81"/>
                      <a:pt x="843" y="80"/>
                      <a:pt x="844" y="78"/>
                    </a:cubicBezTo>
                    <a:cubicBezTo>
                      <a:pt x="846" y="75"/>
                      <a:pt x="847" y="71"/>
                      <a:pt x="847" y="66"/>
                    </a:cubicBezTo>
                    <a:close/>
                    <a:moveTo>
                      <a:pt x="862" y="14"/>
                    </a:moveTo>
                    <a:cubicBezTo>
                      <a:pt x="862" y="1"/>
                      <a:pt x="862" y="1"/>
                      <a:pt x="862" y="1"/>
                    </a:cubicBezTo>
                    <a:cubicBezTo>
                      <a:pt x="868" y="1"/>
                      <a:pt x="868" y="1"/>
                      <a:pt x="868" y="1"/>
                    </a:cubicBezTo>
                    <a:cubicBezTo>
                      <a:pt x="868" y="14"/>
                      <a:pt x="868" y="14"/>
                      <a:pt x="868" y="14"/>
                    </a:cubicBezTo>
                    <a:cubicBezTo>
                      <a:pt x="862" y="14"/>
                      <a:pt x="862" y="14"/>
                      <a:pt x="862" y="14"/>
                    </a:cubicBezTo>
                    <a:close/>
                    <a:moveTo>
                      <a:pt x="862" y="89"/>
                    </a:moveTo>
                    <a:cubicBezTo>
                      <a:pt x="862" y="25"/>
                      <a:pt x="862" y="25"/>
                      <a:pt x="862" y="25"/>
                    </a:cubicBezTo>
                    <a:cubicBezTo>
                      <a:pt x="868" y="25"/>
                      <a:pt x="868" y="25"/>
                      <a:pt x="868" y="25"/>
                    </a:cubicBezTo>
                    <a:cubicBezTo>
                      <a:pt x="868" y="89"/>
                      <a:pt x="868" y="89"/>
                      <a:pt x="868" y="89"/>
                    </a:cubicBezTo>
                    <a:cubicBezTo>
                      <a:pt x="862" y="89"/>
                      <a:pt x="862" y="89"/>
                      <a:pt x="862" y="89"/>
                    </a:cubicBezTo>
                    <a:close/>
                    <a:moveTo>
                      <a:pt x="904" y="68"/>
                    </a:moveTo>
                    <a:cubicBezTo>
                      <a:pt x="911" y="70"/>
                      <a:pt x="911" y="70"/>
                      <a:pt x="911" y="70"/>
                    </a:cubicBezTo>
                    <a:cubicBezTo>
                      <a:pt x="910" y="76"/>
                      <a:pt x="908" y="81"/>
                      <a:pt x="905" y="85"/>
                    </a:cubicBezTo>
                    <a:cubicBezTo>
                      <a:pt x="903" y="89"/>
                      <a:pt x="899" y="90"/>
                      <a:pt x="895" y="90"/>
                    </a:cubicBezTo>
                    <a:cubicBezTo>
                      <a:pt x="890" y="90"/>
                      <a:pt x="886" y="87"/>
                      <a:pt x="883" y="82"/>
                    </a:cubicBezTo>
                    <a:cubicBezTo>
                      <a:pt x="880" y="76"/>
                      <a:pt x="878" y="68"/>
                      <a:pt x="878" y="58"/>
                    </a:cubicBezTo>
                    <a:cubicBezTo>
                      <a:pt x="878" y="47"/>
                      <a:pt x="880" y="39"/>
                      <a:pt x="883" y="33"/>
                    </a:cubicBezTo>
                    <a:cubicBezTo>
                      <a:pt x="886" y="27"/>
                      <a:pt x="890" y="24"/>
                      <a:pt x="895" y="24"/>
                    </a:cubicBezTo>
                    <a:cubicBezTo>
                      <a:pt x="899" y="24"/>
                      <a:pt x="903" y="27"/>
                      <a:pt x="906" y="33"/>
                    </a:cubicBezTo>
                    <a:cubicBezTo>
                      <a:pt x="909" y="38"/>
                      <a:pt x="911" y="46"/>
                      <a:pt x="911" y="57"/>
                    </a:cubicBezTo>
                    <a:cubicBezTo>
                      <a:pt x="911" y="58"/>
                      <a:pt x="911" y="59"/>
                      <a:pt x="911" y="60"/>
                    </a:cubicBezTo>
                    <a:cubicBezTo>
                      <a:pt x="885" y="60"/>
                      <a:pt x="885" y="60"/>
                      <a:pt x="885" y="60"/>
                    </a:cubicBezTo>
                    <a:cubicBezTo>
                      <a:pt x="885" y="67"/>
                      <a:pt x="886" y="72"/>
                      <a:pt x="888" y="76"/>
                    </a:cubicBezTo>
                    <a:cubicBezTo>
                      <a:pt x="890" y="80"/>
                      <a:pt x="892" y="81"/>
                      <a:pt x="895" y="81"/>
                    </a:cubicBezTo>
                    <a:cubicBezTo>
                      <a:pt x="897" y="81"/>
                      <a:pt x="899" y="80"/>
                      <a:pt x="901" y="78"/>
                    </a:cubicBezTo>
                    <a:cubicBezTo>
                      <a:pt x="902" y="76"/>
                      <a:pt x="903" y="73"/>
                      <a:pt x="904" y="68"/>
                    </a:cubicBezTo>
                    <a:close/>
                    <a:moveTo>
                      <a:pt x="885" y="51"/>
                    </a:moveTo>
                    <a:cubicBezTo>
                      <a:pt x="904" y="51"/>
                      <a:pt x="904" y="51"/>
                      <a:pt x="904" y="51"/>
                    </a:cubicBezTo>
                    <a:cubicBezTo>
                      <a:pt x="904" y="46"/>
                      <a:pt x="903" y="42"/>
                      <a:pt x="902" y="39"/>
                    </a:cubicBezTo>
                    <a:cubicBezTo>
                      <a:pt x="900" y="35"/>
                      <a:pt x="898" y="33"/>
                      <a:pt x="895" y="33"/>
                    </a:cubicBezTo>
                    <a:cubicBezTo>
                      <a:pt x="892" y="33"/>
                      <a:pt x="890" y="34"/>
                      <a:pt x="888" y="38"/>
                    </a:cubicBezTo>
                    <a:cubicBezTo>
                      <a:pt x="886" y="41"/>
                      <a:pt x="885" y="45"/>
                      <a:pt x="885" y="51"/>
                    </a:cubicBezTo>
                    <a:close/>
                    <a:moveTo>
                      <a:pt x="922" y="89"/>
                    </a:moveTo>
                    <a:cubicBezTo>
                      <a:pt x="922" y="25"/>
                      <a:pt x="922" y="25"/>
                      <a:pt x="922" y="25"/>
                    </a:cubicBezTo>
                    <a:cubicBezTo>
                      <a:pt x="927" y="25"/>
                      <a:pt x="927" y="25"/>
                      <a:pt x="927" y="25"/>
                    </a:cubicBezTo>
                    <a:cubicBezTo>
                      <a:pt x="927" y="34"/>
                      <a:pt x="927" y="34"/>
                      <a:pt x="927" y="34"/>
                    </a:cubicBezTo>
                    <a:cubicBezTo>
                      <a:pt x="930" y="27"/>
                      <a:pt x="933" y="24"/>
                      <a:pt x="938" y="24"/>
                    </a:cubicBezTo>
                    <a:cubicBezTo>
                      <a:pt x="940" y="24"/>
                      <a:pt x="942" y="25"/>
                      <a:pt x="944" y="26"/>
                    </a:cubicBezTo>
                    <a:cubicBezTo>
                      <a:pt x="946" y="27"/>
                      <a:pt x="947" y="29"/>
                      <a:pt x="948" y="31"/>
                    </a:cubicBezTo>
                    <a:cubicBezTo>
                      <a:pt x="949" y="34"/>
                      <a:pt x="949" y="36"/>
                      <a:pt x="950" y="39"/>
                    </a:cubicBezTo>
                    <a:cubicBezTo>
                      <a:pt x="950" y="41"/>
                      <a:pt x="950" y="45"/>
                      <a:pt x="950" y="50"/>
                    </a:cubicBezTo>
                    <a:cubicBezTo>
                      <a:pt x="950" y="89"/>
                      <a:pt x="950" y="89"/>
                      <a:pt x="950" y="89"/>
                    </a:cubicBezTo>
                    <a:cubicBezTo>
                      <a:pt x="944" y="89"/>
                      <a:pt x="944" y="89"/>
                      <a:pt x="944" y="89"/>
                    </a:cubicBezTo>
                    <a:cubicBezTo>
                      <a:pt x="944" y="50"/>
                      <a:pt x="944" y="50"/>
                      <a:pt x="944" y="50"/>
                    </a:cubicBezTo>
                    <a:cubicBezTo>
                      <a:pt x="944" y="46"/>
                      <a:pt x="944" y="43"/>
                      <a:pt x="944" y="40"/>
                    </a:cubicBezTo>
                    <a:cubicBezTo>
                      <a:pt x="943" y="38"/>
                      <a:pt x="942" y="36"/>
                      <a:pt x="941" y="35"/>
                    </a:cubicBezTo>
                    <a:cubicBezTo>
                      <a:pt x="940" y="34"/>
                      <a:pt x="939" y="33"/>
                      <a:pt x="937" y="33"/>
                    </a:cubicBezTo>
                    <a:cubicBezTo>
                      <a:pt x="934" y="33"/>
                      <a:pt x="932" y="35"/>
                      <a:pt x="930" y="38"/>
                    </a:cubicBezTo>
                    <a:cubicBezTo>
                      <a:pt x="929" y="40"/>
                      <a:pt x="928" y="46"/>
                      <a:pt x="928" y="54"/>
                    </a:cubicBezTo>
                    <a:cubicBezTo>
                      <a:pt x="928" y="89"/>
                      <a:pt x="928" y="89"/>
                      <a:pt x="928" y="89"/>
                    </a:cubicBezTo>
                    <a:cubicBezTo>
                      <a:pt x="922" y="89"/>
                      <a:pt x="922" y="89"/>
                      <a:pt x="922" y="89"/>
                    </a:cubicBezTo>
                    <a:close/>
                    <a:moveTo>
                      <a:pt x="986" y="66"/>
                    </a:moveTo>
                    <a:cubicBezTo>
                      <a:pt x="992" y="67"/>
                      <a:pt x="992" y="67"/>
                      <a:pt x="992" y="67"/>
                    </a:cubicBezTo>
                    <a:cubicBezTo>
                      <a:pt x="991" y="74"/>
                      <a:pt x="989" y="80"/>
                      <a:pt x="987" y="84"/>
                    </a:cubicBezTo>
                    <a:cubicBezTo>
                      <a:pt x="984" y="88"/>
                      <a:pt x="981" y="90"/>
                      <a:pt x="977" y="90"/>
                    </a:cubicBezTo>
                    <a:cubicBezTo>
                      <a:pt x="972" y="90"/>
                      <a:pt x="968" y="87"/>
                      <a:pt x="966" y="82"/>
                    </a:cubicBezTo>
                    <a:cubicBezTo>
                      <a:pt x="963" y="76"/>
                      <a:pt x="961" y="68"/>
                      <a:pt x="961" y="57"/>
                    </a:cubicBezTo>
                    <a:cubicBezTo>
                      <a:pt x="961" y="50"/>
                      <a:pt x="962" y="44"/>
                      <a:pt x="963" y="39"/>
                    </a:cubicBezTo>
                    <a:cubicBezTo>
                      <a:pt x="964" y="34"/>
                      <a:pt x="966" y="30"/>
                      <a:pt x="969" y="28"/>
                    </a:cubicBezTo>
                    <a:cubicBezTo>
                      <a:pt x="971" y="25"/>
                      <a:pt x="974" y="24"/>
                      <a:pt x="977" y="24"/>
                    </a:cubicBezTo>
                    <a:cubicBezTo>
                      <a:pt x="981" y="24"/>
                      <a:pt x="984" y="26"/>
                      <a:pt x="986" y="29"/>
                    </a:cubicBezTo>
                    <a:cubicBezTo>
                      <a:pt x="989" y="33"/>
                      <a:pt x="990" y="38"/>
                      <a:pt x="991" y="44"/>
                    </a:cubicBezTo>
                    <a:cubicBezTo>
                      <a:pt x="985" y="46"/>
                      <a:pt x="985" y="46"/>
                      <a:pt x="985" y="46"/>
                    </a:cubicBezTo>
                    <a:cubicBezTo>
                      <a:pt x="985" y="41"/>
                      <a:pt x="984" y="38"/>
                      <a:pt x="982" y="36"/>
                    </a:cubicBezTo>
                    <a:cubicBezTo>
                      <a:pt x="981" y="34"/>
                      <a:pt x="979" y="33"/>
                      <a:pt x="977" y="33"/>
                    </a:cubicBezTo>
                    <a:cubicBezTo>
                      <a:pt x="974" y="33"/>
                      <a:pt x="972" y="35"/>
                      <a:pt x="970" y="39"/>
                    </a:cubicBezTo>
                    <a:cubicBezTo>
                      <a:pt x="968" y="42"/>
                      <a:pt x="967" y="49"/>
                      <a:pt x="967" y="57"/>
                    </a:cubicBezTo>
                    <a:cubicBezTo>
                      <a:pt x="967" y="66"/>
                      <a:pt x="968" y="72"/>
                      <a:pt x="970" y="76"/>
                    </a:cubicBezTo>
                    <a:cubicBezTo>
                      <a:pt x="972" y="80"/>
                      <a:pt x="974" y="81"/>
                      <a:pt x="977" y="81"/>
                    </a:cubicBezTo>
                    <a:cubicBezTo>
                      <a:pt x="979" y="81"/>
                      <a:pt x="981" y="80"/>
                      <a:pt x="983" y="78"/>
                    </a:cubicBezTo>
                    <a:cubicBezTo>
                      <a:pt x="984" y="75"/>
                      <a:pt x="985" y="71"/>
                      <a:pt x="986" y="66"/>
                    </a:cubicBezTo>
                    <a:close/>
                    <a:moveTo>
                      <a:pt x="1024" y="68"/>
                    </a:moveTo>
                    <a:cubicBezTo>
                      <a:pt x="1031" y="70"/>
                      <a:pt x="1031" y="70"/>
                      <a:pt x="1031" y="70"/>
                    </a:cubicBezTo>
                    <a:cubicBezTo>
                      <a:pt x="1030" y="76"/>
                      <a:pt x="1028" y="81"/>
                      <a:pt x="1025" y="85"/>
                    </a:cubicBezTo>
                    <a:cubicBezTo>
                      <a:pt x="1023" y="89"/>
                      <a:pt x="1019" y="90"/>
                      <a:pt x="1015" y="90"/>
                    </a:cubicBezTo>
                    <a:cubicBezTo>
                      <a:pt x="1010" y="90"/>
                      <a:pt x="1006" y="87"/>
                      <a:pt x="1003" y="82"/>
                    </a:cubicBezTo>
                    <a:cubicBezTo>
                      <a:pt x="1000" y="76"/>
                      <a:pt x="998" y="68"/>
                      <a:pt x="998" y="58"/>
                    </a:cubicBezTo>
                    <a:cubicBezTo>
                      <a:pt x="998" y="47"/>
                      <a:pt x="1000" y="39"/>
                      <a:pt x="1003" y="33"/>
                    </a:cubicBezTo>
                    <a:cubicBezTo>
                      <a:pt x="1006" y="27"/>
                      <a:pt x="1010" y="24"/>
                      <a:pt x="1015" y="24"/>
                    </a:cubicBezTo>
                    <a:cubicBezTo>
                      <a:pt x="1020" y="24"/>
                      <a:pt x="1023" y="27"/>
                      <a:pt x="1026" y="33"/>
                    </a:cubicBezTo>
                    <a:cubicBezTo>
                      <a:pt x="1029" y="38"/>
                      <a:pt x="1031" y="46"/>
                      <a:pt x="1031" y="57"/>
                    </a:cubicBezTo>
                    <a:cubicBezTo>
                      <a:pt x="1031" y="58"/>
                      <a:pt x="1031" y="59"/>
                      <a:pt x="1031" y="60"/>
                    </a:cubicBezTo>
                    <a:cubicBezTo>
                      <a:pt x="1005" y="60"/>
                      <a:pt x="1005" y="60"/>
                      <a:pt x="1005" y="60"/>
                    </a:cubicBezTo>
                    <a:cubicBezTo>
                      <a:pt x="1005" y="67"/>
                      <a:pt x="1006" y="72"/>
                      <a:pt x="1008" y="76"/>
                    </a:cubicBezTo>
                    <a:cubicBezTo>
                      <a:pt x="1010" y="80"/>
                      <a:pt x="1012" y="81"/>
                      <a:pt x="1015" y="81"/>
                    </a:cubicBezTo>
                    <a:cubicBezTo>
                      <a:pt x="1017" y="81"/>
                      <a:pt x="1019" y="80"/>
                      <a:pt x="1021" y="78"/>
                    </a:cubicBezTo>
                    <a:cubicBezTo>
                      <a:pt x="1022" y="76"/>
                      <a:pt x="1024" y="73"/>
                      <a:pt x="1024" y="68"/>
                    </a:cubicBezTo>
                    <a:close/>
                    <a:moveTo>
                      <a:pt x="1005" y="51"/>
                    </a:moveTo>
                    <a:cubicBezTo>
                      <a:pt x="1024" y="51"/>
                      <a:pt x="1024" y="51"/>
                      <a:pt x="1024" y="51"/>
                    </a:cubicBezTo>
                    <a:cubicBezTo>
                      <a:pt x="1024" y="46"/>
                      <a:pt x="1023" y="42"/>
                      <a:pt x="1022" y="39"/>
                    </a:cubicBezTo>
                    <a:cubicBezTo>
                      <a:pt x="1020" y="35"/>
                      <a:pt x="1018" y="33"/>
                      <a:pt x="1015" y="33"/>
                    </a:cubicBezTo>
                    <a:cubicBezTo>
                      <a:pt x="1012" y="33"/>
                      <a:pt x="1010" y="34"/>
                      <a:pt x="1008" y="38"/>
                    </a:cubicBezTo>
                    <a:cubicBezTo>
                      <a:pt x="1006" y="41"/>
                      <a:pt x="1005" y="45"/>
                      <a:pt x="1005" y="51"/>
                    </a:cubicBezTo>
                    <a:close/>
                    <a:moveTo>
                      <a:pt x="1080" y="81"/>
                    </a:moveTo>
                    <a:cubicBezTo>
                      <a:pt x="1077" y="84"/>
                      <a:pt x="1075" y="87"/>
                      <a:pt x="1073" y="88"/>
                    </a:cubicBezTo>
                    <a:cubicBezTo>
                      <a:pt x="1071" y="90"/>
                      <a:pt x="1069" y="90"/>
                      <a:pt x="1067" y="90"/>
                    </a:cubicBezTo>
                    <a:cubicBezTo>
                      <a:pt x="1063" y="90"/>
                      <a:pt x="1060" y="89"/>
                      <a:pt x="1058" y="85"/>
                    </a:cubicBezTo>
                    <a:cubicBezTo>
                      <a:pt x="1056" y="82"/>
                      <a:pt x="1055" y="77"/>
                      <a:pt x="1055" y="72"/>
                    </a:cubicBezTo>
                    <a:cubicBezTo>
                      <a:pt x="1055" y="69"/>
                      <a:pt x="1055" y="66"/>
                      <a:pt x="1056" y="64"/>
                    </a:cubicBezTo>
                    <a:cubicBezTo>
                      <a:pt x="1057" y="61"/>
                      <a:pt x="1058" y="59"/>
                      <a:pt x="1059" y="57"/>
                    </a:cubicBezTo>
                    <a:cubicBezTo>
                      <a:pt x="1060" y="56"/>
                      <a:pt x="1062" y="55"/>
                      <a:pt x="1063" y="54"/>
                    </a:cubicBezTo>
                    <a:cubicBezTo>
                      <a:pt x="1064" y="53"/>
                      <a:pt x="1066" y="53"/>
                      <a:pt x="1068" y="52"/>
                    </a:cubicBezTo>
                    <a:cubicBezTo>
                      <a:pt x="1073" y="51"/>
                      <a:pt x="1077" y="50"/>
                      <a:pt x="1079" y="49"/>
                    </a:cubicBezTo>
                    <a:cubicBezTo>
                      <a:pt x="1079" y="47"/>
                      <a:pt x="1079" y="46"/>
                      <a:pt x="1079" y="46"/>
                    </a:cubicBezTo>
                    <a:cubicBezTo>
                      <a:pt x="1079" y="41"/>
                      <a:pt x="1079" y="38"/>
                      <a:pt x="1077" y="36"/>
                    </a:cubicBezTo>
                    <a:cubicBezTo>
                      <a:pt x="1076" y="34"/>
                      <a:pt x="1074" y="33"/>
                      <a:pt x="1071" y="33"/>
                    </a:cubicBezTo>
                    <a:cubicBezTo>
                      <a:pt x="1068" y="33"/>
                      <a:pt x="1066" y="34"/>
                      <a:pt x="1064" y="35"/>
                    </a:cubicBezTo>
                    <a:cubicBezTo>
                      <a:pt x="1063" y="37"/>
                      <a:pt x="1062" y="40"/>
                      <a:pt x="1062" y="45"/>
                    </a:cubicBezTo>
                    <a:cubicBezTo>
                      <a:pt x="1056" y="43"/>
                      <a:pt x="1056" y="43"/>
                      <a:pt x="1056" y="43"/>
                    </a:cubicBezTo>
                    <a:cubicBezTo>
                      <a:pt x="1056" y="39"/>
                      <a:pt x="1057" y="35"/>
                      <a:pt x="1058" y="33"/>
                    </a:cubicBezTo>
                    <a:cubicBezTo>
                      <a:pt x="1060" y="30"/>
                      <a:pt x="1061" y="28"/>
                      <a:pt x="1064" y="26"/>
                    </a:cubicBezTo>
                    <a:cubicBezTo>
                      <a:pt x="1066" y="25"/>
                      <a:pt x="1069" y="24"/>
                      <a:pt x="1072" y="24"/>
                    </a:cubicBezTo>
                    <a:cubicBezTo>
                      <a:pt x="1075" y="24"/>
                      <a:pt x="1077" y="25"/>
                      <a:pt x="1079" y="26"/>
                    </a:cubicBezTo>
                    <a:cubicBezTo>
                      <a:pt x="1081" y="27"/>
                      <a:pt x="1082" y="29"/>
                      <a:pt x="1083" y="31"/>
                    </a:cubicBezTo>
                    <a:cubicBezTo>
                      <a:pt x="1084" y="33"/>
                      <a:pt x="1084" y="35"/>
                      <a:pt x="1085" y="38"/>
                    </a:cubicBezTo>
                    <a:cubicBezTo>
                      <a:pt x="1085" y="40"/>
                      <a:pt x="1085" y="43"/>
                      <a:pt x="1085" y="48"/>
                    </a:cubicBezTo>
                    <a:cubicBezTo>
                      <a:pt x="1085" y="62"/>
                      <a:pt x="1085" y="62"/>
                      <a:pt x="1085" y="62"/>
                    </a:cubicBezTo>
                    <a:cubicBezTo>
                      <a:pt x="1085" y="72"/>
                      <a:pt x="1085" y="79"/>
                      <a:pt x="1085" y="81"/>
                    </a:cubicBezTo>
                    <a:cubicBezTo>
                      <a:pt x="1086" y="84"/>
                      <a:pt x="1086" y="86"/>
                      <a:pt x="1087" y="89"/>
                    </a:cubicBezTo>
                    <a:cubicBezTo>
                      <a:pt x="1081" y="89"/>
                      <a:pt x="1081" y="89"/>
                      <a:pt x="1081" y="89"/>
                    </a:cubicBezTo>
                    <a:cubicBezTo>
                      <a:pt x="1080" y="87"/>
                      <a:pt x="1080" y="84"/>
                      <a:pt x="1080" y="81"/>
                    </a:cubicBezTo>
                    <a:close/>
                    <a:moveTo>
                      <a:pt x="1079" y="57"/>
                    </a:moveTo>
                    <a:cubicBezTo>
                      <a:pt x="1077" y="59"/>
                      <a:pt x="1074" y="60"/>
                      <a:pt x="1069" y="61"/>
                    </a:cubicBezTo>
                    <a:cubicBezTo>
                      <a:pt x="1067" y="62"/>
                      <a:pt x="1065" y="62"/>
                      <a:pt x="1064" y="63"/>
                    </a:cubicBezTo>
                    <a:cubicBezTo>
                      <a:pt x="1063" y="64"/>
                      <a:pt x="1062" y="65"/>
                      <a:pt x="1062" y="67"/>
                    </a:cubicBezTo>
                    <a:cubicBezTo>
                      <a:pt x="1061" y="68"/>
                      <a:pt x="1061" y="70"/>
                      <a:pt x="1061" y="72"/>
                    </a:cubicBezTo>
                    <a:cubicBezTo>
                      <a:pt x="1061" y="75"/>
                      <a:pt x="1062" y="77"/>
                      <a:pt x="1063" y="79"/>
                    </a:cubicBezTo>
                    <a:cubicBezTo>
                      <a:pt x="1064" y="81"/>
                      <a:pt x="1066" y="82"/>
                      <a:pt x="1068" y="82"/>
                    </a:cubicBezTo>
                    <a:cubicBezTo>
                      <a:pt x="1070" y="82"/>
                      <a:pt x="1072" y="81"/>
                      <a:pt x="1074" y="79"/>
                    </a:cubicBezTo>
                    <a:cubicBezTo>
                      <a:pt x="1076" y="77"/>
                      <a:pt x="1077" y="75"/>
                      <a:pt x="1078" y="72"/>
                    </a:cubicBezTo>
                    <a:cubicBezTo>
                      <a:pt x="1079" y="69"/>
                      <a:pt x="1079" y="66"/>
                      <a:pt x="1079" y="61"/>
                    </a:cubicBezTo>
                    <a:cubicBezTo>
                      <a:pt x="1079" y="57"/>
                      <a:pt x="1079" y="57"/>
                      <a:pt x="1079" y="57"/>
                    </a:cubicBezTo>
                    <a:close/>
                    <a:moveTo>
                      <a:pt x="1098" y="89"/>
                    </a:moveTo>
                    <a:cubicBezTo>
                      <a:pt x="1098" y="25"/>
                      <a:pt x="1098" y="25"/>
                      <a:pt x="1098" y="25"/>
                    </a:cubicBezTo>
                    <a:cubicBezTo>
                      <a:pt x="1103" y="25"/>
                      <a:pt x="1103" y="25"/>
                      <a:pt x="1103" y="25"/>
                    </a:cubicBezTo>
                    <a:cubicBezTo>
                      <a:pt x="1103" y="34"/>
                      <a:pt x="1103" y="34"/>
                      <a:pt x="1103" y="34"/>
                    </a:cubicBezTo>
                    <a:cubicBezTo>
                      <a:pt x="1106" y="27"/>
                      <a:pt x="1110" y="24"/>
                      <a:pt x="1114" y="24"/>
                    </a:cubicBezTo>
                    <a:cubicBezTo>
                      <a:pt x="1117" y="24"/>
                      <a:pt x="1119" y="25"/>
                      <a:pt x="1120" y="26"/>
                    </a:cubicBezTo>
                    <a:cubicBezTo>
                      <a:pt x="1122" y="27"/>
                      <a:pt x="1123" y="29"/>
                      <a:pt x="1124" y="31"/>
                    </a:cubicBezTo>
                    <a:cubicBezTo>
                      <a:pt x="1125" y="34"/>
                      <a:pt x="1126" y="36"/>
                      <a:pt x="1126" y="39"/>
                    </a:cubicBezTo>
                    <a:cubicBezTo>
                      <a:pt x="1126" y="41"/>
                      <a:pt x="1126" y="45"/>
                      <a:pt x="1126" y="50"/>
                    </a:cubicBezTo>
                    <a:cubicBezTo>
                      <a:pt x="1126" y="89"/>
                      <a:pt x="1126" y="89"/>
                      <a:pt x="1126" y="89"/>
                    </a:cubicBezTo>
                    <a:cubicBezTo>
                      <a:pt x="1121" y="89"/>
                      <a:pt x="1121" y="89"/>
                      <a:pt x="1121" y="89"/>
                    </a:cubicBezTo>
                    <a:cubicBezTo>
                      <a:pt x="1121" y="50"/>
                      <a:pt x="1121" y="50"/>
                      <a:pt x="1121" y="50"/>
                    </a:cubicBezTo>
                    <a:cubicBezTo>
                      <a:pt x="1121" y="46"/>
                      <a:pt x="1120" y="43"/>
                      <a:pt x="1120" y="40"/>
                    </a:cubicBezTo>
                    <a:cubicBezTo>
                      <a:pt x="1119" y="38"/>
                      <a:pt x="1119" y="36"/>
                      <a:pt x="1117" y="35"/>
                    </a:cubicBezTo>
                    <a:cubicBezTo>
                      <a:pt x="1116" y="34"/>
                      <a:pt x="1115" y="33"/>
                      <a:pt x="1113" y="33"/>
                    </a:cubicBezTo>
                    <a:cubicBezTo>
                      <a:pt x="1111" y="33"/>
                      <a:pt x="1109" y="35"/>
                      <a:pt x="1107" y="38"/>
                    </a:cubicBezTo>
                    <a:cubicBezTo>
                      <a:pt x="1105" y="40"/>
                      <a:pt x="1104" y="46"/>
                      <a:pt x="1104" y="54"/>
                    </a:cubicBezTo>
                    <a:cubicBezTo>
                      <a:pt x="1104" y="89"/>
                      <a:pt x="1104" y="89"/>
                      <a:pt x="1104" y="89"/>
                    </a:cubicBezTo>
                    <a:cubicBezTo>
                      <a:pt x="1098" y="89"/>
                      <a:pt x="1098" y="89"/>
                      <a:pt x="1098" y="89"/>
                    </a:cubicBezTo>
                    <a:close/>
                    <a:moveTo>
                      <a:pt x="1162" y="89"/>
                    </a:moveTo>
                    <a:cubicBezTo>
                      <a:pt x="1162" y="81"/>
                      <a:pt x="1162" y="81"/>
                      <a:pt x="1162" y="81"/>
                    </a:cubicBezTo>
                    <a:cubicBezTo>
                      <a:pt x="1160" y="87"/>
                      <a:pt x="1157" y="90"/>
                      <a:pt x="1152" y="90"/>
                    </a:cubicBezTo>
                    <a:cubicBezTo>
                      <a:pt x="1149" y="90"/>
                      <a:pt x="1147" y="89"/>
                      <a:pt x="1145" y="86"/>
                    </a:cubicBezTo>
                    <a:cubicBezTo>
                      <a:pt x="1142" y="83"/>
                      <a:pt x="1140" y="79"/>
                      <a:pt x="1139" y="74"/>
                    </a:cubicBezTo>
                    <a:cubicBezTo>
                      <a:pt x="1138" y="69"/>
                      <a:pt x="1137" y="64"/>
                      <a:pt x="1137" y="57"/>
                    </a:cubicBezTo>
                    <a:cubicBezTo>
                      <a:pt x="1137" y="51"/>
                      <a:pt x="1138" y="45"/>
                      <a:pt x="1139" y="40"/>
                    </a:cubicBezTo>
                    <a:cubicBezTo>
                      <a:pt x="1140" y="35"/>
                      <a:pt x="1142" y="31"/>
                      <a:pt x="1144" y="28"/>
                    </a:cubicBezTo>
                    <a:cubicBezTo>
                      <a:pt x="1146" y="25"/>
                      <a:pt x="1149" y="24"/>
                      <a:pt x="1152" y="24"/>
                    </a:cubicBezTo>
                    <a:cubicBezTo>
                      <a:pt x="1154" y="24"/>
                      <a:pt x="1156" y="25"/>
                      <a:pt x="1158" y="26"/>
                    </a:cubicBezTo>
                    <a:cubicBezTo>
                      <a:pt x="1159" y="28"/>
                      <a:pt x="1161" y="30"/>
                      <a:pt x="1162" y="33"/>
                    </a:cubicBezTo>
                    <a:cubicBezTo>
                      <a:pt x="1162" y="1"/>
                      <a:pt x="1162" y="1"/>
                      <a:pt x="1162" y="1"/>
                    </a:cubicBezTo>
                    <a:cubicBezTo>
                      <a:pt x="1167" y="1"/>
                      <a:pt x="1167" y="1"/>
                      <a:pt x="1167" y="1"/>
                    </a:cubicBezTo>
                    <a:cubicBezTo>
                      <a:pt x="1167" y="89"/>
                      <a:pt x="1167" y="89"/>
                      <a:pt x="1167" y="89"/>
                    </a:cubicBezTo>
                    <a:cubicBezTo>
                      <a:pt x="1162" y="89"/>
                      <a:pt x="1162" y="89"/>
                      <a:pt x="1162" y="89"/>
                    </a:cubicBezTo>
                    <a:close/>
                    <a:moveTo>
                      <a:pt x="1143" y="57"/>
                    </a:moveTo>
                    <a:cubicBezTo>
                      <a:pt x="1143" y="65"/>
                      <a:pt x="1144" y="71"/>
                      <a:pt x="1146" y="75"/>
                    </a:cubicBezTo>
                    <a:cubicBezTo>
                      <a:pt x="1148" y="79"/>
                      <a:pt x="1150" y="81"/>
                      <a:pt x="1153" y="81"/>
                    </a:cubicBezTo>
                    <a:cubicBezTo>
                      <a:pt x="1155" y="81"/>
                      <a:pt x="1158" y="80"/>
                      <a:pt x="1159" y="76"/>
                    </a:cubicBezTo>
                    <a:cubicBezTo>
                      <a:pt x="1161" y="72"/>
                      <a:pt x="1162" y="66"/>
                      <a:pt x="1162" y="58"/>
                    </a:cubicBezTo>
                    <a:cubicBezTo>
                      <a:pt x="1162" y="49"/>
                      <a:pt x="1161" y="43"/>
                      <a:pt x="1159" y="39"/>
                    </a:cubicBezTo>
                    <a:cubicBezTo>
                      <a:pt x="1157" y="35"/>
                      <a:pt x="1155" y="33"/>
                      <a:pt x="1152" y="33"/>
                    </a:cubicBezTo>
                    <a:cubicBezTo>
                      <a:pt x="1150" y="33"/>
                      <a:pt x="1148" y="35"/>
                      <a:pt x="1146" y="39"/>
                    </a:cubicBezTo>
                    <a:cubicBezTo>
                      <a:pt x="1144" y="43"/>
                      <a:pt x="1143" y="49"/>
                      <a:pt x="1143" y="57"/>
                    </a:cubicBezTo>
                    <a:close/>
                    <a:moveTo>
                      <a:pt x="1207" y="89"/>
                    </a:moveTo>
                    <a:cubicBezTo>
                      <a:pt x="1207" y="11"/>
                      <a:pt x="1207" y="11"/>
                      <a:pt x="1207" y="11"/>
                    </a:cubicBezTo>
                    <a:cubicBezTo>
                      <a:pt x="1191" y="11"/>
                      <a:pt x="1191" y="11"/>
                      <a:pt x="1191" y="11"/>
                    </a:cubicBezTo>
                    <a:cubicBezTo>
                      <a:pt x="1191" y="1"/>
                      <a:pt x="1191" y="1"/>
                      <a:pt x="1191" y="1"/>
                    </a:cubicBezTo>
                    <a:cubicBezTo>
                      <a:pt x="1230" y="1"/>
                      <a:pt x="1230" y="1"/>
                      <a:pt x="1230" y="1"/>
                    </a:cubicBezTo>
                    <a:cubicBezTo>
                      <a:pt x="1230" y="11"/>
                      <a:pt x="1230" y="11"/>
                      <a:pt x="1230" y="11"/>
                    </a:cubicBezTo>
                    <a:cubicBezTo>
                      <a:pt x="1214" y="11"/>
                      <a:pt x="1214" y="11"/>
                      <a:pt x="1214" y="11"/>
                    </a:cubicBezTo>
                    <a:cubicBezTo>
                      <a:pt x="1214" y="89"/>
                      <a:pt x="1214" y="89"/>
                      <a:pt x="1214" y="89"/>
                    </a:cubicBezTo>
                    <a:cubicBezTo>
                      <a:pt x="1207" y="89"/>
                      <a:pt x="1207" y="89"/>
                      <a:pt x="1207" y="89"/>
                    </a:cubicBezTo>
                    <a:close/>
                    <a:moveTo>
                      <a:pt x="1256" y="68"/>
                    </a:moveTo>
                    <a:cubicBezTo>
                      <a:pt x="1262" y="70"/>
                      <a:pt x="1262" y="70"/>
                      <a:pt x="1262" y="70"/>
                    </a:cubicBezTo>
                    <a:cubicBezTo>
                      <a:pt x="1261" y="76"/>
                      <a:pt x="1259" y="81"/>
                      <a:pt x="1257" y="85"/>
                    </a:cubicBezTo>
                    <a:cubicBezTo>
                      <a:pt x="1254" y="89"/>
                      <a:pt x="1251" y="90"/>
                      <a:pt x="1247" y="90"/>
                    </a:cubicBezTo>
                    <a:cubicBezTo>
                      <a:pt x="1241" y="90"/>
                      <a:pt x="1237" y="87"/>
                      <a:pt x="1234" y="82"/>
                    </a:cubicBezTo>
                    <a:cubicBezTo>
                      <a:pt x="1231" y="76"/>
                      <a:pt x="1230" y="68"/>
                      <a:pt x="1230" y="58"/>
                    </a:cubicBezTo>
                    <a:cubicBezTo>
                      <a:pt x="1230" y="47"/>
                      <a:pt x="1231" y="39"/>
                      <a:pt x="1234" y="33"/>
                    </a:cubicBezTo>
                    <a:cubicBezTo>
                      <a:pt x="1237" y="27"/>
                      <a:pt x="1241" y="24"/>
                      <a:pt x="1246" y="24"/>
                    </a:cubicBezTo>
                    <a:cubicBezTo>
                      <a:pt x="1251" y="24"/>
                      <a:pt x="1255" y="27"/>
                      <a:pt x="1258" y="33"/>
                    </a:cubicBezTo>
                    <a:cubicBezTo>
                      <a:pt x="1261" y="38"/>
                      <a:pt x="1262" y="46"/>
                      <a:pt x="1262" y="57"/>
                    </a:cubicBezTo>
                    <a:cubicBezTo>
                      <a:pt x="1262" y="58"/>
                      <a:pt x="1262" y="59"/>
                      <a:pt x="1262" y="60"/>
                    </a:cubicBezTo>
                    <a:cubicBezTo>
                      <a:pt x="1236" y="60"/>
                      <a:pt x="1236" y="60"/>
                      <a:pt x="1236" y="60"/>
                    </a:cubicBezTo>
                    <a:cubicBezTo>
                      <a:pt x="1236" y="67"/>
                      <a:pt x="1237" y="72"/>
                      <a:pt x="1239" y="76"/>
                    </a:cubicBezTo>
                    <a:cubicBezTo>
                      <a:pt x="1241" y="80"/>
                      <a:pt x="1244" y="81"/>
                      <a:pt x="1247" y="81"/>
                    </a:cubicBezTo>
                    <a:cubicBezTo>
                      <a:pt x="1249" y="81"/>
                      <a:pt x="1251" y="80"/>
                      <a:pt x="1252" y="78"/>
                    </a:cubicBezTo>
                    <a:cubicBezTo>
                      <a:pt x="1254" y="76"/>
                      <a:pt x="1255" y="73"/>
                      <a:pt x="1256" y="68"/>
                    </a:cubicBezTo>
                    <a:close/>
                    <a:moveTo>
                      <a:pt x="1236" y="51"/>
                    </a:moveTo>
                    <a:cubicBezTo>
                      <a:pt x="1256" y="51"/>
                      <a:pt x="1256" y="51"/>
                      <a:pt x="1256" y="51"/>
                    </a:cubicBezTo>
                    <a:cubicBezTo>
                      <a:pt x="1256" y="46"/>
                      <a:pt x="1255" y="42"/>
                      <a:pt x="1254" y="39"/>
                    </a:cubicBezTo>
                    <a:cubicBezTo>
                      <a:pt x="1252" y="35"/>
                      <a:pt x="1249" y="33"/>
                      <a:pt x="1246" y="33"/>
                    </a:cubicBezTo>
                    <a:cubicBezTo>
                      <a:pt x="1244" y="33"/>
                      <a:pt x="1241" y="34"/>
                      <a:pt x="1239" y="38"/>
                    </a:cubicBezTo>
                    <a:cubicBezTo>
                      <a:pt x="1238" y="41"/>
                      <a:pt x="1237" y="45"/>
                      <a:pt x="1236" y="51"/>
                    </a:cubicBezTo>
                    <a:close/>
                    <a:moveTo>
                      <a:pt x="1296" y="66"/>
                    </a:moveTo>
                    <a:cubicBezTo>
                      <a:pt x="1302" y="67"/>
                      <a:pt x="1302" y="67"/>
                      <a:pt x="1302" y="67"/>
                    </a:cubicBezTo>
                    <a:cubicBezTo>
                      <a:pt x="1301" y="74"/>
                      <a:pt x="1300" y="80"/>
                      <a:pt x="1297" y="84"/>
                    </a:cubicBezTo>
                    <a:cubicBezTo>
                      <a:pt x="1294" y="88"/>
                      <a:pt x="1291" y="90"/>
                      <a:pt x="1287" y="90"/>
                    </a:cubicBezTo>
                    <a:cubicBezTo>
                      <a:pt x="1282" y="90"/>
                      <a:pt x="1279" y="87"/>
                      <a:pt x="1276" y="82"/>
                    </a:cubicBezTo>
                    <a:cubicBezTo>
                      <a:pt x="1273" y="76"/>
                      <a:pt x="1271" y="68"/>
                      <a:pt x="1271" y="57"/>
                    </a:cubicBezTo>
                    <a:cubicBezTo>
                      <a:pt x="1271" y="50"/>
                      <a:pt x="1272" y="44"/>
                      <a:pt x="1273" y="39"/>
                    </a:cubicBezTo>
                    <a:cubicBezTo>
                      <a:pt x="1274" y="34"/>
                      <a:pt x="1276" y="30"/>
                      <a:pt x="1279" y="28"/>
                    </a:cubicBezTo>
                    <a:cubicBezTo>
                      <a:pt x="1281" y="25"/>
                      <a:pt x="1284" y="24"/>
                      <a:pt x="1287" y="24"/>
                    </a:cubicBezTo>
                    <a:cubicBezTo>
                      <a:pt x="1291" y="24"/>
                      <a:pt x="1294" y="26"/>
                      <a:pt x="1297" y="29"/>
                    </a:cubicBezTo>
                    <a:cubicBezTo>
                      <a:pt x="1299" y="33"/>
                      <a:pt x="1301" y="38"/>
                      <a:pt x="1301" y="44"/>
                    </a:cubicBezTo>
                    <a:cubicBezTo>
                      <a:pt x="1295" y="46"/>
                      <a:pt x="1295" y="46"/>
                      <a:pt x="1295" y="46"/>
                    </a:cubicBezTo>
                    <a:cubicBezTo>
                      <a:pt x="1295" y="41"/>
                      <a:pt x="1294" y="38"/>
                      <a:pt x="1293" y="36"/>
                    </a:cubicBezTo>
                    <a:cubicBezTo>
                      <a:pt x="1291" y="34"/>
                      <a:pt x="1289" y="33"/>
                      <a:pt x="1287" y="33"/>
                    </a:cubicBezTo>
                    <a:cubicBezTo>
                      <a:pt x="1284" y="33"/>
                      <a:pt x="1282" y="35"/>
                      <a:pt x="1280" y="39"/>
                    </a:cubicBezTo>
                    <a:cubicBezTo>
                      <a:pt x="1278" y="42"/>
                      <a:pt x="1277" y="49"/>
                      <a:pt x="1277" y="57"/>
                    </a:cubicBezTo>
                    <a:cubicBezTo>
                      <a:pt x="1277" y="66"/>
                      <a:pt x="1278" y="72"/>
                      <a:pt x="1280" y="76"/>
                    </a:cubicBezTo>
                    <a:cubicBezTo>
                      <a:pt x="1282" y="80"/>
                      <a:pt x="1284" y="81"/>
                      <a:pt x="1287" y="81"/>
                    </a:cubicBezTo>
                    <a:cubicBezTo>
                      <a:pt x="1289" y="81"/>
                      <a:pt x="1291" y="80"/>
                      <a:pt x="1293" y="78"/>
                    </a:cubicBezTo>
                    <a:cubicBezTo>
                      <a:pt x="1295" y="75"/>
                      <a:pt x="1296" y="71"/>
                      <a:pt x="1296" y="66"/>
                    </a:cubicBezTo>
                    <a:close/>
                    <a:moveTo>
                      <a:pt x="1311" y="89"/>
                    </a:moveTo>
                    <a:cubicBezTo>
                      <a:pt x="1311" y="1"/>
                      <a:pt x="1311" y="1"/>
                      <a:pt x="1311" y="1"/>
                    </a:cubicBezTo>
                    <a:cubicBezTo>
                      <a:pt x="1317" y="1"/>
                      <a:pt x="1317" y="1"/>
                      <a:pt x="1317" y="1"/>
                    </a:cubicBezTo>
                    <a:cubicBezTo>
                      <a:pt x="1317" y="33"/>
                      <a:pt x="1317" y="33"/>
                      <a:pt x="1317" y="33"/>
                    </a:cubicBezTo>
                    <a:cubicBezTo>
                      <a:pt x="1319" y="27"/>
                      <a:pt x="1323" y="24"/>
                      <a:pt x="1327" y="24"/>
                    </a:cubicBezTo>
                    <a:cubicBezTo>
                      <a:pt x="1330" y="24"/>
                      <a:pt x="1332" y="25"/>
                      <a:pt x="1334" y="27"/>
                    </a:cubicBezTo>
                    <a:cubicBezTo>
                      <a:pt x="1336" y="28"/>
                      <a:pt x="1337" y="31"/>
                      <a:pt x="1338" y="34"/>
                    </a:cubicBezTo>
                    <a:cubicBezTo>
                      <a:pt x="1339" y="38"/>
                      <a:pt x="1339" y="42"/>
                      <a:pt x="1339" y="49"/>
                    </a:cubicBezTo>
                    <a:cubicBezTo>
                      <a:pt x="1339" y="89"/>
                      <a:pt x="1339" y="89"/>
                      <a:pt x="1339" y="89"/>
                    </a:cubicBezTo>
                    <a:cubicBezTo>
                      <a:pt x="1333" y="89"/>
                      <a:pt x="1333" y="89"/>
                      <a:pt x="1333" y="89"/>
                    </a:cubicBezTo>
                    <a:cubicBezTo>
                      <a:pt x="1333" y="49"/>
                      <a:pt x="1333" y="49"/>
                      <a:pt x="1333" y="49"/>
                    </a:cubicBezTo>
                    <a:cubicBezTo>
                      <a:pt x="1333" y="43"/>
                      <a:pt x="1333" y="39"/>
                      <a:pt x="1331" y="37"/>
                    </a:cubicBezTo>
                    <a:cubicBezTo>
                      <a:pt x="1330" y="34"/>
                      <a:pt x="1328" y="33"/>
                      <a:pt x="1326" y="33"/>
                    </a:cubicBezTo>
                    <a:cubicBezTo>
                      <a:pt x="1324" y="33"/>
                      <a:pt x="1322" y="34"/>
                      <a:pt x="1321" y="36"/>
                    </a:cubicBezTo>
                    <a:cubicBezTo>
                      <a:pt x="1319" y="37"/>
                      <a:pt x="1318" y="40"/>
                      <a:pt x="1318" y="42"/>
                    </a:cubicBezTo>
                    <a:cubicBezTo>
                      <a:pt x="1317" y="45"/>
                      <a:pt x="1317" y="49"/>
                      <a:pt x="1317" y="54"/>
                    </a:cubicBezTo>
                    <a:cubicBezTo>
                      <a:pt x="1317" y="89"/>
                      <a:pt x="1317" y="89"/>
                      <a:pt x="1317" y="89"/>
                    </a:cubicBezTo>
                    <a:cubicBezTo>
                      <a:pt x="1311" y="89"/>
                      <a:pt x="1311" y="89"/>
                      <a:pt x="1311" y="89"/>
                    </a:cubicBezTo>
                    <a:close/>
                    <a:moveTo>
                      <a:pt x="1352" y="89"/>
                    </a:moveTo>
                    <a:cubicBezTo>
                      <a:pt x="1352" y="25"/>
                      <a:pt x="1352" y="25"/>
                      <a:pt x="1352" y="25"/>
                    </a:cubicBezTo>
                    <a:cubicBezTo>
                      <a:pt x="1357" y="25"/>
                      <a:pt x="1357" y="25"/>
                      <a:pt x="1357" y="25"/>
                    </a:cubicBezTo>
                    <a:cubicBezTo>
                      <a:pt x="1357" y="34"/>
                      <a:pt x="1357" y="34"/>
                      <a:pt x="1357" y="34"/>
                    </a:cubicBezTo>
                    <a:cubicBezTo>
                      <a:pt x="1360" y="27"/>
                      <a:pt x="1363" y="24"/>
                      <a:pt x="1368" y="24"/>
                    </a:cubicBezTo>
                    <a:cubicBezTo>
                      <a:pt x="1370" y="24"/>
                      <a:pt x="1372" y="25"/>
                      <a:pt x="1374" y="26"/>
                    </a:cubicBezTo>
                    <a:cubicBezTo>
                      <a:pt x="1376" y="27"/>
                      <a:pt x="1377" y="29"/>
                      <a:pt x="1378" y="31"/>
                    </a:cubicBezTo>
                    <a:cubicBezTo>
                      <a:pt x="1379" y="34"/>
                      <a:pt x="1380" y="36"/>
                      <a:pt x="1380" y="39"/>
                    </a:cubicBezTo>
                    <a:cubicBezTo>
                      <a:pt x="1380" y="41"/>
                      <a:pt x="1380" y="45"/>
                      <a:pt x="1380" y="50"/>
                    </a:cubicBezTo>
                    <a:cubicBezTo>
                      <a:pt x="1380" y="89"/>
                      <a:pt x="1380" y="89"/>
                      <a:pt x="1380" y="89"/>
                    </a:cubicBezTo>
                    <a:cubicBezTo>
                      <a:pt x="1374" y="89"/>
                      <a:pt x="1374" y="89"/>
                      <a:pt x="1374" y="89"/>
                    </a:cubicBezTo>
                    <a:cubicBezTo>
                      <a:pt x="1374" y="50"/>
                      <a:pt x="1374" y="50"/>
                      <a:pt x="1374" y="50"/>
                    </a:cubicBezTo>
                    <a:cubicBezTo>
                      <a:pt x="1374" y="46"/>
                      <a:pt x="1374" y="43"/>
                      <a:pt x="1374" y="40"/>
                    </a:cubicBezTo>
                    <a:cubicBezTo>
                      <a:pt x="1373" y="38"/>
                      <a:pt x="1372" y="36"/>
                      <a:pt x="1371" y="35"/>
                    </a:cubicBezTo>
                    <a:cubicBezTo>
                      <a:pt x="1370" y="34"/>
                      <a:pt x="1369" y="33"/>
                      <a:pt x="1367" y="33"/>
                    </a:cubicBezTo>
                    <a:cubicBezTo>
                      <a:pt x="1365" y="33"/>
                      <a:pt x="1362" y="35"/>
                      <a:pt x="1361" y="38"/>
                    </a:cubicBezTo>
                    <a:cubicBezTo>
                      <a:pt x="1359" y="40"/>
                      <a:pt x="1358" y="46"/>
                      <a:pt x="1358" y="54"/>
                    </a:cubicBezTo>
                    <a:cubicBezTo>
                      <a:pt x="1358" y="89"/>
                      <a:pt x="1358" y="89"/>
                      <a:pt x="1358" y="89"/>
                    </a:cubicBezTo>
                    <a:cubicBezTo>
                      <a:pt x="1352" y="89"/>
                      <a:pt x="1352" y="89"/>
                      <a:pt x="1352" y="89"/>
                    </a:cubicBezTo>
                    <a:close/>
                    <a:moveTo>
                      <a:pt x="1391" y="57"/>
                    </a:moveTo>
                    <a:cubicBezTo>
                      <a:pt x="1391" y="45"/>
                      <a:pt x="1393" y="37"/>
                      <a:pt x="1396" y="31"/>
                    </a:cubicBezTo>
                    <a:cubicBezTo>
                      <a:pt x="1399" y="26"/>
                      <a:pt x="1403" y="24"/>
                      <a:pt x="1407" y="24"/>
                    </a:cubicBezTo>
                    <a:cubicBezTo>
                      <a:pt x="1412" y="24"/>
                      <a:pt x="1416" y="27"/>
                      <a:pt x="1419" y="32"/>
                    </a:cubicBezTo>
                    <a:cubicBezTo>
                      <a:pt x="1422" y="38"/>
                      <a:pt x="1424" y="46"/>
                      <a:pt x="1424" y="56"/>
                    </a:cubicBezTo>
                    <a:cubicBezTo>
                      <a:pt x="1424" y="64"/>
                      <a:pt x="1423" y="71"/>
                      <a:pt x="1422" y="76"/>
                    </a:cubicBezTo>
                    <a:cubicBezTo>
                      <a:pt x="1420" y="80"/>
                      <a:pt x="1418" y="84"/>
                      <a:pt x="1416" y="86"/>
                    </a:cubicBezTo>
                    <a:cubicBezTo>
                      <a:pt x="1413" y="89"/>
                      <a:pt x="1410" y="90"/>
                      <a:pt x="1407" y="90"/>
                    </a:cubicBezTo>
                    <a:cubicBezTo>
                      <a:pt x="1402" y="90"/>
                      <a:pt x="1398" y="87"/>
                      <a:pt x="1395" y="82"/>
                    </a:cubicBezTo>
                    <a:cubicBezTo>
                      <a:pt x="1392" y="76"/>
                      <a:pt x="1391" y="68"/>
                      <a:pt x="1391" y="57"/>
                    </a:cubicBezTo>
                    <a:close/>
                    <a:moveTo>
                      <a:pt x="1397" y="57"/>
                    </a:moveTo>
                    <a:cubicBezTo>
                      <a:pt x="1397" y="65"/>
                      <a:pt x="1398" y="71"/>
                      <a:pt x="1400" y="75"/>
                    </a:cubicBezTo>
                    <a:cubicBezTo>
                      <a:pt x="1402" y="79"/>
                      <a:pt x="1404" y="81"/>
                      <a:pt x="1407" y="81"/>
                    </a:cubicBezTo>
                    <a:cubicBezTo>
                      <a:pt x="1410" y="81"/>
                      <a:pt x="1413" y="79"/>
                      <a:pt x="1415" y="75"/>
                    </a:cubicBezTo>
                    <a:cubicBezTo>
                      <a:pt x="1417" y="71"/>
                      <a:pt x="1418" y="65"/>
                      <a:pt x="1418" y="57"/>
                    </a:cubicBezTo>
                    <a:cubicBezTo>
                      <a:pt x="1418" y="49"/>
                      <a:pt x="1417" y="43"/>
                      <a:pt x="1415" y="39"/>
                    </a:cubicBezTo>
                    <a:cubicBezTo>
                      <a:pt x="1413" y="35"/>
                      <a:pt x="1410" y="33"/>
                      <a:pt x="1407" y="33"/>
                    </a:cubicBezTo>
                    <a:cubicBezTo>
                      <a:pt x="1404" y="33"/>
                      <a:pt x="1402" y="35"/>
                      <a:pt x="1400" y="39"/>
                    </a:cubicBezTo>
                    <a:cubicBezTo>
                      <a:pt x="1398" y="43"/>
                      <a:pt x="1397" y="49"/>
                      <a:pt x="1397" y="57"/>
                    </a:cubicBezTo>
                    <a:close/>
                    <a:moveTo>
                      <a:pt x="1434" y="89"/>
                    </a:moveTo>
                    <a:cubicBezTo>
                      <a:pt x="1434" y="1"/>
                      <a:pt x="1434" y="1"/>
                      <a:pt x="1434" y="1"/>
                    </a:cubicBezTo>
                    <a:cubicBezTo>
                      <a:pt x="1440" y="1"/>
                      <a:pt x="1440" y="1"/>
                      <a:pt x="1440" y="1"/>
                    </a:cubicBezTo>
                    <a:cubicBezTo>
                      <a:pt x="1440" y="89"/>
                      <a:pt x="1440" y="89"/>
                      <a:pt x="1440" y="89"/>
                    </a:cubicBezTo>
                    <a:cubicBezTo>
                      <a:pt x="1434" y="89"/>
                      <a:pt x="1434" y="89"/>
                      <a:pt x="1434" y="89"/>
                    </a:cubicBezTo>
                    <a:close/>
                    <a:moveTo>
                      <a:pt x="1451" y="57"/>
                    </a:moveTo>
                    <a:cubicBezTo>
                      <a:pt x="1451" y="45"/>
                      <a:pt x="1453" y="37"/>
                      <a:pt x="1456" y="31"/>
                    </a:cubicBezTo>
                    <a:cubicBezTo>
                      <a:pt x="1459" y="26"/>
                      <a:pt x="1463" y="24"/>
                      <a:pt x="1467" y="24"/>
                    </a:cubicBezTo>
                    <a:cubicBezTo>
                      <a:pt x="1472" y="24"/>
                      <a:pt x="1476" y="27"/>
                      <a:pt x="1479" y="32"/>
                    </a:cubicBezTo>
                    <a:cubicBezTo>
                      <a:pt x="1482" y="38"/>
                      <a:pt x="1484" y="46"/>
                      <a:pt x="1484" y="56"/>
                    </a:cubicBezTo>
                    <a:cubicBezTo>
                      <a:pt x="1484" y="64"/>
                      <a:pt x="1483" y="71"/>
                      <a:pt x="1482" y="76"/>
                    </a:cubicBezTo>
                    <a:cubicBezTo>
                      <a:pt x="1480" y="80"/>
                      <a:pt x="1478" y="84"/>
                      <a:pt x="1476" y="86"/>
                    </a:cubicBezTo>
                    <a:cubicBezTo>
                      <a:pt x="1473" y="89"/>
                      <a:pt x="1470" y="90"/>
                      <a:pt x="1467" y="90"/>
                    </a:cubicBezTo>
                    <a:cubicBezTo>
                      <a:pt x="1462" y="90"/>
                      <a:pt x="1459" y="87"/>
                      <a:pt x="1455" y="82"/>
                    </a:cubicBezTo>
                    <a:cubicBezTo>
                      <a:pt x="1452" y="76"/>
                      <a:pt x="1451" y="68"/>
                      <a:pt x="1451" y="57"/>
                    </a:cubicBezTo>
                    <a:close/>
                    <a:moveTo>
                      <a:pt x="1457" y="57"/>
                    </a:moveTo>
                    <a:cubicBezTo>
                      <a:pt x="1457" y="65"/>
                      <a:pt x="1458" y="71"/>
                      <a:pt x="1460" y="75"/>
                    </a:cubicBezTo>
                    <a:cubicBezTo>
                      <a:pt x="1462" y="79"/>
                      <a:pt x="1464" y="81"/>
                      <a:pt x="1467" y="81"/>
                    </a:cubicBezTo>
                    <a:cubicBezTo>
                      <a:pt x="1470" y="81"/>
                      <a:pt x="1473" y="79"/>
                      <a:pt x="1475" y="75"/>
                    </a:cubicBezTo>
                    <a:cubicBezTo>
                      <a:pt x="1477" y="71"/>
                      <a:pt x="1478" y="65"/>
                      <a:pt x="1478" y="57"/>
                    </a:cubicBezTo>
                    <a:cubicBezTo>
                      <a:pt x="1478" y="49"/>
                      <a:pt x="1477" y="43"/>
                      <a:pt x="1475" y="39"/>
                    </a:cubicBezTo>
                    <a:cubicBezTo>
                      <a:pt x="1473" y="35"/>
                      <a:pt x="1470" y="33"/>
                      <a:pt x="1467" y="33"/>
                    </a:cubicBezTo>
                    <a:cubicBezTo>
                      <a:pt x="1464" y="33"/>
                      <a:pt x="1462" y="35"/>
                      <a:pt x="1460" y="39"/>
                    </a:cubicBezTo>
                    <a:cubicBezTo>
                      <a:pt x="1458" y="43"/>
                      <a:pt x="1457" y="49"/>
                      <a:pt x="1457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işľiḓe"/>
              <p:cNvSpPr/>
              <p:nvPr/>
            </p:nvSpPr>
            <p:spPr bwMode="auto">
              <a:xfrm>
                <a:off x="9003514" y="3864490"/>
                <a:ext cx="1155870" cy="372361"/>
              </a:xfrm>
              <a:custGeom>
                <a:avLst/>
                <a:gdLst>
                  <a:gd name="T0" fmla="*/ 15 w 359"/>
                  <a:gd name="T1" fmla="*/ 106 h 115"/>
                  <a:gd name="T2" fmla="*/ 15 w 359"/>
                  <a:gd name="T3" fmla="*/ 89 h 115"/>
                  <a:gd name="T4" fmla="*/ 7 w 359"/>
                  <a:gd name="T5" fmla="*/ 28 h 115"/>
                  <a:gd name="T6" fmla="*/ 31 w 359"/>
                  <a:gd name="T7" fmla="*/ 25 h 115"/>
                  <a:gd name="T8" fmla="*/ 15 w 359"/>
                  <a:gd name="T9" fmla="*/ 115 h 115"/>
                  <a:gd name="T10" fmla="*/ 9 w 359"/>
                  <a:gd name="T11" fmla="*/ 74 h 115"/>
                  <a:gd name="T12" fmla="*/ 23 w 359"/>
                  <a:gd name="T13" fmla="*/ 39 h 115"/>
                  <a:gd name="T14" fmla="*/ 43 w 359"/>
                  <a:gd name="T15" fmla="*/ 113 h 115"/>
                  <a:gd name="T16" fmla="*/ 51 w 359"/>
                  <a:gd name="T17" fmla="*/ 100 h 115"/>
                  <a:gd name="T18" fmla="*/ 47 w 359"/>
                  <a:gd name="T19" fmla="*/ 25 h 115"/>
                  <a:gd name="T20" fmla="*/ 66 w 359"/>
                  <a:gd name="T21" fmla="*/ 25 h 115"/>
                  <a:gd name="T22" fmla="*/ 52 w 359"/>
                  <a:gd name="T23" fmla="*/ 112 h 115"/>
                  <a:gd name="T24" fmla="*/ 99 w 359"/>
                  <a:gd name="T25" fmla="*/ 31 h 115"/>
                  <a:gd name="T26" fmla="*/ 125 w 359"/>
                  <a:gd name="T27" fmla="*/ 76 h 115"/>
                  <a:gd name="T28" fmla="*/ 94 w 359"/>
                  <a:gd name="T29" fmla="*/ 57 h 115"/>
                  <a:gd name="T30" fmla="*/ 118 w 359"/>
                  <a:gd name="T31" fmla="*/ 75 h 115"/>
                  <a:gd name="T32" fmla="*/ 103 w 359"/>
                  <a:gd name="T33" fmla="*/ 39 h 115"/>
                  <a:gd name="T34" fmla="*/ 134 w 359"/>
                  <a:gd name="T35" fmla="*/ 34 h 115"/>
                  <a:gd name="T36" fmla="*/ 140 w 359"/>
                  <a:gd name="T37" fmla="*/ 9 h 115"/>
                  <a:gd name="T38" fmla="*/ 153 w 359"/>
                  <a:gd name="T39" fmla="*/ 10 h 115"/>
                  <a:gd name="T40" fmla="*/ 145 w 359"/>
                  <a:gd name="T41" fmla="*/ 25 h 115"/>
                  <a:gd name="T42" fmla="*/ 145 w 359"/>
                  <a:gd name="T43" fmla="*/ 89 h 115"/>
                  <a:gd name="T44" fmla="*/ 209 w 359"/>
                  <a:gd name="T45" fmla="*/ 83 h 115"/>
                  <a:gd name="T46" fmla="*/ 174 w 359"/>
                  <a:gd name="T47" fmla="*/ 44 h 115"/>
                  <a:gd name="T48" fmla="*/ 209 w 359"/>
                  <a:gd name="T49" fmla="*/ 6 h 115"/>
                  <a:gd name="T50" fmla="*/ 197 w 359"/>
                  <a:gd name="T51" fmla="*/ 10 h 115"/>
                  <a:gd name="T52" fmla="*/ 182 w 359"/>
                  <a:gd name="T53" fmla="*/ 64 h 115"/>
                  <a:gd name="T54" fmla="*/ 210 w 359"/>
                  <a:gd name="T55" fmla="*/ 58 h 115"/>
                  <a:gd name="T56" fmla="*/ 233 w 359"/>
                  <a:gd name="T57" fmla="*/ 33 h 115"/>
                  <a:gd name="T58" fmla="*/ 256 w 359"/>
                  <a:gd name="T59" fmla="*/ 49 h 115"/>
                  <a:gd name="T60" fmla="*/ 248 w 359"/>
                  <a:gd name="T61" fmla="*/ 37 h 115"/>
                  <a:gd name="T62" fmla="*/ 233 w 359"/>
                  <a:gd name="T63" fmla="*/ 54 h 115"/>
                  <a:gd name="T64" fmla="*/ 269 w 359"/>
                  <a:gd name="T65" fmla="*/ 1 h 115"/>
                  <a:gd name="T66" fmla="*/ 269 w 359"/>
                  <a:gd name="T67" fmla="*/ 89 h 115"/>
                  <a:gd name="T68" fmla="*/ 269 w 359"/>
                  <a:gd name="T69" fmla="*/ 89 h 115"/>
                  <a:gd name="T70" fmla="*/ 293 w 359"/>
                  <a:gd name="T71" fmla="*/ 34 h 115"/>
                  <a:gd name="T72" fmla="*/ 316 w 359"/>
                  <a:gd name="T73" fmla="*/ 39 h 115"/>
                  <a:gd name="T74" fmla="*/ 310 w 359"/>
                  <a:gd name="T75" fmla="*/ 50 h 115"/>
                  <a:gd name="T76" fmla="*/ 296 w 359"/>
                  <a:gd name="T77" fmla="*/ 38 h 115"/>
                  <a:gd name="T78" fmla="*/ 352 w 359"/>
                  <a:gd name="T79" fmla="*/ 81 h 115"/>
                  <a:gd name="T80" fmla="*/ 327 w 359"/>
                  <a:gd name="T81" fmla="*/ 72 h 115"/>
                  <a:gd name="T82" fmla="*/ 340 w 359"/>
                  <a:gd name="T83" fmla="*/ 52 h 115"/>
                  <a:gd name="T84" fmla="*/ 343 w 359"/>
                  <a:gd name="T85" fmla="*/ 33 h 115"/>
                  <a:gd name="T86" fmla="*/ 330 w 359"/>
                  <a:gd name="T87" fmla="*/ 33 h 115"/>
                  <a:gd name="T88" fmla="*/ 355 w 359"/>
                  <a:gd name="T89" fmla="*/ 31 h 115"/>
                  <a:gd name="T90" fmla="*/ 357 w 359"/>
                  <a:gd name="T91" fmla="*/ 81 h 115"/>
                  <a:gd name="T92" fmla="*/ 351 w 359"/>
                  <a:gd name="T93" fmla="*/ 57 h 115"/>
                  <a:gd name="T94" fmla="*/ 333 w 359"/>
                  <a:gd name="T95" fmla="*/ 72 h 115"/>
                  <a:gd name="T96" fmla="*/ 350 w 359"/>
                  <a:gd name="T97" fmla="*/ 7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59" h="115">
                    <a:moveTo>
                      <a:pt x="1" y="94"/>
                    </a:moveTo>
                    <a:cubicBezTo>
                      <a:pt x="7" y="96"/>
                      <a:pt x="7" y="96"/>
                      <a:pt x="7" y="96"/>
                    </a:cubicBezTo>
                    <a:cubicBezTo>
                      <a:pt x="7" y="99"/>
                      <a:pt x="8" y="101"/>
                      <a:pt x="9" y="103"/>
                    </a:cubicBezTo>
                    <a:cubicBezTo>
                      <a:pt x="11" y="105"/>
                      <a:pt x="13" y="106"/>
                      <a:pt x="15" y="106"/>
                    </a:cubicBezTo>
                    <a:cubicBezTo>
                      <a:pt x="18" y="106"/>
                      <a:pt x="20" y="105"/>
                      <a:pt x="22" y="103"/>
                    </a:cubicBezTo>
                    <a:cubicBezTo>
                      <a:pt x="23" y="101"/>
                      <a:pt x="24" y="98"/>
                      <a:pt x="25" y="94"/>
                    </a:cubicBezTo>
                    <a:cubicBezTo>
                      <a:pt x="25" y="92"/>
                      <a:pt x="25" y="88"/>
                      <a:pt x="25" y="81"/>
                    </a:cubicBezTo>
                    <a:cubicBezTo>
                      <a:pt x="22" y="86"/>
                      <a:pt x="19" y="89"/>
                      <a:pt x="15" y="89"/>
                    </a:cubicBezTo>
                    <a:cubicBezTo>
                      <a:pt x="10" y="89"/>
                      <a:pt x="7" y="86"/>
                      <a:pt x="4" y="79"/>
                    </a:cubicBezTo>
                    <a:cubicBezTo>
                      <a:pt x="1" y="73"/>
                      <a:pt x="0" y="66"/>
                      <a:pt x="0" y="57"/>
                    </a:cubicBezTo>
                    <a:cubicBezTo>
                      <a:pt x="0" y="51"/>
                      <a:pt x="1" y="45"/>
                      <a:pt x="2" y="40"/>
                    </a:cubicBezTo>
                    <a:cubicBezTo>
                      <a:pt x="3" y="35"/>
                      <a:pt x="5" y="31"/>
                      <a:pt x="7" y="28"/>
                    </a:cubicBezTo>
                    <a:cubicBezTo>
                      <a:pt x="10" y="25"/>
                      <a:pt x="12" y="24"/>
                      <a:pt x="15" y="24"/>
                    </a:cubicBezTo>
                    <a:cubicBezTo>
                      <a:pt x="19" y="24"/>
                      <a:pt x="23" y="27"/>
                      <a:pt x="26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90"/>
                      <a:pt x="30" y="97"/>
                      <a:pt x="29" y="101"/>
                    </a:cubicBezTo>
                    <a:cubicBezTo>
                      <a:pt x="28" y="105"/>
                      <a:pt x="26" y="109"/>
                      <a:pt x="24" y="111"/>
                    </a:cubicBezTo>
                    <a:cubicBezTo>
                      <a:pt x="22" y="114"/>
                      <a:pt x="19" y="115"/>
                      <a:pt x="15" y="115"/>
                    </a:cubicBezTo>
                    <a:cubicBezTo>
                      <a:pt x="11" y="115"/>
                      <a:pt x="8" y="113"/>
                      <a:pt x="5" y="110"/>
                    </a:cubicBezTo>
                    <a:cubicBezTo>
                      <a:pt x="3" y="106"/>
                      <a:pt x="1" y="101"/>
                      <a:pt x="1" y="94"/>
                    </a:cubicBezTo>
                    <a:close/>
                    <a:moveTo>
                      <a:pt x="6" y="56"/>
                    </a:moveTo>
                    <a:cubicBezTo>
                      <a:pt x="6" y="64"/>
                      <a:pt x="7" y="70"/>
                      <a:pt x="9" y="74"/>
                    </a:cubicBezTo>
                    <a:cubicBezTo>
                      <a:pt x="11" y="78"/>
                      <a:pt x="13" y="80"/>
                      <a:pt x="16" y="80"/>
                    </a:cubicBezTo>
                    <a:cubicBezTo>
                      <a:pt x="19" y="80"/>
                      <a:pt x="21" y="78"/>
                      <a:pt x="23" y="74"/>
                    </a:cubicBezTo>
                    <a:cubicBezTo>
                      <a:pt x="25" y="70"/>
                      <a:pt x="25" y="64"/>
                      <a:pt x="25" y="56"/>
                    </a:cubicBezTo>
                    <a:cubicBezTo>
                      <a:pt x="25" y="49"/>
                      <a:pt x="25" y="43"/>
                      <a:pt x="23" y="39"/>
                    </a:cubicBezTo>
                    <a:cubicBezTo>
                      <a:pt x="21" y="35"/>
                      <a:pt x="18" y="33"/>
                      <a:pt x="16" y="33"/>
                    </a:cubicBezTo>
                    <a:cubicBezTo>
                      <a:pt x="13" y="33"/>
                      <a:pt x="11" y="35"/>
                      <a:pt x="9" y="39"/>
                    </a:cubicBezTo>
                    <a:cubicBezTo>
                      <a:pt x="7" y="43"/>
                      <a:pt x="6" y="48"/>
                      <a:pt x="6" y="56"/>
                    </a:cubicBezTo>
                    <a:close/>
                    <a:moveTo>
                      <a:pt x="43" y="113"/>
                    </a:moveTo>
                    <a:cubicBezTo>
                      <a:pt x="43" y="103"/>
                      <a:pt x="43" y="103"/>
                      <a:pt x="43" y="103"/>
                    </a:cubicBezTo>
                    <a:cubicBezTo>
                      <a:pt x="44" y="104"/>
                      <a:pt x="45" y="104"/>
                      <a:pt x="46" y="104"/>
                    </a:cubicBezTo>
                    <a:cubicBezTo>
                      <a:pt x="47" y="104"/>
                      <a:pt x="49" y="104"/>
                      <a:pt x="49" y="103"/>
                    </a:cubicBezTo>
                    <a:cubicBezTo>
                      <a:pt x="50" y="102"/>
                      <a:pt x="51" y="101"/>
                      <a:pt x="51" y="100"/>
                    </a:cubicBezTo>
                    <a:cubicBezTo>
                      <a:pt x="52" y="99"/>
                      <a:pt x="52" y="96"/>
                      <a:pt x="53" y="92"/>
                    </a:cubicBezTo>
                    <a:cubicBezTo>
                      <a:pt x="53" y="91"/>
                      <a:pt x="53" y="90"/>
                      <a:pt x="54" y="89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5" y="67"/>
                      <a:pt x="56" y="72"/>
                      <a:pt x="57" y="77"/>
                    </a:cubicBezTo>
                    <a:cubicBezTo>
                      <a:pt x="57" y="72"/>
                      <a:pt x="58" y="67"/>
                      <a:pt x="59" y="62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59" y="90"/>
                      <a:pt x="59" y="90"/>
                      <a:pt x="59" y="90"/>
                    </a:cubicBezTo>
                    <a:cubicBezTo>
                      <a:pt x="58" y="97"/>
                      <a:pt x="57" y="102"/>
                      <a:pt x="56" y="104"/>
                    </a:cubicBezTo>
                    <a:cubicBezTo>
                      <a:pt x="55" y="108"/>
                      <a:pt x="54" y="111"/>
                      <a:pt x="52" y="112"/>
                    </a:cubicBezTo>
                    <a:cubicBezTo>
                      <a:pt x="51" y="114"/>
                      <a:pt x="49" y="115"/>
                      <a:pt x="47" y="115"/>
                    </a:cubicBezTo>
                    <a:cubicBezTo>
                      <a:pt x="46" y="115"/>
                      <a:pt x="45" y="114"/>
                      <a:pt x="43" y="113"/>
                    </a:cubicBezTo>
                    <a:close/>
                    <a:moveTo>
                      <a:pt x="94" y="57"/>
                    </a:moveTo>
                    <a:cubicBezTo>
                      <a:pt x="94" y="45"/>
                      <a:pt x="96" y="37"/>
                      <a:pt x="99" y="31"/>
                    </a:cubicBezTo>
                    <a:cubicBezTo>
                      <a:pt x="102" y="26"/>
                      <a:pt x="106" y="24"/>
                      <a:pt x="110" y="24"/>
                    </a:cubicBezTo>
                    <a:cubicBezTo>
                      <a:pt x="115" y="24"/>
                      <a:pt x="119" y="27"/>
                      <a:pt x="122" y="32"/>
                    </a:cubicBezTo>
                    <a:cubicBezTo>
                      <a:pt x="125" y="38"/>
                      <a:pt x="127" y="46"/>
                      <a:pt x="127" y="56"/>
                    </a:cubicBezTo>
                    <a:cubicBezTo>
                      <a:pt x="127" y="64"/>
                      <a:pt x="126" y="71"/>
                      <a:pt x="125" y="76"/>
                    </a:cubicBezTo>
                    <a:cubicBezTo>
                      <a:pt x="123" y="80"/>
                      <a:pt x="121" y="84"/>
                      <a:pt x="119" y="86"/>
                    </a:cubicBezTo>
                    <a:cubicBezTo>
                      <a:pt x="116" y="89"/>
                      <a:pt x="113" y="90"/>
                      <a:pt x="110" y="90"/>
                    </a:cubicBezTo>
                    <a:cubicBezTo>
                      <a:pt x="106" y="90"/>
                      <a:pt x="102" y="87"/>
                      <a:pt x="99" y="82"/>
                    </a:cubicBezTo>
                    <a:cubicBezTo>
                      <a:pt x="95" y="76"/>
                      <a:pt x="94" y="68"/>
                      <a:pt x="94" y="57"/>
                    </a:cubicBezTo>
                    <a:close/>
                    <a:moveTo>
                      <a:pt x="100" y="57"/>
                    </a:moveTo>
                    <a:cubicBezTo>
                      <a:pt x="100" y="65"/>
                      <a:pt x="101" y="71"/>
                      <a:pt x="103" y="75"/>
                    </a:cubicBezTo>
                    <a:cubicBezTo>
                      <a:pt x="105" y="79"/>
                      <a:pt x="107" y="81"/>
                      <a:pt x="110" y="81"/>
                    </a:cubicBezTo>
                    <a:cubicBezTo>
                      <a:pt x="113" y="81"/>
                      <a:pt x="116" y="79"/>
                      <a:pt x="118" y="75"/>
                    </a:cubicBezTo>
                    <a:cubicBezTo>
                      <a:pt x="120" y="71"/>
                      <a:pt x="121" y="65"/>
                      <a:pt x="121" y="57"/>
                    </a:cubicBezTo>
                    <a:cubicBezTo>
                      <a:pt x="121" y="49"/>
                      <a:pt x="120" y="43"/>
                      <a:pt x="118" y="39"/>
                    </a:cubicBezTo>
                    <a:cubicBezTo>
                      <a:pt x="116" y="35"/>
                      <a:pt x="113" y="33"/>
                      <a:pt x="110" y="33"/>
                    </a:cubicBezTo>
                    <a:cubicBezTo>
                      <a:pt x="107" y="33"/>
                      <a:pt x="105" y="35"/>
                      <a:pt x="103" y="39"/>
                    </a:cubicBezTo>
                    <a:cubicBezTo>
                      <a:pt x="101" y="43"/>
                      <a:pt x="100" y="49"/>
                      <a:pt x="100" y="57"/>
                    </a:cubicBezTo>
                    <a:close/>
                    <a:moveTo>
                      <a:pt x="139" y="89"/>
                    </a:moveTo>
                    <a:cubicBezTo>
                      <a:pt x="139" y="34"/>
                      <a:pt x="139" y="34"/>
                      <a:pt x="139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9" y="25"/>
                      <a:pt x="139" y="25"/>
                      <a:pt x="139" y="25"/>
                    </a:cubicBezTo>
                    <a:cubicBezTo>
                      <a:pt x="139" y="19"/>
                      <a:pt x="139" y="19"/>
                      <a:pt x="139" y="19"/>
                    </a:cubicBezTo>
                    <a:cubicBezTo>
                      <a:pt x="139" y="14"/>
                      <a:pt x="139" y="11"/>
                      <a:pt x="140" y="9"/>
                    </a:cubicBezTo>
                    <a:cubicBezTo>
                      <a:pt x="140" y="6"/>
                      <a:pt x="141" y="4"/>
                      <a:pt x="143" y="2"/>
                    </a:cubicBezTo>
                    <a:cubicBezTo>
                      <a:pt x="144" y="0"/>
                      <a:pt x="146" y="0"/>
                      <a:pt x="149" y="0"/>
                    </a:cubicBezTo>
                    <a:cubicBezTo>
                      <a:pt x="150" y="0"/>
                      <a:pt x="152" y="0"/>
                      <a:pt x="154" y="1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0"/>
                      <a:pt x="151" y="9"/>
                      <a:pt x="150" y="9"/>
                    </a:cubicBezTo>
                    <a:cubicBezTo>
                      <a:pt x="148" y="9"/>
                      <a:pt x="147" y="10"/>
                      <a:pt x="146" y="12"/>
                    </a:cubicBezTo>
                    <a:cubicBezTo>
                      <a:pt x="145" y="13"/>
                      <a:pt x="145" y="16"/>
                      <a:pt x="145" y="19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52" y="25"/>
                      <a:pt x="152" y="25"/>
                      <a:pt x="152" y="25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5" y="89"/>
                      <a:pt x="145" y="89"/>
                      <a:pt x="145" y="89"/>
                    </a:cubicBezTo>
                    <a:cubicBezTo>
                      <a:pt x="139" y="89"/>
                      <a:pt x="139" y="89"/>
                      <a:pt x="139" y="89"/>
                    </a:cubicBezTo>
                    <a:close/>
                    <a:moveTo>
                      <a:pt x="210" y="58"/>
                    </a:moveTo>
                    <a:cubicBezTo>
                      <a:pt x="217" y="61"/>
                      <a:pt x="217" y="61"/>
                      <a:pt x="217" y="61"/>
                    </a:cubicBezTo>
                    <a:cubicBezTo>
                      <a:pt x="215" y="71"/>
                      <a:pt x="213" y="78"/>
                      <a:pt x="209" y="83"/>
                    </a:cubicBezTo>
                    <a:cubicBezTo>
                      <a:pt x="206" y="88"/>
                      <a:pt x="202" y="90"/>
                      <a:pt x="197" y="90"/>
                    </a:cubicBezTo>
                    <a:cubicBezTo>
                      <a:pt x="191" y="90"/>
                      <a:pt x="187" y="88"/>
                      <a:pt x="184" y="85"/>
                    </a:cubicBezTo>
                    <a:cubicBezTo>
                      <a:pt x="181" y="81"/>
                      <a:pt x="178" y="75"/>
                      <a:pt x="176" y="68"/>
                    </a:cubicBezTo>
                    <a:cubicBezTo>
                      <a:pt x="175" y="61"/>
                      <a:pt x="174" y="53"/>
                      <a:pt x="174" y="44"/>
                    </a:cubicBezTo>
                    <a:cubicBezTo>
                      <a:pt x="174" y="35"/>
                      <a:pt x="175" y="27"/>
                      <a:pt x="177" y="20"/>
                    </a:cubicBezTo>
                    <a:cubicBezTo>
                      <a:pt x="179" y="14"/>
                      <a:pt x="181" y="8"/>
                      <a:pt x="185" y="5"/>
                    </a:cubicBezTo>
                    <a:cubicBezTo>
                      <a:pt x="189" y="1"/>
                      <a:pt x="192" y="0"/>
                      <a:pt x="197" y="0"/>
                    </a:cubicBezTo>
                    <a:cubicBezTo>
                      <a:pt x="202" y="0"/>
                      <a:pt x="206" y="2"/>
                      <a:pt x="209" y="6"/>
                    </a:cubicBezTo>
                    <a:cubicBezTo>
                      <a:pt x="212" y="11"/>
                      <a:pt x="214" y="17"/>
                      <a:pt x="216" y="25"/>
                    </a:cubicBezTo>
                    <a:cubicBezTo>
                      <a:pt x="209" y="28"/>
                      <a:pt x="209" y="28"/>
                      <a:pt x="209" y="28"/>
                    </a:cubicBezTo>
                    <a:cubicBezTo>
                      <a:pt x="208" y="21"/>
                      <a:pt x="207" y="17"/>
                      <a:pt x="205" y="14"/>
                    </a:cubicBezTo>
                    <a:cubicBezTo>
                      <a:pt x="202" y="11"/>
                      <a:pt x="200" y="10"/>
                      <a:pt x="197" y="10"/>
                    </a:cubicBezTo>
                    <a:cubicBezTo>
                      <a:pt x="193" y="10"/>
                      <a:pt x="190" y="11"/>
                      <a:pt x="187" y="14"/>
                    </a:cubicBezTo>
                    <a:cubicBezTo>
                      <a:pt x="185" y="18"/>
                      <a:pt x="183" y="22"/>
                      <a:pt x="182" y="27"/>
                    </a:cubicBezTo>
                    <a:cubicBezTo>
                      <a:pt x="181" y="33"/>
                      <a:pt x="180" y="38"/>
                      <a:pt x="180" y="44"/>
                    </a:cubicBezTo>
                    <a:cubicBezTo>
                      <a:pt x="180" y="52"/>
                      <a:pt x="181" y="58"/>
                      <a:pt x="182" y="64"/>
                    </a:cubicBezTo>
                    <a:cubicBezTo>
                      <a:pt x="183" y="69"/>
                      <a:pt x="185" y="74"/>
                      <a:pt x="188" y="76"/>
                    </a:cubicBezTo>
                    <a:cubicBezTo>
                      <a:pt x="190" y="79"/>
                      <a:pt x="193" y="80"/>
                      <a:pt x="196" y="80"/>
                    </a:cubicBezTo>
                    <a:cubicBezTo>
                      <a:pt x="200" y="80"/>
                      <a:pt x="203" y="79"/>
                      <a:pt x="205" y="75"/>
                    </a:cubicBezTo>
                    <a:cubicBezTo>
                      <a:pt x="208" y="71"/>
                      <a:pt x="209" y="65"/>
                      <a:pt x="210" y="58"/>
                    </a:cubicBezTo>
                    <a:close/>
                    <a:moveTo>
                      <a:pt x="227" y="89"/>
                    </a:moveTo>
                    <a:cubicBezTo>
                      <a:pt x="227" y="1"/>
                      <a:pt x="227" y="1"/>
                      <a:pt x="227" y="1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33" y="33"/>
                      <a:pt x="233" y="33"/>
                      <a:pt x="233" y="33"/>
                    </a:cubicBezTo>
                    <a:cubicBezTo>
                      <a:pt x="236" y="27"/>
                      <a:pt x="240" y="24"/>
                      <a:pt x="244" y="24"/>
                    </a:cubicBezTo>
                    <a:cubicBezTo>
                      <a:pt x="246" y="24"/>
                      <a:pt x="249" y="25"/>
                      <a:pt x="251" y="27"/>
                    </a:cubicBezTo>
                    <a:cubicBezTo>
                      <a:pt x="253" y="28"/>
                      <a:pt x="254" y="31"/>
                      <a:pt x="255" y="34"/>
                    </a:cubicBezTo>
                    <a:cubicBezTo>
                      <a:pt x="256" y="38"/>
                      <a:pt x="256" y="42"/>
                      <a:pt x="256" y="49"/>
                    </a:cubicBezTo>
                    <a:cubicBezTo>
                      <a:pt x="256" y="89"/>
                      <a:pt x="256" y="89"/>
                      <a:pt x="256" y="89"/>
                    </a:cubicBezTo>
                    <a:cubicBezTo>
                      <a:pt x="250" y="89"/>
                      <a:pt x="250" y="89"/>
                      <a:pt x="250" y="89"/>
                    </a:cubicBezTo>
                    <a:cubicBezTo>
                      <a:pt x="250" y="49"/>
                      <a:pt x="250" y="49"/>
                      <a:pt x="250" y="49"/>
                    </a:cubicBezTo>
                    <a:cubicBezTo>
                      <a:pt x="250" y="43"/>
                      <a:pt x="249" y="39"/>
                      <a:pt x="248" y="37"/>
                    </a:cubicBezTo>
                    <a:cubicBezTo>
                      <a:pt x="247" y="34"/>
                      <a:pt x="245" y="33"/>
                      <a:pt x="243" y="33"/>
                    </a:cubicBezTo>
                    <a:cubicBezTo>
                      <a:pt x="241" y="33"/>
                      <a:pt x="239" y="34"/>
                      <a:pt x="238" y="36"/>
                    </a:cubicBezTo>
                    <a:cubicBezTo>
                      <a:pt x="236" y="37"/>
                      <a:pt x="235" y="40"/>
                      <a:pt x="234" y="42"/>
                    </a:cubicBezTo>
                    <a:cubicBezTo>
                      <a:pt x="234" y="45"/>
                      <a:pt x="233" y="49"/>
                      <a:pt x="233" y="54"/>
                    </a:cubicBezTo>
                    <a:cubicBezTo>
                      <a:pt x="233" y="89"/>
                      <a:pt x="233" y="89"/>
                      <a:pt x="233" y="89"/>
                    </a:cubicBezTo>
                    <a:cubicBezTo>
                      <a:pt x="227" y="89"/>
                      <a:pt x="227" y="89"/>
                      <a:pt x="227" y="89"/>
                    </a:cubicBezTo>
                    <a:close/>
                    <a:moveTo>
                      <a:pt x="269" y="14"/>
                    </a:moveTo>
                    <a:cubicBezTo>
                      <a:pt x="269" y="1"/>
                      <a:pt x="269" y="1"/>
                      <a:pt x="269" y="1"/>
                    </a:cubicBezTo>
                    <a:cubicBezTo>
                      <a:pt x="275" y="1"/>
                      <a:pt x="275" y="1"/>
                      <a:pt x="275" y="1"/>
                    </a:cubicBezTo>
                    <a:cubicBezTo>
                      <a:pt x="275" y="14"/>
                      <a:pt x="275" y="14"/>
                      <a:pt x="275" y="14"/>
                    </a:cubicBezTo>
                    <a:cubicBezTo>
                      <a:pt x="269" y="14"/>
                      <a:pt x="269" y="14"/>
                      <a:pt x="269" y="14"/>
                    </a:cubicBezTo>
                    <a:close/>
                    <a:moveTo>
                      <a:pt x="269" y="89"/>
                    </a:moveTo>
                    <a:cubicBezTo>
                      <a:pt x="269" y="25"/>
                      <a:pt x="269" y="25"/>
                      <a:pt x="269" y="25"/>
                    </a:cubicBezTo>
                    <a:cubicBezTo>
                      <a:pt x="275" y="25"/>
                      <a:pt x="275" y="25"/>
                      <a:pt x="275" y="25"/>
                    </a:cubicBezTo>
                    <a:cubicBezTo>
                      <a:pt x="275" y="89"/>
                      <a:pt x="275" y="89"/>
                      <a:pt x="275" y="89"/>
                    </a:cubicBezTo>
                    <a:cubicBezTo>
                      <a:pt x="269" y="89"/>
                      <a:pt x="269" y="89"/>
                      <a:pt x="269" y="89"/>
                    </a:cubicBezTo>
                    <a:close/>
                    <a:moveTo>
                      <a:pt x="287" y="89"/>
                    </a:moveTo>
                    <a:cubicBezTo>
                      <a:pt x="287" y="25"/>
                      <a:pt x="287" y="25"/>
                      <a:pt x="287" y="25"/>
                    </a:cubicBezTo>
                    <a:cubicBezTo>
                      <a:pt x="293" y="25"/>
                      <a:pt x="293" y="25"/>
                      <a:pt x="293" y="25"/>
                    </a:cubicBezTo>
                    <a:cubicBezTo>
                      <a:pt x="293" y="34"/>
                      <a:pt x="293" y="34"/>
                      <a:pt x="293" y="34"/>
                    </a:cubicBezTo>
                    <a:cubicBezTo>
                      <a:pt x="295" y="27"/>
                      <a:pt x="299" y="24"/>
                      <a:pt x="304" y="24"/>
                    </a:cubicBezTo>
                    <a:cubicBezTo>
                      <a:pt x="306" y="24"/>
                      <a:pt x="308" y="25"/>
                      <a:pt x="310" y="26"/>
                    </a:cubicBezTo>
                    <a:cubicBezTo>
                      <a:pt x="312" y="27"/>
                      <a:pt x="313" y="29"/>
                      <a:pt x="314" y="31"/>
                    </a:cubicBezTo>
                    <a:cubicBezTo>
                      <a:pt x="315" y="34"/>
                      <a:pt x="315" y="36"/>
                      <a:pt x="316" y="39"/>
                    </a:cubicBezTo>
                    <a:cubicBezTo>
                      <a:pt x="316" y="41"/>
                      <a:pt x="316" y="45"/>
                      <a:pt x="316" y="50"/>
                    </a:cubicBezTo>
                    <a:cubicBezTo>
                      <a:pt x="316" y="89"/>
                      <a:pt x="316" y="89"/>
                      <a:pt x="316" y="89"/>
                    </a:cubicBezTo>
                    <a:cubicBezTo>
                      <a:pt x="310" y="89"/>
                      <a:pt x="310" y="89"/>
                      <a:pt x="310" y="89"/>
                    </a:cubicBezTo>
                    <a:cubicBezTo>
                      <a:pt x="310" y="50"/>
                      <a:pt x="310" y="50"/>
                      <a:pt x="310" y="50"/>
                    </a:cubicBezTo>
                    <a:cubicBezTo>
                      <a:pt x="310" y="46"/>
                      <a:pt x="310" y="43"/>
                      <a:pt x="309" y="40"/>
                    </a:cubicBezTo>
                    <a:cubicBezTo>
                      <a:pt x="309" y="38"/>
                      <a:pt x="308" y="36"/>
                      <a:pt x="307" y="35"/>
                    </a:cubicBezTo>
                    <a:cubicBezTo>
                      <a:pt x="306" y="34"/>
                      <a:pt x="304" y="33"/>
                      <a:pt x="303" y="33"/>
                    </a:cubicBezTo>
                    <a:cubicBezTo>
                      <a:pt x="300" y="33"/>
                      <a:pt x="298" y="35"/>
                      <a:pt x="296" y="38"/>
                    </a:cubicBezTo>
                    <a:cubicBezTo>
                      <a:pt x="294" y="40"/>
                      <a:pt x="293" y="46"/>
                      <a:pt x="293" y="54"/>
                    </a:cubicBezTo>
                    <a:cubicBezTo>
                      <a:pt x="293" y="89"/>
                      <a:pt x="293" y="89"/>
                      <a:pt x="293" y="89"/>
                    </a:cubicBezTo>
                    <a:cubicBezTo>
                      <a:pt x="287" y="89"/>
                      <a:pt x="287" y="89"/>
                      <a:pt x="287" y="89"/>
                    </a:cubicBezTo>
                    <a:close/>
                    <a:moveTo>
                      <a:pt x="352" y="81"/>
                    </a:moveTo>
                    <a:cubicBezTo>
                      <a:pt x="349" y="84"/>
                      <a:pt x="347" y="87"/>
                      <a:pt x="345" y="88"/>
                    </a:cubicBezTo>
                    <a:cubicBezTo>
                      <a:pt x="343" y="90"/>
                      <a:pt x="341" y="90"/>
                      <a:pt x="339" y="90"/>
                    </a:cubicBezTo>
                    <a:cubicBezTo>
                      <a:pt x="335" y="90"/>
                      <a:pt x="332" y="89"/>
                      <a:pt x="330" y="85"/>
                    </a:cubicBezTo>
                    <a:cubicBezTo>
                      <a:pt x="328" y="82"/>
                      <a:pt x="327" y="77"/>
                      <a:pt x="327" y="72"/>
                    </a:cubicBezTo>
                    <a:cubicBezTo>
                      <a:pt x="327" y="69"/>
                      <a:pt x="327" y="66"/>
                      <a:pt x="328" y="64"/>
                    </a:cubicBezTo>
                    <a:cubicBezTo>
                      <a:pt x="329" y="61"/>
                      <a:pt x="330" y="59"/>
                      <a:pt x="331" y="57"/>
                    </a:cubicBezTo>
                    <a:cubicBezTo>
                      <a:pt x="332" y="56"/>
                      <a:pt x="334" y="55"/>
                      <a:pt x="335" y="54"/>
                    </a:cubicBezTo>
                    <a:cubicBezTo>
                      <a:pt x="336" y="53"/>
                      <a:pt x="338" y="53"/>
                      <a:pt x="340" y="52"/>
                    </a:cubicBezTo>
                    <a:cubicBezTo>
                      <a:pt x="345" y="51"/>
                      <a:pt x="349" y="50"/>
                      <a:pt x="351" y="49"/>
                    </a:cubicBezTo>
                    <a:cubicBezTo>
                      <a:pt x="351" y="47"/>
                      <a:pt x="351" y="46"/>
                      <a:pt x="351" y="46"/>
                    </a:cubicBezTo>
                    <a:cubicBezTo>
                      <a:pt x="351" y="41"/>
                      <a:pt x="351" y="38"/>
                      <a:pt x="349" y="36"/>
                    </a:cubicBezTo>
                    <a:cubicBezTo>
                      <a:pt x="348" y="34"/>
                      <a:pt x="346" y="33"/>
                      <a:pt x="343" y="33"/>
                    </a:cubicBezTo>
                    <a:cubicBezTo>
                      <a:pt x="340" y="33"/>
                      <a:pt x="338" y="34"/>
                      <a:pt x="336" y="35"/>
                    </a:cubicBezTo>
                    <a:cubicBezTo>
                      <a:pt x="335" y="37"/>
                      <a:pt x="334" y="40"/>
                      <a:pt x="334" y="45"/>
                    </a:cubicBezTo>
                    <a:cubicBezTo>
                      <a:pt x="328" y="43"/>
                      <a:pt x="328" y="43"/>
                      <a:pt x="328" y="43"/>
                    </a:cubicBezTo>
                    <a:cubicBezTo>
                      <a:pt x="328" y="39"/>
                      <a:pt x="329" y="35"/>
                      <a:pt x="330" y="33"/>
                    </a:cubicBezTo>
                    <a:cubicBezTo>
                      <a:pt x="332" y="30"/>
                      <a:pt x="333" y="28"/>
                      <a:pt x="336" y="26"/>
                    </a:cubicBezTo>
                    <a:cubicBezTo>
                      <a:pt x="338" y="25"/>
                      <a:pt x="341" y="24"/>
                      <a:pt x="344" y="24"/>
                    </a:cubicBezTo>
                    <a:cubicBezTo>
                      <a:pt x="347" y="24"/>
                      <a:pt x="349" y="25"/>
                      <a:pt x="351" y="26"/>
                    </a:cubicBezTo>
                    <a:cubicBezTo>
                      <a:pt x="353" y="27"/>
                      <a:pt x="354" y="29"/>
                      <a:pt x="355" y="31"/>
                    </a:cubicBezTo>
                    <a:cubicBezTo>
                      <a:pt x="356" y="33"/>
                      <a:pt x="356" y="35"/>
                      <a:pt x="357" y="38"/>
                    </a:cubicBezTo>
                    <a:cubicBezTo>
                      <a:pt x="357" y="40"/>
                      <a:pt x="357" y="43"/>
                      <a:pt x="357" y="48"/>
                    </a:cubicBezTo>
                    <a:cubicBezTo>
                      <a:pt x="357" y="62"/>
                      <a:pt x="357" y="62"/>
                      <a:pt x="357" y="62"/>
                    </a:cubicBezTo>
                    <a:cubicBezTo>
                      <a:pt x="357" y="72"/>
                      <a:pt x="357" y="79"/>
                      <a:pt x="357" y="81"/>
                    </a:cubicBezTo>
                    <a:cubicBezTo>
                      <a:pt x="358" y="84"/>
                      <a:pt x="358" y="86"/>
                      <a:pt x="359" y="89"/>
                    </a:cubicBezTo>
                    <a:cubicBezTo>
                      <a:pt x="353" y="89"/>
                      <a:pt x="353" y="89"/>
                      <a:pt x="353" y="89"/>
                    </a:cubicBezTo>
                    <a:cubicBezTo>
                      <a:pt x="352" y="87"/>
                      <a:pt x="352" y="84"/>
                      <a:pt x="352" y="81"/>
                    </a:cubicBezTo>
                    <a:close/>
                    <a:moveTo>
                      <a:pt x="351" y="57"/>
                    </a:moveTo>
                    <a:cubicBezTo>
                      <a:pt x="349" y="59"/>
                      <a:pt x="346" y="60"/>
                      <a:pt x="341" y="61"/>
                    </a:cubicBezTo>
                    <a:cubicBezTo>
                      <a:pt x="339" y="62"/>
                      <a:pt x="337" y="62"/>
                      <a:pt x="336" y="63"/>
                    </a:cubicBezTo>
                    <a:cubicBezTo>
                      <a:pt x="335" y="64"/>
                      <a:pt x="334" y="65"/>
                      <a:pt x="334" y="67"/>
                    </a:cubicBezTo>
                    <a:cubicBezTo>
                      <a:pt x="333" y="68"/>
                      <a:pt x="333" y="70"/>
                      <a:pt x="333" y="72"/>
                    </a:cubicBezTo>
                    <a:cubicBezTo>
                      <a:pt x="333" y="75"/>
                      <a:pt x="334" y="77"/>
                      <a:pt x="335" y="79"/>
                    </a:cubicBezTo>
                    <a:cubicBezTo>
                      <a:pt x="336" y="81"/>
                      <a:pt x="338" y="82"/>
                      <a:pt x="340" y="82"/>
                    </a:cubicBezTo>
                    <a:cubicBezTo>
                      <a:pt x="342" y="82"/>
                      <a:pt x="344" y="81"/>
                      <a:pt x="346" y="79"/>
                    </a:cubicBezTo>
                    <a:cubicBezTo>
                      <a:pt x="348" y="77"/>
                      <a:pt x="349" y="75"/>
                      <a:pt x="350" y="72"/>
                    </a:cubicBezTo>
                    <a:cubicBezTo>
                      <a:pt x="351" y="69"/>
                      <a:pt x="351" y="66"/>
                      <a:pt x="351" y="61"/>
                    </a:cubicBezTo>
                    <a:lnTo>
                      <a:pt x="35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草地上的建筑&#10;&#10;描述已自动生成"/>
          <p:cNvPicPr>
            <a:picLocks noChangeAspect="1"/>
          </p:cNvPicPr>
          <p:nvPr userDrawn="1"/>
        </p:nvPicPr>
        <p:blipFill>
          <a:blip r:embed="rId2" cstate="print">
            <a:alphaModFix amt="7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8" y="-1"/>
            <a:ext cx="12173002" cy="6858000"/>
          </a:xfrm>
          <a:prstGeom prst="rect">
            <a:avLst/>
          </a:prstGeom>
        </p:spPr>
      </p:pic>
      <p:sp>
        <p:nvSpPr>
          <p:cNvPr id="11" name="ïṣḷïḋe"/>
          <p:cNvSpPr/>
          <p:nvPr userDrawn="1"/>
        </p:nvSpPr>
        <p:spPr>
          <a:xfrm>
            <a:off x="1" y="3553277"/>
            <a:ext cx="3520161" cy="3304722"/>
          </a:xfrm>
          <a:custGeom>
            <a:avLst/>
            <a:gdLst>
              <a:gd name="connsiteX0" fmla="*/ 2267365 w 3520161"/>
              <a:gd name="connsiteY0" fmla="*/ 83 h 3304722"/>
              <a:gd name="connsiteX1" fmla="*/ 3070329 w 3520161"/>
              <a:gd name="connsiteY1" fmla="*/ 299271 h 3304722"/>
              <a:gd name="connsiteX2" fmla="*/ 3070328 w 3520161"/>
              <a:gd name="connsiteY2" fmla="*/ 299271 h 3304722"/>
              <a:gd name="connsiteX3" fmla="*/ 3220892 w 3520161"/>
              <a:gd name="connsiteY3" fmla="*/ 2086011 h 3304722"/>
              <a:gd name="connsiteX4" fmla="*/ 2191612 w 3520161"/>
              <a:gd name="connsiteY4" fmla="*/ 3304722 h 3304722"/>
              <a:gd name="connsiteX5" fmla="*/ 0 w 3520161"/>
              <a:gd name="connsiteY5" fmla="*/ 3304722 h 3304722"/>
              <a:gd name="connsiteX6" fmla="*/ 0 w 3520161"/>
              <a:gd name="connsiteY6" fmla="*/ 1969656 h 3304722"/>
              <a:gd name="connsiteX7" fmla="*/ 1283589 w 3520161"/>
              <a:gd name="connsiteY7" fmla="*/ 449834 h 3304722"/>
              <a:gd name="connsiteX8" fmla="*/ 2267365 w 3520161"/>
              <a:gd name="connsiteY8" fmla="*/ 83 h 3304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0161" h="3304722">
                <a:moveTo>
                  <a:pt x="2267365" y="83"/>
                </a:moveTo>
                <a:cubicBezTo>
                  <a:pt x="2551510" y="3313"/>
                  <a:pt x="2836279" y="101600"/>
                  <a:pt x="3070329" y="299271"/>
                </a:cubicBezTo>
                <a:lnTo>
                  <a:pt x="3070328" y="299271"/>
                </a:lnTo>
                <a:cubicBezTo>
                  <a:pt x="3605301" y="751088"/>
                  <a:pt x="3672710" y="1551040"/>
                  <a:pt x="3220892" y="2086011"/>
                </a:cubicBezTo>
                <a:lnTo>
                  <a:pt x="2191612" y="3304722"/>
                </a:lnTo>
                <a:lnTo>
                  <a:pt x="0" y="3304722"/>
                </a:lnTo>
                <a:lnTo>
                  <a:pt x="0" y="1969656"/>
                </a:lnTo>
                <a:lnTo>
                  <a:pt x="1283589" y="449834"/>
                </a:lnTo>
                <a:cubicBezTo>
                  <a:pt x="1537736" y="148912"/>
                  <a:pt x="1902035" y="-4070"/>
                  <a:pt x="2267365" y="83"/>
                </a:cubicBezTo>
                <a:close/>
              </a:path>
            </a:pathLst>
          </a:custGeom>
          <a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l="-33323" r="-3332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5552498" y="253365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5553614" y="342900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6" name="iśľiḓè"/>
          <p:cNvSpPr/>
          <p:nvPr userDrawn="1"/>
        </p:nvSpPr>
        <p:spPr>
          <a:xfrm flipH="1" flipV="1">
            <a:off x="1811471" y="4868985"/>
            <a:ext cx="2152019" cy="1989014"/>
          </a:xfrm>
          <a:custGeom>
            <a:avLst/>
            <a:gdLst>
              <a:gd name="connsiteX0" fmla="*/ 210268 w 3955516"/>
              <a:gd name="connsiteY0" fmla="*/ 3516016 h 3655904"/>
              <a:gd name="connsiteX1" fmla="*/ 210268 w 3955516"/>
              <a:gd name="connsiteY1" fmla="*/ 3516016 h 3655904"/>
              <a:gd name="connsiteX2" fmla="*/ 210268 w 3955516"/>
              <a:gd name="connsiteY2" fmla="*/ 3516016 h 3655904"/>
              <a:gd name="connsiteX3" fmla="*/ 2404025 w 3955516"/>
              <a:gd name="connsiteY3" fmla="*/ 0 h 3655904"/>
              <a:gd name="connsiteX4" fmla="*/ 3955516 w 3955516"/>
              <a:gd name="connsiteY4" fmla="*/ 0 h 3655904"/>
              <a:gd name="connsiteX5" fmla="*/ 1045452 w 3955516"/>
              <a:gd name="connsiteY5" fmla="*/ 3445637 h 3655904"/>
              <a:gd name="connsiteX6" fmla="*/ 309288 w 3955516"/>
              <a:gd name="connsiteY6" fmla="*/ 3583884 h 3655904"/>
              <a:gd name="connsiteX7" fmla="*/ 210268 w 3955516"/>
              <a:gd name="connsiteY7" fmla="*/ 3516016 h 3655904"/>
              <a:gd name="connsiteX8" fmla="*/ 126786 w 3955516"/>
              <a:gd name="connsiteY8" fmla="*/ 3429750 h 3655904"/>
              <a:gd name="connsiteX9" fmla="*/ 139890 w 3955516"/>
              <a:gd name="connsiteY9" fmla="*/ 2680831 h 365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55516" h="3655904">
                <a:moveTo>
                  <a:pt x="210268" y="3516016"/>
                </a:moveTo>
                <a:lnTo>
                  <a:pt x="210268" y="3516016"/>
                </a:lnTo>
                <a:lnTo>
                  <a:pt x="210268" y="3516016"/>
                </a:lnTo>
                <a:close/>
                <a:moveTo>
                  <a:pt x="2404025" y="0"/>
                </a:moveTo>
                <a:lnTo>
                  <a:pt x="3955516" y="0"/>
                </a:lnTo>
                <a:lnTo>
                  <a:pt x="1045452" y="3445637"/>
                </a:lnTo>
                <a:cubicBezTo>
                  <a:pt x="860656" y="3664444"/>
                  <a:pt x="551270" y="3715919"/>
                  <a:pt x="309288" y="3583884"/>
                </a:cubicBezTo>
                <a:lnTo>
                  <a:pt x="210268" y="3516016"/>
                </a:lnTo>
                <a:lnTo>
                  <a:pt x="126786" y="3429750"/>
                </a:lnTo>
                <a:cubicBezTo>
                  <a:pt x="-43881" y="3213275"/>
                  <a:pt x="-44906" y="2899638"/>
                  <a:pt x="139890" y="2680831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îṡḷidé"/>
          <p:cNvSpPr/>
          <p:nvPr userDrawn="1"/>
        </p:nvSpPr>
        <p:spPr>
          <a:xfrm flipH="1" flipV="1">
            <a:off x="1961" y="4224012"/>
            <a:ext cx="923541" cy="1533891"/>
          </a:xfrm>
          <a:custGeom>
            <a:avLst/>
            <a:gdLst>
              <a:gd name="connsiteX0" fmla="*/ 1697514 w 1697514"/>
              <a:gd name="connsiteY0" fmla="*/ 0 h 2819365"/>
              <a:gd name="connsiteX1" fmla="*/ 1697514 w 1697514"/>
              <a:gd name="connsiteY1" fmla="*/ 1837030 h 2819365"/>
              <a:gd name="connsiteX2" fmla="*/ 1045452 w 1697514"/>
              <a:gd name="connsiteY2" fmla="*/ 2609099 h 2819365"/>
              <a:gd name="connsiteX3" fmla="*/ 210267 w 1697514"/>
              <a:gd name="connsiteY3" fmla="*/ 2679477 h 2819365"/>
              <a:gd name="connsiteX4" fmla="*/ 210268 w 1697514"/>
              <a:gd name="connsiteY4" fmla="*/ 2679478 h 2819365"/>
              <a:gd name="connsiteX5" fmla="*/ 139890 w 1697514"/>
              <a:gd name="connsiteY5" fmla="*/ 1844292 h 2819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7514" h="2819365">
                <a:moveTo>
                  <a:pt x="1697514" y="0"/>
                </a:moveTo>
                <a:lnTo>
                  <a:pt x="1697514" y="1837030"/>
                </a:lnTo>
                <a:lnTo>
                  <a:pt x="1045452" y="2609099"/>
                </a:lnTo>
                <a:cubicBezTo>
                  <a:pt x="834257" y="2859163"/>
                  <a:pt x="460332" y="2890672"/>
                  <a:pt x="210267" y="2679477"/>
                </a:cubicBezTo>
                <a:lnTo>
                  <a:pt x="210268" y="2679478"/>
                </a:lnTo>
                <a:cubicBezTo>
                  <a:pt x="-39796" y="2468282"/>
                  <a:pt x="-71306" y="2094357"/>
                  <a:pt x="139890" y="1844292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íšļiďe"/>
          <p:cNvSpPr/>
          <p:nvPr userDrawn="1"/>
        </p:nvSpPr>
        <p:spPr>
          <a:xfrm flipH="1" flipV="1">
            <a:off x="0" y="3631103"/>
            <a:ext cx="1152421" cy="1939120"/>
          </a:xfrm>
          <a:custGeom>
            <a:avLst/>
            <a:gdLst>
              <a:gd name="connsiteX0" fmla="*/ 2118206 w 2118206"/>
              <a:gd name="connsiteY0" fmla="*/ 0 h 3564196"/>
              <a:gd name="connsiteX1" fmla="*/ 2118206 w 2118206"/>
              <a:gd name="connsiteY1" fmla="*/ 2396948 h 3564196"/>
              <a:gd name="connsiteX2" fmla="*/ 1364100 w 2118206"/>
              <a:gd name="connsiteY2" fmla="*/ 3289841 h 3564196"/>
              <a:gd name="connsiteX3" fmla="*/ 274355 w 2118206"/>
              <a:gd name="connsiteY3" fmla="*/ 3381670 h 3564196"/>
              <a:gd name="connsiteX4" fmla="*/ 274356 w 2118206"/>
              <a:gd name="connsiteY4" fmla="*/ 3381671 h 3564196"/>
              <a:gd name="connsiteX5" fmla="*/ 182527 w 2118206"/>
              <a:gd name="connsiteY5" fmla="*/ 2291926 h 35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06" h="3564196">
                <a:moveTo>
                  <a:pt x="2118206" y="0"/>
                </a:moveTo>
                <a:lnTo>
                  <a:pt x="2118206" y="2396948"/>
                </a:lnTo>
                <a:lnTo>
                  <a:pt x="1364100" y="3289841"/>
                </a:lnTo>
                <a:cubicBezTo>
                  <a:pt x="1088533" y="3616123"/>
                  <a:pt x="600638" y="3657237"/>
                  <a:pt x="274355" y="3381670"/>
                </a:cubicBezTo>
                <a:lnTo>
                  <a:pt x="274356" y="3381671"/>
                </a:lnTo>
                <a:cubicBezTo>
                  <a:pt x="-51927" y="3106104"/>
                  <a:pt x="-93040" y="2618208"/>
                  <a:pt x="182527" y="2291926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724571" y="535076"/>
            <a:ext cx="1795916" cy="404220"/>
            <a:chOff x="1071789" y="916886"/>
            <a:chExt cx="2217511" cy="499112"/>
          </a:xfrm>
        </p:grpSpPr>
        <p:grpSp>
          <p:nvGrpSpPr>
            <p:cNvPr id="10" name="ï$ļidê"/>
            <p:cNvGrpSpPr/>
            <p:nvPr userDrawn="1"/>
          </p:nvGrpSpPr>
          <p:grpSpPr>
            <a:xfrm>
              <a:off x="1071789" y="916886"/>
              <a:ext cx="496620" cy="499112"/>
              <a:chOff x="1905000" y="2476500"/>
              <a:chExt cx="1898650" cy="1908175"/>
            </a:xfrm>
          </p:grpSpPr>
          <p:sp>
            <p:nvSpPr>
              <p:cNvPr id="25" name="ïşļiḓe"/>
              <p:cNvSpPr/>
              <p:nvPr/>
            </p:nvSpPr>
            <p:spPr bwMode="auto">
              <a:xfrm>
                <a:off x="1905000" y="2476500"/>
                <a:ext cx="1898650" cy="1908175"/>
              </a:xfrm>
              <a:prstGeom prst="ellipse">
                <a:avLst/>
              </a:prstGeom>
              <a:solidFill>
                <a:srgbClr val="0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ïsľîḍe"/>
              <p:cNvSpPr/>
              <p:nvPr/>
            </p:nvSpPr>
            <p:spPr bwMode="auto">
              <a:xfrm>
                <a:off x="2217738" y="2790825"/>
                <a:ext cx="1273175" cy="12795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isḻiḓè"/>
              <p:cNvSpPr/>
              <p:nvPr/>
            </p:nvSpPr>
            <p:spPr bwMode="auto">
              <a:xfrm>
                <a:off x="1938338" y="3365500"/>
                <a:ext cx="230188" cy="155575"/>
              </a:xfrm>
              <a:custGeom>
                <a:avLst/>
                <a:gdLst>
                  <a:gd name="T0" fmla="*/ 25 w 70"/>
                  <a:gd name="T1" fmla="*/ 41 h 47"/>
                  <a:gd name="T2" fmla="*/ 30 w 70"/>
                  <a:gd name="T3" fmla="*/ 43 h 47"/>
                  <a:gd name="T4" fmla="*/ 35 w 70"/>
                  <a:gd name="T5" fmla="*/ 45 h 47"/>
                  <a:gd name="T6" fmla="*/ 53 w 70"/>
                  <a:gd name="T7" fmla="*/ 34 h 47"/>
                  <a:gd name="T8" fmla="*/ 61 w 70"/>
                  <a:gd name="T9" fmla="*/ 34 h 47"/>
                  <a:gd name="T10" fmla="*/ 68 w 70"/>
                  <a:gd name="T11" fmla="*/ 26 h 47"/>
                  <a:gd name="T12" fmla="*/ 70 w 70"/>
                  <a:gd name="T13" fmla="*/ 10 h 47"/>
                  <a:gd name="T14" fmla="*/ 67 w 70"/>
                  <a:gd name="T15" fmla="*/ 6 h 47"/>
                  <a:gd name="T16" fmla="*/ 61 w 70"/>
                  <a:gd name="T17" fmla="*/ 5 h 47"/>
                  <a:gd name="T18" fmla="*/ 60 w 70"/>
                  <a:gd name="T19" fmla="*/ 17 h 47"/>
                  <a:gd name="T20" fmla="*/ 55 w 70"/>
                  <a:gd name="T21" fmla="*/ 27 h 47"/>
                  <a:gd name="T22" fmla="*/ 52 w 70"/>
                  <a:gd name="T23" fmla="*/ 13 h 47"/>
                  <a:gd name="T24" fmla="*/ 41 w 70"/>
                  <a:gd name="T25" fmla="*/ 11 h 47"/>
                  <a:gd name="T26" fmla="*/ 32 w 70"/>
                  <a:gd name="T27" fmla="*/ 0 h 47"/>
                  <a:gd name="T28" fmla="*/ 17 w 70"/>
                  <a:gd name="T29" fmla="*/ 11 h 47"/>
                  <a:gd name="T30" fmla="*/ 0 w 70"/>
                  <a:gd name="T31" fmla="*/ 19 h 47"/>
                  <a:gd name="T32" fmla="*/ 15 w 70"/>
                  <a:gd name="T33" fmla="*/ 20 h 47"/>
                  <a:gd name="T34" fmla="*/ 28 w 70"/>
                  <a:gd name="T35" fmla="*/ 34 h 47"/>
                  <a:gd name="T36" fmla="*/ 43 w 70"/>
                  <a:gd name="T37" fmla="*/ 36 h 47"/>
                  <a:gd name="T38" fmla="*/ 25 w 70"/>
                  <a:gd name="T39" fmla="*/ 41 h 47"/>
                  <a:gd name="T40" fmla="*/ 23 w 70"/>
                  <a:gd name="T41" fmla="*/ 16 h 47"/>
                  <a:gd name="T42" fmla="*/ 24 w 70"/>
                  <a:gd name="T43" fmla="*/ 11 h 47"/>
                  <a:gd name="T44" fmla="*/ 30 w 70"/>
                  <a:gd name="T45" fmla="*/ 8 h 47"/>
                  <a:gd name="T46" fmla="*/ 36 w 70"/>
                  <a:gd name="T47" fmla="*/ 14 h 47"/>
                  <a:gd name="T48" fmla="*/ 36 w 70"/>
                  <a:gd name="T49" fmla="*/ 19 h 47"/>
                  <a:gd name="T50" fmla="*/ 29 w 70"/>
                  <a:gd name="T51" fmla="*/ 19 h 47"/>
                  <a:gd name="T52" fmla="*/ 23 w 70"/>
                  <a:gd name="T53" fmla="*/ 16 h 47"/>
                  <a:gd name="T54" fmla="*/ 39 w 70"/>
                  <a:gd name="T55" fmla="*/ 24 h 47"/>
                  <a:gd name="T56" fmla="*/ 39 w 70"/>
                  <a:gd name="T57" fmla="*/ 20 h 47"/>
                  <a:gd name="T58" fmla="*/ 41 w 70"/>
                  <a:gd name="T59" fmla="*/ 21 h 47"/>
                  <a:gd name="T60" fmla="*/ 41 w 70"/>
                  <a:gd name="T61" fmla="*/ 23 h 47"/>
                  <a:gd name="T62" fmla="*/ 39 w 70"/>
                  <a:gd name="T63" fmla="*/ 24 h 47"/>
                  <a:gd name="T64" fmla="*/ 44 w 70"/>
                  <a:gd name="T65" fmla="*/ 24 h 47"/>
                  <a:gd name="T66" fmla="*/ 44 w 70"/>
                  <a:gd name="T67" fmla="*/ 20 h 47"/>
                  <a:gd name="T68" fmla="*/ 46 w 70"/>
                  <a:gd name="T69" fmla="*/ 18 h 47"/>
                  <a:gd name="T70" fmla="*/ 46 w 70"/>
                  <a:gd name="T71" fmla="*/ 22 h 47"/>
                  <a:gd name="T72" fmla="*/ 44 w 70"/>
                  <a:gd name="T73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0" h="47">
                    <a:moveTo>
                      <a:pt x="25" y="41"/>
                    </a:moveTo>
                    <a:cubicBezTo>
                      <a:pt x="25" y="42"/>
                      <a:pt x="27" y="42"/>
                      <a:pt x="30" y="43"/>
                    </a:cubicBezTo>
                    <a:cubicBezTo>
                      <a:pt x="31" y="44"/>
                      <a:pt x="33" y="45"/>
                      <a:pt x="35" y="45"/>
                    </a:cubicBezTo>
                    <a:cubicBezTo>
                      <a:pt x="46" y="47"/>
                      <a:pt x="49" y="43"/>
                      <a:pt x="53" y="34"/>
                    </a:cubicBezTo>
                    <a:cubicBezTo>
                      <a:pt x="56" y="34"/>
                      <a:pt x="58" y="34"/>
                      <a:pt x="61" y="34"/>
                    </a:cubicBezTo>
                    <a:cubicBezTo>
                      <a:pt x="64" y="32"/>
                      <a:pt x="66" y="29"/>
                      <a:pt x="68" y="26"/>
                    </a:cubicBezTo>
                    <a:cubicBezTo>
                      <a:pt x="68" y="20"/>
                      <a:pt x="68" y="15"/>
                      <a:pt x="70" y="10"/>
                    </a:cubicBezTo>
                    <a:cubicBezTo>
                      <a:pt x="69" y="9"/>
                      <a:pt x="68" y="7"/>
                      <a:pt x="67" y="6"/>
                    </a:cubicBezTo>
                    <a:cubicBezTo>
                      <a:pt x="66" y="6"/>
                      <a:pt x="63" y="6"/>
                      <a:pt x="61" y="5"/>
                    </a:cubicBezTo>
                    <a:cubicBezTo>
                      <a:pt x="60" y="11"/>
                      <a:pt x="60" y="14"/>
                      <a:pt x="60" y="17"/>
                    </a:cubicBezTo>
                    <a:cubicBezTo>
                      <a:pt x="62" y="24"/>
                      <a:pt x="60" y="28"/>
                      <a:pt x="55" y="27"/>
                    </a:cubicBezTo>
                    <a:cubicBezTo>
                      <a:pt x="56" y="23"/>
                      <a:pt x="56" y="20"/>
                      <a:pt x="52" y="13"/>
                    </a:cubicBezTo>
                    <a:cubicBezTo>
                      <a:pt x="48" y="14"/>
                      <a:pt x="44" y="13"/>
                      <a:pt x="41" y="11"/>
                    </a:cubicBezTo>
                    <a:cubicBezTo>
                      <a:pt x="38" y="7"/>
                      <a:pt x="35" y="4"/>
                      <a:pt x="32" y="0"/>
                    </a:cubicBezTo>
                    <a:cubicBezTo>
                      <a:pt x="26" y="3"/>
                      <a:pt x="22" y="7"/>
                      <a:pt x="17" y="11"/>
                    </a:cubicBezTo>
                    <a:cubicBezTo>
                      <a:pt x="9" y="9"/>
                      <a:pt x="3" y="13"/>
                      <a:pt x="0" y="19"/>
                    </a:cubicBezTo>
                    <a:cubicBezTo>
                      <a:pt x="7" y="18"/>
                      <a:pt x="12" y="17"/>
                      <a:pt x="15" y="20"/>
                    </a:cubicBezTo>
                    <a:cubicBezTo>
                      <a:pt x="19" y="26"/>
                      <a:pt x="23" y="31"/>
                      <a:pt x="28" y="34"/>
                    </a:cubicBezTo>
                    <a:cubicBezTo>
                      <a:pt x="33" y="32"/>
                      <a:pt x="38" y="30"/>
                      <a:pt x="43" y="36"/>
                    </a:cubicBezTo>
                    <a:cubicBezTo>
                      <a:pt x="37" y="40"/>
                      <a:pt x="27" y="39"/>
                      <a:pt x="25" y="41"/>
                    </a:cubicBezTo>
                    <a:close/>
                    <a:moveTo>
                      <a:pt x="23" y="16"/>
                    </a:moveTo>
                    <a:cubicBezTo>
                      <a:pt x="24" y="14"/>
                      <a:pt x="23" y="13"/>
                      <a:pt x="24" y="11"/>
                    </a:cubicBezTo>
                    <a:cubicBezTo>
                      <a:pt x="26" y="7"/>
                      <a:pt x="29" y="6"/>
                      <a:pt x="30" y="8"/>
                    </a:cubicBezTo>
                    <a:cubicBezTo>
                      <a:pt x="32" y="10"/>
                      <a:pt x="34" y="12"/>
                      <a:pt x="36" y="14"/>
                    </a:cubicBezTo>
                    <a:cubicBezTo>
                      <a:pt x="37" y="16"/>
                      <a:pt x="37" y="17"/>
                      <a:pt x="36" y="19"/>
                    </a:cubicBezTo>
                    <a:cubicBezTo>
                      <a:pt x="34" y="19"/>
                      <a:pt x="31" y="19"/>
                      <a:pt x="29" y="19"/>
                    </a:cubicBezTo>
                    <a:cubicBezTo>
                      <a:pt x="26" y="19"/>
                      <a:pt x="24" y="18"/>
                      <a:pt x="23" y="16"/>
                    </a:cubicBezTo>
                    <a:close/>
                    <a:moveTo>
                      <a:pt x="39" y="24"/>
                    </a:moveTo>
                    <a:cubicBezTo>
                      <a:pt x="39" y="23"/>
                      <a:pt x="40" y="21"/>
                      <a:pt x="39" y="20"/>
                    </a:cubicBezTo>
                    <a:cubicBezTo>
                      <a:pt x="40" y="20"/>
                      <a:pt x="40" y="21"/>
                      <a:pt x="41" y="21"/>
                    </a:cubicBezTo>
                    <a:cubicBezTo>
                      <a:pt x="41" y="22"/>
                      <a:pt x="41" y="22"/>
                      <a:pt x="41" y="23"/>
                    </a:cubicBezTo>
                    <a:cubicBezTo>
                      <a:pt x="41" y="24"/>
                      <a:pt x="40" y="24"/>
                      <a:pt x="39" y="24"/>
                    </a:cubicBezTo>
                    <a:close/>
                    <a:moveTo>
                      <a:pt x="44" y="24"/>
                    </a:moveTo>
                    <a:cubicBezTo>
                      <a:pt x="44" y="22"/>
                      <a:pt x="44" y="21"/>
                      <a:pt x="44" y="20"/>
                    </a:cubicBezTo>
                    <a:cubicBezTo>
                      <a:pt x="45" y="19"/>
                      <a:pt x="46" y="19"/>
                      <a:pt x="46" y="18"/>
                    </a:cubicBezTo>
                    <a:cubicBezTo>
                      <a:pt x="46" y="19"/>
                      <a:pt x="46" y="21"/>
                      <a:pt x="46" y="22"/>
                    </a:cubicBezTo>
                    <a:cubicBezTo>
                      <a:pt x="45" y="23"/>
                      <a:pt x="45" y="23"/>
                      <a:pt x="44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ṧḷïḍé"/>
              <p:cNvSpPr/>
              <p:nvPr/>
            </p:nvSpPr>
            <p:spPr bwMode="auto">
              <a:xfrm>
                <a:off x="2103438" y="2940050"/>
                <a:ext cx="165100" cy="147638"/>
              </a:xfrm>
              <a:custGeom>
                <a:avLst/>
                <a:gdLst>
                  <a:gd name="T0" fmla="*/ 0 w 50"/>
                  <a:gd name="T1" fmla="*/ 15 h 45"/>
                  <a:gd name="T2" fmla="*/ 1 w 50"/>
                  <a:gd name="T3" fmla="*/ 10 h 45"/>
                  <a:gd name="T4" fmla="*/ 2 w 50"/>
                  <a:gd name="T5" fmla="*/ 4 h 45"/>
                  <a:gd name="T6" fmla="*/ 8 w 50"/>
                  <a:gd name="T7" fmla="*/ 0 h 45"/>
                  <a:gd name="T8" fmla="*/ 12 w 50"/>
                  <a:gd name="T9" fmla="*/ 1 h 45"/>
                  <a:gd name="T10" fmla="*/ 24 w 50"/>
                  <a:gd name="T11" fmla="*/ 18 h 45"/>
                  <a:gd name="T12" fmla="*/ 33 w 50"/>
                  <a:gd name="T13" fmla="*/ 8 h 45"/>
                  <a:gd name="T14" fmla="*/ 40 w 50"/>
                  <a:gd name="T15" fmla="*/ 2 h 45"/>
                  <a:gd name="T16" fmla="*/ 44 w 50"/>
                  <a:gd name="T17" fmla="*/ 5 h 45"/>
                  <a:gd name="T18" fmla="*/ 39 w 50"/>
                  <a:gd name="T19" fmla="*/ 12 h 45"/>
                  <a:gd name="T20" fmla="*/ 50 w 50"/>
                  <a:gd name="T21" fmla="*/ 28 h 45"/>
                  <a:gd name="T22" fmla="*/ 43 w 50"/>
                  <a:gd name="T23" fmla="*/ 38 h 45"/>
                  <a:gd name="T24" fmla="*/ 38 w 50"/>
                  <a:gd name="T25" fmla="*/ 45 h 45"/>
                  <a:gd name="T26" fmla="*/ 26 w 50"/>
                  <a:gd name="T27" fmla="*/ 40 h 45"/>
                  <a:gd name="T28" fmla="*/ 19 w 50"/>
                  <a:gd name="T29" fmla="*/ 39 h 45"/>
                  <a:gd name="T30" fmla="*/ 25 w 50"/>
                  <a:gd name="T31" fmla="*/ 26 h 45"/>
                  <a:gd name="T32" fmla="*/ 21 w 50"/>
                  <a:gd name="T33" fmla="*/ 25 h 45"/>
                  <a:gd name="T34" fmla="*/ 13 w 50"/>
                  <a:gd name="T35" fmla="*/ 13 h 45"/>
                  <a:gd name="T36" fmla="*/ 8 w 50"/>
                  <a:gd name="T37" fmla="*/ 12 h 45"/>
                  <a:gd name="T38" fmla="*/ 0 w 50"/>
                  <a:gd name="T39" fmla="*/ 15 h 45"/>
                  <a:gd name="T40" fmla="*/ 27 w 50"/>
                  <a:gd name="T41" fmla="*/ 36 h 45"/>
                  <a:gd name="T42" fmla="*/ 41 w 50"/>
                  <a:gd name="T43" fmla="*/ 28 h 45"/>
                  <a:gd name="T44" fmla="*/ 35 w 50"/>
                  <a:gd name="T45" fmla="*/ 22 h 45"/>
                  <a:gd name="T46" fmla="*/ 27 w 50"/>
                  <a:gd name="T4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0" h="45">
                    <a:moveTo>
                      <a:pt x="0" y="15"/>
                    </a:moveTo>
                    <a:cubicBezTo>
                      <a:pt x="0" y="13"/>
                      <a:pt x="1" y="12"/>
                      <a:pt x="1" y="10"/>
                    </a:cubicBezTo>
                    <a:cubicBezTo>
                      <a:pt x="1" y="8"/>
                      <a:pt x="1" y="6"/>
                      <a:pt x="2" y="4"/>
                    </a:cubicBezTo>
                    <a:cubicBezTo>
                      <a:pt x="3" y="1"/>
                      <a:pt x="5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cubicBezTo>
                      <a:pt x="17" y="6"/>
                      <a:pt x="21" y="11"/>
                      <a:pt x="24" y="18"/>
                    </a:cubicBezTo>
                    <a:cubicBezTo>
                      <a:pt x="28" y="16"/>
                      <a:pt x="30" y="11"/>
                      <a:pt x="33" y="8"/>
                    </a:cubicBezTo>
                    <a:cubicBezTo>
                      <a:pt x="34" y="7"/>
                      <a:pt x="37" y="3"/>
                      <a:pt x="40" y="2"/>
                    </a:cubicBezTo>
                    <a:cubicBezTo>
                      <a:pt x="42" y="1"/>
                      <a:pt x="43" y="2"/>
                      <a:pt x="44" y="5"/>
                    </a:cubicBezTo>
                    <a:cubicBezTo>
                      <a:pt x="44" y="6"/>
                      <a:pt x="40" y="11"/>
                      <a:pt x="39" y="12"/>
                    </a:cubicBezTo>
                    <a:cubicBezTo>
                      <a:pt x="43" y="17"/>
                      <a:pt x="47" y="19"/>
                      <a:pt x="50" y="28"/>
                    </a:cubicBezTo>
                    <a:cubicBezTo>
                      <a:pt x="48" y="31"/>
                      <a:pt x="46" y="35"/>
                      <a:pt x="43" y="38"/>
                    </a:cubicBezTo>
                    <a:cubicBezTo>
                      <a:pt x="41" y="40"/>
                      <a:pt x="40" y="43"/>
                      <a:pt x="38" y="45"/>
                    </a:cubicBezTo>
                    <a:cubicBezTo>
                      <a:pt x="34" y="41"/>
                      <a:pt x="30" y="40"/>
                      <a:pt x="26" y="40"/>
                    </a:cubicBezTo>
                    <a:cubicBezTo>
                      <a:pt x="24" y="41"/>
                      <a:pt x="21" y="41"/>
                      <a:pt x="19" y="39"/>
                    </a:cubicBezTo>
                    <a:cubicBezTo>
                      <a:pt x="18" y="35"/>
                      <a:pt x="22" y="30"/>
                      <a:pt x="25" y="26"/>
                    </a:cubicBezTo>
                    <a:cubicBezTo>
                      <a:pt x="24" y="26"/>
                      <a:pt x="23" y="25"/>
                      <a:pt x="21" y="25"/>
                    </a:cubicBezTo>
                    <a:cubicBezTo>
                      <a:pt x="18" y="22"/>
                      <a:pt x="16" y="18"/>
                      <a:pt x="13" y="13"/>
                    </a:cubicBezTo>
                    <a:cubicBezTo>
                      <a:pt x="12" y="15"/>
                      <a:pt x="8" y="14"/>
                      <a:pt x="8" y="12"/>
                    </a:cubicBezTo>
                    <a:cubicBezTo>
                      <a:pt x="7" y="10"/>
                      <a:pt x="4" y="14"/>
                      <a:pt x="0" y="15"/>
                    </a:cubicBezTo>
                    <a:close/>
                    <a:moveTo>
                      <a:pt x="27" y="36"/>
                    </a:moveTo>
                    <a:cubicBezTo>
                      <a:pt x="32" y="38"/>
                      <a:pt x="37" y="35"/>
                      <a:pt x="41" y="28"/>
                    </a:cubicBezTo>
                    <a:cubicBezTo>
                      <a:pt x="41" y="25"/>
                      <a:pt x="38" y="23"/>
                      <a:pt x="35" y="22"/>
                    </a:cubicBezTo>
                    <a:cubicBezTo>
                      <a:pt x="31" y="26"/>
                      <a:pt x="30" y="30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ïşļidè"/>
              <p:cNvSpPr/>
              <p:nvPr/>
            </p:nvSpPr>
            <p:spPr bwMode="auto">
              <a:xfrm>
                <a:off x="3422650" y="2962275"/>
                <a:ext cx="206375" cy="201613"/>
              </a:xfrm>
              <a:custGeom>
                <a:avLst/>
                <a:gdLst>
                  <a:gd name="T0" fmla="*/ 55 w 63"/>
                  <a:gd name="T1" fmla="*/ 4 h 61"/>
                  <a:gd name="T2" fmla="*/ 40 w 63"/>
                  <a:gd name="T3" fmla="*/ 10 h 61"/>
                  <a:gd name="T4" fmla="*/ 28 w 63"/>
                  <a:gd name="T5" fmla="*/ 12 h 61"/>
                  <a:gd name="T6" fmla="*/ 26 w 63"/>
                  <a:gd name="T7" fmla="*/ 4 h 61"/>
                  <a:gd name="T8" fmla="*/ 16 w 63"/>
                  <a:gd name="T9" fmla="*/ 1 h 61"/>
                  <a:gd name="T10" fmla="*/ 18 w 63"/>
                  <a:gd name="T11" fmla="*/ 7 h 61"/>
                  <a:gd name="T12" fmla="*/ 21 w 63"/>
                  <a:gd name="T13" fmla="*/ 17 h 61"/>
                  <a:gd name="T14" fmla="*/ 7 w 63"/>
                  <a:gd name="T15" fmla="*/ 15 h 61"/>
                  <a:gd name="T16" fmla="*/ 18 w 63"/>
                  <a:gd name="T17" fmla="*/ 31 h 61"/>
                  <a:gd name="T18" fmla="*/ 37 w 63"/>
                  <a:gd name="T19" fmla="*/ 28 h 61"/>
                  <a:gd name="T20" fmla="*/ 54 w 63"/>
                  <a:gd name="T21" fmla="*/ 45 h 61"/>
                  <a:gd name="T22" fmla="*/ 54 w 63"/>
                  <a:gd name="T23" fmla="*/ 35 h 61"/>
                  <a:gd name="T24" fmla="*/ 48 w 63"/>
                  <a:gd name="T25" fmla="*/ 31 h 61"/>
                  <a:gd name="T26" fmla="*/ 42 w 63"/>
                  <a:gd name="T27" fmla="*/ 26 h 61"/>
                  <a:gd name="T28" fmla="*/ 57 w 63"/>
                  <a:gd name="T29" fmla="*/ 19 h 61"/>
                  <a:gd name="T30" fmla="*/ 63 w 63"/>
                  <a:gd name="T31" fmla="*/ 9 h 61"/>
                  <a:gd name="T32" fmla="*/ 55 w 63"/>
                  <a:gd name="T33" fmla="*/ 4 h 61"/>
                  <a:gd name="T34" fmla="*/ 22 w 63"/>
                  <a:gd name="T35" fmla="*/ 34 h 61"/>
                  <a:gd name="T36" fmla="*/ 27 w 63"/>
                  <a:gd name="T37" fmla="*/ 56 h 61"/>
                  <a:gd name="T38" fmla="*/ 20 w 63"/>
                  <a:gd name="T39" fmla="*/ 56 h 61"/>
                  <a:gd name="T40" fmla="*/ 18 w 63"/>
                  <a:gd name="T41" fmla="*/ 47 h 61"/>
                  <a:gd name="T42" fmla="*/ 22 w 63"/>
                  <a:gd name="T43" fmla="*/ 3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3" h="61">
                    <a:moveTo>
                      <a:pt x="55" y="4"/>
                    </a:moveTo>
                    <a:cubicBezTo>
                      <a:pt x="50" y="7"/>
                      <a:pt x="45" y="8"/>
                      <a:pt x="40" y="10"/>
                    </a:cubicBezTo>
                    <a:cubicBezTo>
                      <a:pt x="36" y="12"/>
                      <a:pt x="32" y="13"/>
                      <a:pt x="28" y="12"/>
                    </a:cubicBezTo>
                    <a:cubicBezTo>
                      <a:pt x="27" y="10"/>
                      <a:pt x="26" y="7"/>
                      <a:pt x="26" y="4"/>
                    </a:cubicBezTo>
                    <a:cubicBezTo>
                      <a:pt x="26" y="1"/>
                      <a:pt x="20" y="0"/>
                      <a:pt x="16" y="1"/>
                    </a:cubicBezTo>
                    <a:cubicBezTo>
                      <a:pt x="16" y="2"/>
                      <a:pt x="19" y="3"/>
                      <a:pt x="18" y="7"/>
                    </a:cubicBezTo>
                    <a:cubicBezTo>
                      <a:pt x="17" y="11"/>
                      <a:pt x="19" y="15"/>
                      <a:pt x="21" y="17"/>
                    </a:cubicBezTo>
                    <a:cubicBezTo>
                      <a:pt x="16" y="18"/>
                      <a:pt x="12" y="17"/>
                      <a:pt x="7" y="15"/>
                    </a:cubicBezTo>
                    <a:cubicBezTo>
                      <a:pt x="0" y="14"/>
                      <a:pt x="0" y="18"/>
                      <a:pt x="18" y="31"/>
                    </a:cubicBezTo>
                    <a:cubicBezTo>
                      <a:pt x="25" y="32"/>
                      <a:pt x="31" y="30"/>
                      <a:pt x="37" y="28"/>
                    </a:cubicBezTo>
                    <a:cubicBezTo>
                      <a:pt x="43" y="35"/>
                      <a:pt x="51" y="44"/>
                      <a:pt x="54" y="45"/>
                    </a:cubicBezTo>
                    <a:cubicBezTo>
                      <a:pt x="56" y="43"/>
                      <a:pt x="54" y="38"/>
                      <a:pt x="54" y="35"/>
                    </a:cubicBezTo>
                    <a:cubicBezTo>
                      <a:pt x="52" y="33"/>
                      <a:pt x="50" y="32"/>
                      <a:pt x="48" y="31"/>
                    </a:cubicBezTo>
                    <a:cubicBezTo>
                      <a:pt x="45" y="29"/>
                      <a:pt x="42" y="28"/>
                      <a:pt x="42" y="26"/>
                    </a:cubicBezTo>
                    <a:cubicBezTo>
                      <a:pt x="48" y="23"/>
                      <a:pt x="53" y="23"/>
                      <a:pt x="57" y="19"/>
                    </a:cubicBezTo>
                    <a:cubicBezTo>
                      <a:pt x="60" y="16"/>
                      <a:pt x="61" y="13"/>
                      <a:pt x="63" y="9"/>
                    </a:cubicBezTo>
                    <a:cubicBezTo>
                      <a:pt x="61" y="6"/>
                      <a:pt x="58" y="8"/>
                      <a:pt x="55" y="4"/>
                    </a:cubicBezTo>
                    <a:close/>
                    <a:moveTo>
                      <a:pt x="22" y="34"/>
                    </a:moveTo>
                    <a:cubicBezTo>
                      <a:pt x="27" y="41"/>
                      <a:pt x="31" y="49"/>
                      <a:pt x="27" y="56"/>
                    </a:cubicBezTo>
                    <a:cubicBezTo>
                      <a:pt x="24" y="61"/>
                      <a:pt x="22" y="58"/>
                      <a:pt x="20" y="56"/>
                    </a:cubicBezTo>
                    <a:cubicBezTo>
                      <a:pt x="18" y="53"/>
                      <a:pt x="16" y="49"/>
                      <a:pt x="18" y="47"/>
                    </a:cubicBezTo>
                    <a:cubicBezTo>
                      <a:pt x="20" y="43"/>
                      <a:pt x="19" y="38"/>
                      <a:pt x="22" y="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ïşḷîde"/>
              <p:cNvSpPr/>
              <p:nvPr/>
            </p:nvSpPr>
            <p:spPr bwMode="auto">
              <a:xfrm>
                <a:off x="3533775" y="3359150"/>
                <a:ext cx="263525" cy="165100"/>
              </a:xfrm>
              <a:custGeom>
                <a:avLst/>
                <a:gdLst>
                  <a:gd name="T0" fmla="*/ 66 w 80"/>
                  <a:gd name="T1" fmla="*/ 3 h 50"/>
                  <a:gd name="T2" fmla="*/ 54 w 80"/>
                  <a:gd name="T3" fmla="*/ 8 h 50"/>
                  <a:gd name="T4" fmla="*/ 56 w 80"/>
                  <a:gd name="T5" fmla="*/ 13 h 50"/>
                  <a:gd name="T6" fmla="*/ 60 w 80"/>
                  <a:gd name="T7" fmla="*/ 13 h 50"/>
                  <a:gd name="T8" fmla="*/ 64 w 80"/>
                  <a:gd name="T9" fmla="*/ 12 h 50"/>
                  <a:gd name="T10" fmla="*/ 66 w 80"/>
                  <a:gd name="T11" fmla="*/ 3 h 50"/>
                  <a:gd name="T12" fmla="*/ 65 w 80"/>
                  <a:gd name="T13" fmla="*/ 25 h 50"/>
                  <a:gd name="T14" fmla="*/ 68 w 80"/>
                  <a:gd name="T15" fmla="*/ 18 h 50"/>
                  <a:gd name="T16" fmla="*/ 60 w 80"/>
                  <a:gd name="T17" fmla="*/ 20 h 50"/>
                  <a:gd name="T18" fmla="*/ 65 w 80"/>
                  <a:gd name="T19" fmla="*/ 25 h 50"/>
                  <a:gd name="T20" fmla="*/ 76 w 80"/>
                  <a:gd name="T21" fmla="*/ 36 h 50"/>
                  <a:gd name="T22" fmla="*/ 59 w 80"/>
                  <a:gd name="T23" fmla="*/ 30 h 50"/>
                  <a:gd name="T24" fmla="*/ 65 w 80"/>
                  <a:gd name="T25" fmla="*/ 42 h 50"/>
                  <a:gd name="T26" fmla="*/ 72 w 80"/>
                  <a:gd name="T27" fmla="*/ 46 h 50"/>
                  <a:gd name="T28" fmla="*/ 76 w 80"/>
                  <a:gd name="T29" fmla="*/ 36 h 50"/>
                  <a:gd name="T30" fmla="*/ 31 w 80"/>
                  <a:gd name="T31" fmla="*/ 0 h 50"/>
                  <a:gd name="T32" fmla="*/ 43 w 80"/>
                  <a:gd name="T33" fmla="*/ 0 h 50"/>
                  <a:gd name="T34" fmla="*/ 54 w 80"/>
                  <a:gd name="T35" fmla="*/ 34 h 50"/>
                  <a:gd name="T36" fmla="*/ 48 w 80"/>
                  <a:gd name="T37" fmla="*/ 38 h 50"/>
                  <a:gd name="T38" fmla="*/ 42 w 80"/>
                  <a:gd name="T39" fmla="*/ 33 h 50"/>
                  <a:gd name="T40" fmla="*/ 25 w 80"/>
                  <a:gd name="T41" fmla="*/ 31 h 50"/>
                  <a:gd name="T42" fmla="*/ 25 w 80"/>
                  <a:gd name="T43" fmla="*/ 38 h 50"/>
                  <a:gd name="T44" fmla="*/ 27 w 80"/>
                  <a:gd name="T45" fmla="*/ 45 h 50"/>
                  <a:gd name="T46" fmla="*/ 21 w 80"/>
                  <a:gd name="T47" fmla="*/ 46 h 50"/>
                  <a:gd name="T48" fmla="*/ 18 w 80"/>
                  <a:gd name="T49" fmla="*/ 35 h 50"/>
                  <a:gd name="T50" fmla="*/ 16 w 80"/>
                  <a:gd name="T51" fmla="*/ 36 h 50"/>
                  <a:gd name="T52" fmla="*/ 4 w 80"/>
                  <a:gd name="T53" fmla="*/ 30 h 50"/>
                  <a:gd name="T54" fmla="*/ 10 w 80"/>
                  <a:gd name="T55" fmla="*/ 14 h 50"/>
                  <a:gd name="T56" fmla="*/ 21 w 80"/>
                  <a:gd name="T57" fmla="*/ 9 h 50"/>
                  <a:gd name="T58" fmla="*/ 23 w 80"/>
                  <a:gd name="T59" fmla="*/ 25 h 50"/>
                  <a:gd name="T60" fmla="*/ 37 w 80"/>
                  <a:gd name="T61" fmla="*/ 29 h 50"/>
                  <a:gd name="T62" fmla="*/ 31 w 80"/>
                  <a:gd name="T63" fmla="*/ 21 h 50"/>
                  <a:gd name="T64" fmla="*/ 26 w 80"/>
                  <a:gd name="T65" fmla="*/ 16 h 50"/>
                  <a:gd name="T66" fmla="*/ 44 w 80"/>
                  <a:gd name="T67" fmla="*/ 29 h 50"/>
                  <a:gd name="T68" fmla="*/ 37 w 80"/>
                  <a:gd name="T69" fmla="*/ 11 h 50"/>
                  <a:gd name="T70" fmla="*/ 35 w 80"/>
                  <a:gd name="T71" fmla="*/ 8 h 50"/>
                  <a:gd name="T72" fmla="*/ 31 w 80"/>
                  <a:gd name="T73" fmla="*/ 0 h 50"/>
                  <a:gd name="T74" fmla="*/ 14 w 80"/>
                  <a:gd name="T75" fmla="*/ 17 h 50"/>
                  <a:gd name="T76" fmla="*/ 9 w 80"/>
                  <a:gd name="T77" fmla="*/ 20 h 50"/>
                  <a:gd name="T78" fmla="*/ 10 w 80"/>
                  <a:gd name="T79" fmla="*/ 27 h 50"/>
                  <a:gd name="T80" fmla="*/ 15 w 80"/>
                  <a:gd name="T81" fmla="*/ 28 h 50"/>
                  <a:gd name="T82" fmla="*/ 14 w 80"/>
                  <a:gd name="T83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50">
                    <a:moveTo>
                      <a:pt x="66" y="3"/>
                    </a:moveTo>
                    <a:cubicBezTo>
                      <a:pt x="61" y="1"/>
                      <a:pt x="58" y="4"/>
                      <a:pt x="54" y="8"/>
                    </a:cubicBezTo>
                    <a:cubicBezTo>
                      <a:pt x="54" y="11"/>
                      <a:pt x="54" y="13"/>
                      <a:pt x="56" y="13"/>
                    </a:cubicBezTo>
                    <a:cubicBezTo>
                      <a:pt x="57" y="14"/>
                      <a:pt x="59" y="13"/>
                      <a:pt x="60" y="13"/>
                    </a:cubicBezTo>
                    <a:cubicBezTo>
                      <a:pt x="62" y="13"/>
                      <a:pt x="63" y="13"/>
                      <a:pt x="64" y="12"/>
                    </a:cubicBezTo>
                    <a:cubicBezTo>
                      <a:pt x="68" y="10"/>
                      <a:pt x="70" y="2"/>
                      <a:pt x="66" y="3"/>
                    </a:cubicBezTo>
                    <a:close/>
                    <a:moveTo>
                      <a:pt x="65" y="25"/>
                    </a:moveTo>
                    <a:cubicBezTo>
                      <a:pt x="67" y="23"/>
                      <a:pt x="70" y="22"/>
                      <a:pt x="68" y="18"/>
                    </a:cubicBezTo>
                    <a:cubicBezTo>
                      <a:pt x="64" y="16"/>
                      <a:pt x="61" y="19"/>
                      <a:pt x="60" y="20"/>
                    </a:cubicBezTo>
                    <a:cubicBezTo>
                      <a:pt x="58" y="22"/>
                      <a:pt x="60" y="22"/>
                      <a:pt x="65" y="25"/>
                    </a:cubicBezTo>
                    <a:close/>
                    <a:moveTo>
                      <a:pt x="76" y="36"/>
                    </a:moveTo>
                    <a:cubicBezTo>
                      <a:pt x="69" y="34"/>
                      <a:pt x="65" y="32"/>
                      <a:pt x="59" y="30"/>
                    </a:cubicBezTo>
                    <a:cubicBezTo>
                      <a:pt x="64" y="34"/>
                      <a:pt x="64" y="38"/>
                      <a:pt x="65" y="42"/>
                    </a:cubicBezTo>
                    <a:cubicBezTo>
                      <a:pt x="69" y="47"/>
                      <a:pt x="71" y="48"/>
                      <a:pt x="72" y="46"/>
                    </a:cubicBezTo>
                    <a:cubicBezTo>
                      <a:pt x="76" y="43"/>
                      <a:pt x="80" y="40"/>
                      <a:pt x="76" y="36"/>
                    </a:cubicBezTo>
                    <a:close/>
                    <a:moveTo>
                      <a:pt x="31" y="0"/>
                    </a:moveTo>
                    <a:cubicBezTo>
                      <a:pt x="35" y="0"/>
                      <a:pt x="39" y="1"/>
                      <a:pt x="43" y="0"/>
                    </a:cubicBezTo>
                    <a:cubicBezTo>
                      <a:pt x="51" y="9"/>
                      <a:pt x="53" y="18"/>
                      <a:pt x="54" y="34"/>
                    </a:cubicBezTo>
                    <a:cubicBezTo>
                      <a:pt x="53" y="36"/>
                      <a:pt x="50" y="38"/>
                      <a:pt x="48" y="38"/>
                    </a:cubicBezTo>
                    <a:cubicBezTo>
                      <a:pt x="45" y="37"/>
                      <a:pt x="45" y="35"/>
                      <a:pt x="42" y="33"/>
                    </a:cubicBezTo>
                    <a:cubicBezTo>
                      <a:pt x="37" y="35"/>
                      <a:pt x="31" y="33"/>
                      <a:pt x="25" y="31"/>
                    </a:cubicBezTo>
                    <a:cubicBezTo>
                      <a:pt x="23" y="32"/>
                      <a:pt x="23" y="35"/>
                      <a:pt x="25" y="38"/>
                    </a:cubicBezTo>
                    <a:cubicBezTo>
                      <a:pt x="26" y="40"/>
                      <a:pt x="28" y="43"/>
                      <a:pt x="27" y="45"/>
                    </a:cubicBezTo>
                    <a:cubicBezTo>
                      <a:pt x="24" y="50"/>
                      <a:pt x="21" y="47"/>
                      <a:pt x="21" y="46"/>
                    </a:cubicBezTo>
                    <a:cubicBezTo>
                      <a:pt x="19" y="41"/>
                      <a:pt x="18" y="36"/>
                      <a:pt x="18" y="35"/>
                    </a:cubicBezTo>
                    <a:cubicBezTo>
                      <a:pt x="17" y="35"/>
                      <a:pt x="17" y="36"/>
                      <a:pt x="16" y="36"/>
                    </a:cubicBezTo>
                    <a:cubicBezTo>
                      <a:pt x="9" y="36"/>
                      <a:pt x="5" y="33"/>
                      <a:pt x="4" y="30"/>
                    </a:cubicBezTo>
                    <a:cubicBezTo>
                      <a:pt x="0" y="22"/>
                      <a:pt x="0" y="15"/>
                      <a:pt x="10" y="14"/>
                    </a:cubicBezTo>
                    <a:cubicBezTo>
                      <a:pt x="14" y="7"/>
                      <a:pt x="18" y="5"/>
                      <a:pt x="21" y="9"/>
                    </a:cubicBezTo>
                    <a:cubicBezTo>
                      <a:pt x="18" y="12"/>
                      <a:pt x="20" y="18"/>
                      <a:pt x="23" y="25"/>
                    </a:cubicBezTo>
                    <a:cubicBezTo>
                      <a:pt x="27" y="26"/>
                      <a:pt x="32" y="28"/>
                      <a:pt x="37" y="29"/>
                    </a:cubicBezTo>
                    <a:cubicBezTo>
                      <a:pt x="36" y="27"/>
                      <a:pt x="36" y="22"/>
                      <a:pt x="31" y="21"/>
                    </a:cubicBezTo>
                    <a:cubicBezTo>
                      <a:pt x="26" y="21"/>
                      <a:pt x="26" y="17"/>
                      <a:pt x="26" y="16"/>
                    </a:cubicBezTo>
                    <a:cubicBezTo>
                      <a:pt x="35" y="10"/>
                      <a:pt x="38" y="26"/>
                      <a:pt x="44" y="29"/>
                    </a:cubicBezTo>
                    <a:cubicBezTo>
                      <a:pt x="47" y="25"/>
                      <a:pt x="43" y="19"/>
                      <a:pt x="37" y="11"/>
                    </a:cubicBezTo>
                    <a:cubicBezTo>
                      <a:pt x="37" y="10"/>
                      <a:pt x="36" y="8"/>
                      <a:pt x="35" y="8"/>
                    </a:cubicBezTo>
                    <a:cubicBezTo>
                      <a:pt x="30" y="8"/>
                      <a:pt x="25" y="1"/>
                      <a:pt x="31" y="0"/>
                    </a:cubicBezTo>
                    <a:close/>
                    <a:moveTo>
                      <a:pt x="14" y="17"/>
                    </a:moveTo>
                    <a:cubicBezTo>
                      <a:pt x="12" y="16"/>
                      <a:pt x="11" y="17"/>
                      <a:pt x="9" y="20"/>
                    </a:cubicBezTo>
                    <a:cubicBezTo>
                      <a:pt x="8" y="21"/>
                      <a:pt x="9" y="24"/>
                      <a:pt x="10" y="27"/>
                    </a:cubicBezTo>
                    <a:cubicBezTo>
                      <a:pt x="13" y="28"/>
                      <a:pt x="13" y="28"/>
                      <a:pt x="15" y="28"/>
                    </a:cubicBezTo>
                    <a:cubicBezTo>
                      <a:pt x="15" y="25"/>
                      <a:pt x="14" y="21"/>
                      <a:pt x="1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şľíḋé"/>
              <p:cNvSpPr/>
              <p:nvPr/>
            </p:nvSpPr>
            <p:spPr bwMode="auto">
              <a:xfrm>
                <a:off x="2449513" y="2546350"/>
                <a:ext cx="201613" cy="260350"/>
              </a:xfrm>
              <a:custGeom>
                <a:avLst/>
                <a:gdLst>
                  <a:gd name="T0" fmla="*/ 12 w 61"/>
                  <a:gd name="T1" fmla="*/ 13 h 79"/>
                  <a:gd name="T2" fmla="*/ 10 w 61"/>
                  <a:gd name="T3" fmla="*/ 37 h 79"/>
                  <a:gd name="T4" fmla="*/ 0 w 61"/>
                  <a:gd name="T5" fmla="*/ 50 h 79"/>
                  <a:gd name="T6" fmla="*/ 2 w 61"/>
                  <a:gd name="T7" fmla="*/ 56 h 79"/>
                  <a:gd name="T8" fmla="*/ 9 w 61"/>
                  <a:gd name="T9" fmla="*/ 49 h 79"/>
                  <a:gd name="T10" fmla="*/ 7 w 61"/>
                  <a:gd name="T11" fmla="*/ 68 h 79"/>
                  <a:gd name="T12" fmla="*/ 12 w 61"/>
                  <a:gd name="T13" fmla="*/ 72 h 79"/>
                  <a:gd name="T14" fmla="*/ 21 w 61"/>
                  <a:gd name="T15" fmla="*/ 61 h 79"/>
                  <a:gd name="T16" fmla="*/ 24 w 61"/>
                  <a:gd name="T17" fmla="*/ 69 h 79"/>
                  <a:gd name="T18" fmla="*/ 20 w 61"/>
                  <a:gd name="T19" fmla="*/ 71 h 79"/>
                  <a:gd name="T20" fmla="*/ 29 w 61"/>
                  <a:gd name="T21" fmla="*/ 75 h 79"/>
                  <a:gd name="T22" fmla="*/ 23 w 61"/>
                  <a:gd name="T23" fmla="*/ 56 h 79"/>
                  <a:gd name="T24" fmla="*/ 28 w 61"/>
                  <a:gd name="T25" fmla="*/ 35 h 79"/>
                  <a:gd name="T26" fmla="*/ 27 w 61"/>
                  <a:gd name="T27" fmla="*/ 32 h 79"/>
                  <a:gd name="T28" fmla="*/ 25 w 61"/>
                  <a:gd name="T29" fmla="*/ 35 h 79"/>
                  <a:gd name="T30" fmla="*/ 18 w 61"/>
                  <a:gd name="T31" fmla="*/ 47 h 79"/>
                  <a:gd name="T32" fmla="*/ 17 w 61"/>
                  <a:gd name="T33" fmla="*/ 39 h 79"/>
                  <a:gd name="T34" fmla="*/ 14 w 61"/>
                  <a:gd name="T35" fmla="*/ 34 h 79"/>
                  <a:gd name="T36" fmla="*/ 15 w 61"/>
                  <a:gd name="T37" fmla="*/ 20 h 79"/>
                  <a:gd name="T38" fmla="*/ 12 w 61"/>
                  <a:gd name="T39" fmla="*/ 13 h 79"/>
                  <a:gd name="T40" fmla="*/ 34 w 61"/>
                  <a:gd name="T41" fmla="*/ 4 h 79"/>
                  <a:gd name="T42" fmla="*/ 50 w 61"/>
                  <a:gd name="T43" fmla="*/ 25 h 79"/>
                  <a:gd name="T44" fmla="*/ 56 w 61"/>
                  <a:gd name="T45" fmla="*/ 35 h 79"/>
                  <a:gd name="T46" fmla="*/ 60 w 61"/>
                  <a:gd name="T47" fmla="*/ 79 h 79"/>
                  <a:gd name="T48" fmla="*/ 46 w 61"/>
                  <a:gd name="T49" fmla="*/ 49 h 79"/>
                  <a:gd name="T50" fmla="*/ 37 w 61"/>
                  <a:gd name="T51" fmla="*/ 52 h 79"/>
                  <a:gd name="T52" fmla="*/ 33 w 61"/>
                  <a:gd name="T53" fmla="*/ 50 h 79"/>
                  <a:gd name="T54" fmla="*/ 36 w 61"/>
                  <a:gd name="T55" fmla="*/ 38 h 79"/>
                  <a:gd name="T56" fmla="*/ 32 w 61"/>
                  <a:gd name="T57" fmla="*/ 39 h 79"/>
                  <a:gd name="T58" fmla="*/ 29 w 61"/>
                  <a:gd name="T59" fmla="*/ 29 h 79"/>
                  <a:gd name="T60" fmla="*/ 28 w 61"/>
                  <a:gd name="T61" fmla="*/ 23 h 79"/>
                  <a:gd name="T62" fmla="*/ 38 w 61"/>
                  <a:gd name="T63" fmla="*/ 20 h 79"/>
                  <a:gd name="T64" fmla="*/ 34 w 61"/>
                  <a:gd name="T65" fmla="*/ 4 h 79"/>
                  <a:gd name="T66" fmla="*/ 15 w 61"/>
                  <a:gd name="T67" fmla="*/ 53 h 79"/>
                  <a:gd name="T68" fmla="*/ 17 w 61"/>
                  <a:gd name="T69" fmla="*/ 54 h 79"/>
                  <a:gd name="T70" fmla="*/ 16 w 61"/>
                  <a:gd name="T71" fmla="*/ 56 h 79"/>
                  <a:gd name="T72" fmla="*/ 13 w 61"/>
                  <a:gd name="T73" fmla="*/ 56 h 79"/>
                  <a:gd name="T74" fmla="*/ 15 w 61"/>
                  <a:gd name="T75" fmla="*/ 53 h 79"/>
                  <a:gd name="T76" fmla="*/ 34 w 61"/>
                  <a:gd name="T77" fmla="*/ 32 h 79"/>
                  <a:gd name="T78" fmla="*/ 41 w 61"/>
                  <a:gd name="T79" fmla="*/ 31 h 79"/>
                  <a:gd name="T80" fmla="*/ 37 w 61"/>
                  <a:gd name="T81" fmla="*/ 28 h 79"/>
                  <a:gd name="T82" fmla="*/ 34 w 61"/>
                  <a:gd name="T83" fmla="*/ 32 h 79"/>
                  <a:gd name="T84" fmla="*/ 39 w 61"/>
                  <a:gd name="T85" fmla="*/ 44 h 79"/>
                  <a:gd name="T86" fmla="*/ 44 w 61"/>
                  <a:gd name="T87" fmla="*/ 40 h 79"/>
                  <a:gd name="T88" fmla="*/ 41 w 61"/>
                  <a:gd name="T89" fmla="*/ 38 h 79"/>
                  <a:gd name="T90" fmla="*/ 39 w 61"/>
                  <a:gd name="T91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1" h="79">
                    <a:moveTo>
                      <a:pt x="12" y="13"/>
                    </a:moveTo>
                    <a:cubicBezTo>
                      <a:pt x="8" y="18"/>
                      <a:pt x="8" y="27"/>
                      <a:pt x="10" y="37"/>
                    </a:cubicBezTo>
                    <a:cubicBezTo>
                      <a:pt x="9" y="38"/>
                      <a:pt x="1" y="44"/>
                      <a:pt x="0" y="50"/>
                    </a:cubicBezTo>
                    <a:cubicBezTo>
                      <a:pt x="0" y="54"/>
                      <a:pt x="0" y="57"/>
                      <a:pt x="2" y="56"/>
                    </a:cubicBezTo>
                    <a:cubicBezTo>
                      <a:pt x="4" y="54"/>
                      <a:pt x="6" y="52"/>
                      <a:pt x="9" y="49"/>
                    </a:cubicBezTo>
                    <a:cubicBezTo>
                      <a:pt x="10" y="55"/>
                      <a:pt x="9" y="61"/>
                      <a:pt x="7" y="68"/>
                    </a:cubicBezTo>
                    <a:cubicBezTo>
                      <a:pt x="8" y="73"/>
                      <a:pt x="10" y="73"/>
                      <a:pt x="12" y="72"/>
                    </a:cubicBezTo>
                    <a:cubicBezTo>
                      <a:pt x="15" y="68"/>
                      <a:pt x="18" y="65"/>
                      <a:pt x="21" y="61"/>
                    </a:cubicBezTo>
                    <a:cubicBezTo>
                      <a:pt x="22" y="64"/>
                      <a:pt x="23" y="67"/>
                      <a:pt x="24" y="69"/>
                    </a:cubicBezTo>
                    <a:cubicBezTo>
                      <a:pt x="23" y="72"/>
                      <a:pt x="21" y="71"/>
                      <a:pt x="20" y="71"/>
                    </a:cubicBezTo>
                    <a:cubicBezTo>
                      <a:pt x="20" y="75"/>
                      <a:pt x="26" y="77"/>
                      <a:pt x="29" y="75"/>
                    </a:cubicBezTo>
                    <a:cubicBezTo>
                      <a:pt x="29" y="69"/>
                      <a:pt x="26" y="63"/>
                      <a:pt x="23" y="56"/>
                    </a:cubicBezTo>
                    <a:cubicBezTo>
                      <a:pt x="24" y="50"/>
                      <a:pt x="27" y="41"/>
                      <a:pt x="28" y="35"/>
                    </a:cubicBezTo>
                    <a:cubicBezTo>
                      <a:pt x="28" y="33"/>
                      <a:pt x="26" y="34"/>
                      <a:pt x="27" y="32"/>
                    </a:cubicBezTo>
                    <a:cubicBezTo>
                      <a:pt x="26" y="33"/>
                      <a:pt x="24" y="34"/>
                      <a:pt x="25" y="35"/>
                    </a:cubicBezTo>
                    <a:cubicBezTo>
                      <a:pt x="25" y="39"/>
                      <a:pt x="20" y="50"/>
                      <a:pt x="18" y="47"/>
                    </a:cubicBezTo>
                    <a:cubicBezTo>
                      <a:pt x="18" y="44"/>
                      <a:pt x="17" y="41"/>
                      <a:pt x="17" y="39"/>
                    </a:cubicBezTo>
                    <a:cubicBezTo>
                      <a:pt x="16" y="37"/>
                      <a:pt x="15" y="36"/>
                      <a:pt x="14" y="34"/>
                    </a:cubicBezTo>
                    <a:cubicBezTo>
                      <a:pt x="13" y="29"/>
                      <a:pt x="14" y="25"/>
                      <a:pt x="15" y="20"/>
                    </a:cubicBezTo>
                    <a:cubicBezTo>
                      <a:pt x="17" y="14"/>
                      <a:pt x="18" y="8"/>
                      <a:pt x="12" y="13"/>
                    </a:cubicBezTo>
                    <a:close/>
                    <a:moveTo>
                      <a:pt x="34" y="4"/>
                    </a:moveTo>
                    <a:cubicBezTo>
                      <a:pt x="39" y="0"/>
                      <a:pt x="45" y="11"/>
                      <a:pt x="50" y="25"/>
                    </a:cubicBezTo>
                    <a:cubicBezTo>
                      <a:pt x="57" y="24"/>
                      <a:pt x="61" y="31"/>
                      <a:pt x="56" y="35"/>
                    </a:cubicBezTo>
                    <a:cubicBezTo>
                      <a:pt x="57" y="51"/>
                      <a:pt x="59" y="63"/>
                      <a:pt x="60" y="79"/>
                    </a:cubicBezTo>
                    <a:cubicBezTo>
                      <a:pt x="55" y="69"/>
                      <a:pt x="46" y="62"/>
                      <a:pt x="46" y="49"/>
                    </a:cubicBezTo>
                    <a:cubicBezTo>
                      <a:pt x="43" y="49"/>
                      <a:pt x="40" y="51"/>
                      <a:pt x="37" y="52"/>
                    </a:cubicBezTo>
                    <a:cubicBezTo>
                      <a:pt x="35" y="54"/>
                      <a:pt x="33" y="53"/>
                      <a:pt x="33" y="50"/>
                    </a:cubicBezTo>
                    <a:cubicBezTo>
                      <a:pt x="31" y="46"/>
                      <a:pt x="33" y="44"/>
                      <a:pt x="36" y="38"/>
                    </a:cubicBezTo>
                    <a:cubicBezTo>
                      <a:pt x="35" y="38"/>
                      <a:pt x="33" y="39"/>
                      <a:pt x="32" y="39"/>
                    </a:cubicBezTo>
                    <a:cubicBezTo>
                      <a:pt x="29" y="37"/>
                      <a:pt x="30" y="32"/>
                      <a:pt x="29" y="29"/>
                    </a:cubicBezTo>
                    <a:cubicBezTo>
                      <a:pt x="29" y="27"/>
                      <a:pt x="28" y="26"/>
                      <a:pt x="28" y="23"/>
                    </a:cubicBezTo>
                    <a:cubicBezTo>
                      <a:pt x="31" y="21"/>
                      <a:pt x="34" y="21"/>
                      <a:pt x="38" y="20"/>
                    </a:cubicBezTo>
                    <a:cubicBezTo>
                      <a:pt x="37" y="15"/>
                      <a:pt x="36" y="9"/>
                      <a:pt x="34" y="4"/>
                    </a:cubicBezTo>
                    <a:close/>
                    <a:moveTo>
                      <a:pt x="15" y="53"/>
                    </a:moveTo>
                    <a:cubicBezTo>
                      <a:pt x="16" y="53"/>
                      <a:pt x="17" y="53"/>
                      <a:pt x="17" y="54"/>
                    </a:cubicBezTo>
                    <a:cubicBezTo>
                      <a:pt x="18" y="55"/>
                      <a:pt x="17" y="56"/>
                      <a:pt x="16" y="56"/>
                    </a:cubicBezTo>
                    <a:cubicBezTo>
                      <a:pt x="15" y="57"/>
                      <a:pt x="14" y="57"/>
                      <a:pt x="13" y="56"/>
                    </a:cubicBezTo>
                    <a:cubicBezTo>
                      <a:pt x="13" y="55"/>
                      <a:pt x="14" y="54"/>
                      <a:pt x="15" y="53"/>
                    </a:cubicBezTo>
                    <a:close/>
                    <a:moveTo>
                      <a:pt x="34" y="32"/>
                    </a:moveTo>
                    <a:cubicBezTo>
                      <a:pt x="36" y="33"/>
                      <a:pt x="39" y="33"/>
                      <a:pt x="41" y="31"/>
                    </a:cubicBezTo>
                    <a:cubicBezTo>
                      <a:pt x="41" y="29"/>
                      <a:pt x="40" y="28"/>
                      <a:pt x="37" y="28"/>
                    </a:cubicBezTo>
                    <a:cubicBezTo>
                      <a:pt x="34" y="29"/>
                      <a:pt x="33" y="30"/>
                      <a:pt x="34" y="32"/>
                    </a:cubicBezTo>
                    <a:close/>
                    <a:moveTo>
                      <a:pt x="39" y="44"/>
                    </a:moveTo>
                    <a:cubicBezTo>
                      <a:pt x="41" y="45"/>
                      <a:pt x="41" y="42"/>
                      <a:pt x="44" y="40"/>
                    </a:cubicBezTo>
                    <a:cubicBezTo>
                      <a:pt x="43" y="37"/>
                      <a:pt x="41" y="38"/>
                      <a:pt x="41" y="38"/>
                    </a:cubicBezTo>
                    <a:cubicBezTo>
                      <a:pt x="38" y="39"/>
                      <a:pt x="37" y="41"/>
                      <a:pt x="39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ïSḻîďê"/>
              <p:cNvSpPr/>
              <p:nvPr/>
            </p:nvSpPr>
            <p:spPr bwMode="auto">
              <a:xfrm>
                <a:off x="3028950" y="2601913"/>
                <a:ext cx="238125" cy="222250"/>
              </a:xfrm>
              <a:custGeom>
                <a:avLst/>
                <a:gdLst>
                  <a:gd name="T0" fmla="*/ 31 w 72"/>
                  <a:gd name="T1" fmla="*/ 1 h 67"/>
                  <a:gd name="T2" fmla="*/ 23 w 72"/>
                  <a:gd name="T3" fmla="*/ 12 h 67"/>
                  <a:gd name="T4" fmla="*/ 14 w 72"/>
                  <a:gd name="T5" fmla="*/ 11 h 67"/>
                  <a:gd name="T6" fmla="*/ 19 w 72"/>
                  <a:gd name="T7" fmla="*/ 20 h 67"/>
                  <a:gd name="T8" fmla="*/ 13 w 72"/>
                  <a:gd name="T9" fmla="*/ 33 h 67"/>
                  <a:gd name="T10" fmla="*/ 10 w 72"/>
                  <a:gd name="T11" fmla="*/ 34 h 67"/>
                  <a:gd name="T12" fmla="*/ 0 w 72"/>
                  <a:gd name="T13" fmla="*/ 35 h 67"/>
                  <a:gd name="T14" fmla="*/ 4 w 72"/>
                  <a:gd name="T15" fmla="*/ 46 h 67"/>
                  <a:gd name="T16" fmla="*/ 10 w 72"/>
                  <a:gd name="T17" fmla="*/ 42 h 67"/>
                  <a:gd name="T18" fmla="*/ 12 w 72"/>
                  <a:gd name="T19" fmla="*/ 48 h 67"/>
                  <a:gd name="T20" fmla="*/ 18 w 72"/>
                  <a:gd name="T21" fmla="*/ 45 h 67"/>
                  <a:gd name="T22" fmla="*/ 19 w 72"/>
                  <a:gd name="T23" fmla="*/ 35 h 67"/>
                  <a:gd name="T24" fmla="*/ 36 w 72"/>
                  <a:gd name="T25" fmla="*/ 21 h 67"/>
                  <a:gd name="T26" fmla="*/ 42 w 72"/>
                  <a:gd name="T27" fmla="*/ 28 h 67"/>
                  <a:gd name="T28" fmla="*/ 36 w 72"/>
                  <a:gd name="T29" fmla="*/ 31 h 67"/>
                  <a:gd name="T30" fmla="*/ 31 w 72"/>
                  <a:gd name="T31" fmla="*/ 30 h 67"/>
                  <a:gd name="T32" fmla="*/ 29 w 72"/>
                  <a:gd name="T33" fmla="*/ 37 h 67"/>
                  <a:gd name="T34" fmla="*/ 39 w 72"/>
                  <a:gd name="T35" fmla="*/ 48 h 67"/>
                  <a:gd name="T36" fmla="*/ 28 w 72"/>
                  <a:gd name="T37" fmla="*/ 46 h 67"/>
                  <a:gd name="T38" fmla="*/ 26 w 72"/>
                  <a:gd name="T39" fmla="*/ 36 h 67"/>
                  <a:gd name="T40" fmla="*/ 20 w 72"/>
                  <a:gd name="T41" fmla="*/ 49 h 67"/>
                  <a:gd name="T42" fmla="*/ 44 w 72"/>
                  <a:gd name="T43" fmla="*/ 54 h 67"/>
                  <a:gd name="T44" fmla="*/ 48 w 72"/>
                  <a:gd name="T45" fmla="*/ 63 h 67"/>
                  <a:gd name="T46" fmla="*/ 72 w 72"/>
                  <a:gd name="T47" fmla="*/ 67 h 67"/>
                  <a:gd name="T48" fmla="*/ 71 w 72"/>
                  <a:gd name="T49" fmla="*/ 65 h 67"/>
                  <a:gd name="T50" fmla="*/ 59 w 72"/>
                  <a:gd name="T51" fmla="*/ 57 h 67"/>
                  <a:gd name="T52" fmla="*/ 51 w 72"/>
                  <a:gd name="T53" fmla="*/ 49 h 67"/>
                  <a:gd name="T54" fmla="*/ 59 w 72"/>
                  <a:gd name="T55" fmla="*/ 29 h 67"/>
                  <a:gd name="T56" fmla="*/ 50 w 72"/>
                  <a:gd name="T57" fmla="*/ 29 h 67"/>
                  <a:gd name="T58" fmla="*/ 58 w 72"/>
                  <a:gd name="T59" fmla="*/ 25 h 67"/>
                  <a:gd name="T60" fmla="*/ 66 w 72"/>
                  <a:gd name="T61" fmla="*/ 22 h 67"/>
                  <a:gd name="T62" fmla="*/ 68 w 72"/>
                  <a:gd name="T63" fmla="*/ 13 h 67"/>
                  <a:gd name="T64" fmla="*/ 55 w 72"/>
                  <a:gd name="T65" fmla="*/ 17 h 67"/>
                  <a:gd name="T66" fmla="*/ 56 w 72"/>
                  <a:gd name="T67" fmla="*/ 0 h 67"/>
                  <a:gd name="T68" fmla="*/ 48 w 72"/>
                  <a:gd name="T69" fmla="*/ 16 h 67"/>
                  <a:gd name="T70" fmla="*/ 35 w 72"/>
                  <a:gd name="T71" fmla="*/ 19 h 67"/>
                  <a:gd name="T72" fmla="*/ 24 w 72"/>
                  <a:gd name="T73" fmla="*/ 25 h 67"/>
                  <a:gd name="T74" fmla="*/ 29 w 72"/>
                  <a:gd name="T75" fmla="*/ 16 h 67"/>
                  <a:gd name="T76" fmla="*/ 31 w 72"/>
                  <a:gd name="T77" fmla="*/ 1 h 67"/>
                  <a:gd name="T78" fmla="*/ 43 w 72"/>
                  <a:gd name="T79" fmla="*/ 38 h 67"/>
                  <a:gd name="T80" fmla="*/ 51 w 72"/>
                  <a:gd name="T81" fmla="*/ 35 h 67"/>
                  <a:gd name="T82" fmla="*/ 46 w 72"/>
                  <a:gd name="T83" fmla="*/ 44 h 67"/>
                  <a:gd name="T84" fmla="*/ 43 w 72"/>
                  <a:gd name="T85" fmla="*/ 3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" h="67">
                    <a:moveTo>
                      <a:pt x="31" y="1"/>
                    </a:moveTo>
                    <a:cubicBezTo>
                      <a:pt x="28" y="4"/>
                      <a:pt x="26" y="8"/>
                      <a:pt x="23" y="12"/>
                    </a:cubicBezTo>
                    <a:cubicBezTo>
                      <a:pt x="22" y="16"/>
                      <a:pt x="18" y="14"/>
                      <a:pt x="14" y="11"/>
                    </a:cubicBezTo>
                    <a:cubicBezTo>
                      <a:pt x="14" y="15"/>
                      <a:pt x="15" y="17"/>
                      <a:pt x="19" y="20"/>
                    </a:cubicBezTo>
                    <a:cubicBezTo>
                      <a:pt x="17" y="25"/>
                      <a:pt x="15" y="30"/>
                      <a:pt x="13" y="33"/>
                    </a:cubicBezTo>
                    <a:cubicBezTo>
                      <a:pt x="12" y="34"/>
                      <a:pt x="11" y="34"/>
                      <a:pt x="10" y="34"/>
                    </a:cubicBezTo>
                    <a:cubicBezTo>
                      <a:pt x="6" y="36"/>
                      <a:pt x="4" y="36"/>
                      <a:pt x="0" y="35"/>
                    </a:cubicBezTo>
                    <a:cubicBezTo>
                      <a:pt x="1" y="43"/>
                      <a:pt x="0" y="44"/>
                      <a:pt x="4" y="46"/>
                    </a:cubicBezTo>
                    <a:cubicBezTo>
                      <a:pt x="6" y="44"/>
                      <a:pt x="9" y="44"/>
                      <a:pt x="10" y="42"/>
                    </a:cubicBezTo>
                    <a:cubicBezTo>
                      <a:pt x="10" y="44"/>
                      <a:pt x="12" y="46"/>
                      <a:pt x="12" y="48"/>
                    </a:cubicBezTo>
                    <a:cubicBezTo>
                      <a:pt x="14" y="48"/>
                      <a:pt x="16" y="48"/>
                      <a:pt x="18" y="45"/>
                    </a:cubicBezTo>
                    <a:cubicBezTo>
                      <a:pt x="18" y="42"/>
                      <a:pt x="19" y="38"/>
                      <a:pt x="19" y="35"/>
                    </a:cubicBezTo>
                    <a:cubicBezTo>
                      <a:pt x="25" y="33"/>
                      <a:pt x="30" y="28"/>
                      <a:pt x="36" y="21"/>
                    </a:cubicBezTo>
                    <a:cubicBezTo>
                      <a:pt x="37" y="23"/>
                      <a:pt x="39" y="26"/>
                      <a:pt x="42" y="28"/>
                    </a:cubicBezTo>
                    <a:cubicBezTo>
                      <a:pt x="40" y="29"/>
                      <a:pt x="38" y="30"/>
                      <a:pt x="36" y="31"/>
                    </a:cubicBezTo>
                    <a:cubicBezTo>
                      <a:pt x="34" y="31"/>
                      <a:pt x="33" y="30"/>
                      <a:pt x="31" y="30"/>
                    </a:cubicBezTo>
                    <a:cubicBezTo>
                      <a:pt x="31" y="33"/>
                      <a:pt x="29" y="34"/>
                      <a:pt x="29" y="37"/>
                    </a:cubicBezTo>
                    <a:cubicBezTo>
                      <a:pt x="32" y="41"/>
                      <a:pt x="36" y="44"/>
                      <a:pt x="39" y="48"/>
                    </a:cubicBezTo>
                    <a:cubicBezTo>
                      <a:pt x="35" y="48"/>
                      <a:pt x="30" y="48"/>
                      <a:pt x="28" y="46"/>
                    </a:cubicBezTo>
                    <a:cubicBezTo>
                      <a:pt x="26" y="44"/>
                      <a:pt x="26" y="40"/>
                      <a:pt x="26" y="36"/>
                    </a:cubicBezTo>
                    <a:cubicBezTo>
                      <a:pt x="24" y="38"/>
                      <a:pt x="21" y="45"/>
                      <a:pt x="20" y="49"/>
                    </a:cubicBezTo>
                    <a:cubicBezTo>
                      <a:pt x="27" y="53"/>
                      <a:pt x="35" y="55"/>
                      <a:pt x="44" y="54"/>
                    </a:cubicBezTo>
                    <a:cubicBezTo>
                      <a:pt x="47" y="56"/>
                      <a:pt x="45" y="61"/>
                      <a:pt x="48" y="63"/>
                    </a:cubicBezTo>
                    <a:cubicBezTo>
                      <a:pt x="53" y="66"/>
                      <a:pt x="67" y="64"/>
                      <a:pt x="72" y="67"/>
                    </a:cubicBezTo>
                    <a:cubicBezTo>
                      <a:pt x="72" y="66"/>
                      <a:pt x="72" y="66"/>
                      <a:pt x="71" y="65"/>
                    </a:cubicBezTo>
                    <a:cubicBezTo>
                      <a:pt x="67" y="63"/>
                      <a:pt x="62" y="61"/>
                      <a:pt x="59" y="57"/>
                    </a:cubicBezTo>
                    <a:cubicBezTo>
                      <a:pt x="55" y="54"/>
                      <a:pt x="53" y="51"/>
                      <a:pt x="51" y="49"/>
                    </a:cubicBezTo>
                    <a:cubicBezTo>
                      <a:pt x="57" y="43"/>
                      <a:pt x="63" y="33"/>
                      <a:pt x="59" y="29"/>
                    </a:cubicBezTo>
                    <a:cubicBezTo>
                      <a:pt x="58" y="28"/>
                      <a:pt x="54" y="30"/>
                      <a:pt x="50" y="29"/>
                    </a:cubicBezTo>
                    <a:cubicBezTo>
                      <a:pt x="51" y="27"/>
                      <a:pt x="53" y="24"/>
                      <a:pt x="58" y="25"/>
                    </a:cubicBezTo>
                    <a:cubicBezTo>
                      <a:pt x="61" y="26"/>
                      <a:pt x="63" y="23"/>
                      <a:pt x="66" y="22"/>
                    </a:cubicBezTo>
                    <a:cubicBezTo>
                      <a:pt x="67" y="19"/>
                      <a:pt x="69" y="16"/>
                      <a:pt x="68" y="13"/>
                    </a:cubicBezTo>
                    <a:cubicBezTo>
                      <a:pt x="63" y="16"/>
                      <a:pt x="59" y="17"/>
                      <a:pt x="55" y="17"/>
                    </a:cubicBezTo>
                    <a:cubicBezTo>
                      <a:pt x="59" y="11"/>
                      <a:pt x="59" y="5"/>
                      <a:pt x="56" y="0"/>
                    </a:cubicBezTo>
                    <a:cubicBezTo>
                      <a:pt x="51" y="6"/>
                      <a:pt x="48" y="12"/>
                      <a:pt x="48" y="16"/>
                    </a:cubicBezTo>
                    <a:cubicBezTo>
                      <a:pt x="42" y="21"/>
                      <a:pt x="39" y="17"/>
                      <a:pt x="35" y="19"/>
                    </a:cubicBezTo>
                    <a:cubicBezTo>
                      <a:pt x="32" y="20"/>
                      <a:pt x="29" y="23"/>
                      <a:pt x="24" y="25"/>
                    </a:cubicBezTo>
                    <a:cubicBezTo>
                      <a:pt x="22" y="22"/>
                      <a:pt x="23" y="20"/>
                      <a:pt x="29" y="16"/>
                    </a:cubicBezTo>
                    <a:cubicBezTo>
                      <a:pt x="35" y="13"/>
                      <a:pt x="37" y="2"/>
                      <a:pt x="31" y="1"/>
                    </a:cubicBezTo>
                    <a:close/>
                    <a:moveTo>
                      <a:pt x="43" y="38"/>
                    </a:moveTo>
                    <a:cubicBezTo>
                      <a:pt x="45" y="37"/>
                      <a:pt x="48" y="36"/>
                      <a:pt x="51" y="35"/>
                    </a:cubicBezTo>
                    <a:cubicBezTo>
                      <a:pt x="52" y="39"/>
                      <a:pt x="48" y="40"/>
                      <a:pt x="46" y="44"/>
                    </a:cubicBezTo>
                    <a:cubicBezTo>
                      <a:pt x="42" y="42"/>
                      <a:pt x="41" y="40"/>
                      <a:pt x="43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îs1ide"/>
              <p:cNvSpPr/>
              <p:nvPr/>
            </p:nvSpPr>
            <p:spPr bwMode="auto">
              <a:xfrm>
                <a:off x="2627313" y="4146550"/>
                <a:ext cx="501650" cy="161925"/>
              </a:xfrm>
              <a:custGeom>
                <a:avLst/>
                <a:gdLst>
                  <a:gd name="T0" fmla="*/ 26 w 152"/>
                  <a:gd name="T1" fmla="*/ 1 h 49"/>
                  <a:gd name="T2" fmla="*/ 16 w 152"/>
                  <a:gd name="T3" fmla="*/ 41 h 49"/>
                  <a:gd name="T4" fmla="*/ 17 w 152"/>
                  <a:gd name="T5" fmla="*/ 46 h 49"/>
                  <a:gd name="T6" fmla="*/ 23 w 152"/>
                  <a:gd name="T7" fmla="*/ 47 h 49"/>
                  <a:gd name="T8" fmla="*/ 10 w 152"/>
                  <a:gd name="T9" fmla="*/ 48 h 49"/>
                  <a:gd name="T10" fmla="*/ 1 w 152"/>
                  <a:gd name="T11" fmla="*/ 47 h 49"/>
                  <a:gd name="T12" fmla="*/ 10 w 152"/>
                  <a:gd name="T13" fmla="*/ 42 h 49"/>
                  <a:gd name="T14" fmla="*/ 16 w 152"/>
                  <a:gd name="T15" fmla="*/ 22 h 49"/>
                  <a:gd name="T16" fmla="*/ 17 w 152"/>
                  <a:gd name="T17" fmla="*/ 10 h 49"/>
                  <a:gd name="T18" fmla="*/ 8 w 152"/>
                  <a:gd name="T19" fmla="*/ 11 h 49"/>
                  <a:gd name="T20" fmla="*/ 25 w 152"/>
                  <a:gd name="T21" fmla="*/ 1 h 49"/>
                  <a:gd name="T22" fmla="*/ 37 w 152"/>
                  <a:gd name="T23" fmla="*/ 47 h 49"/>
                  <a:gd name="T24" fmla="*/ 52 w 152"/>
                  <a:gd name="T25" fmla="*/ 32 h 49"/>
                  <a:gd name="T26" fmla="*/ 42 w 152"/>
                  <a:gd name="T27" fmla="*/ 19 h 49"/>
                  <a:gd name="T28" fmla="*/ 57 w 152"/>
                  <a:gd name="T29" fmla="*/ 1 h 49"/>
                  <a:gd name="T30" fmla="*/ 70 w 152"/>
                  <a:gd name="T31" fmla="*/ 17 h 49"/>
                  <a:gd name="T32" fmla="*/ 37 w 152"/>
                  <a:gd name="T33" fmla="*/ 49 h 49"/>
                  <a:gd name="T34" fmla="*/ 63 w 152"/>
                  <a:gd name="T35" fmla="*/ 15 h 49"/>
                  <a:gd name="T36" fmla="*/ 56 w 152"/>
                  <a:gd name="T37" fmla="*/ 3 h 49"/>
                  <a:gd name="T38" fmla="*/ 49 w 152"/>
                  <a:gd name="T39" fmla="*/ 18 h 49"/>
                  <a:gd name="T40" fmla="*/ 55 w 152"/>
                  <a:gd name="T41" fmla="*/ 28 h 49"/>
                  <a:gd name="T42" fmla="*/ 110 w 152"/>
                  <a:gd name="T43" fmla="*/ 0 h 49"/>
                  <a:gd name="T44" fmla="*/ 110 w 152"/>
                  <a:gd name="T45" fmla="*/ 6 h 49"/>
                  <a:gd name="T46" fmla="*/ 94 w 152"/>
                  <a:gd name="T47" fmla="*/ 8 h 49"/>
                  <a:gd name="T48" fmla="*/ 93 w 152"/>
                  <a:gd name="T49" fmla="*/ 14 h 49"/>
                  <a:gd name="T50" fmla="*/ 102 w 152"/>
                  <a:gd name="T51" fmla="*/ 19 h 49"/>
                  <a:gd name="T52" fmla="*/ 98 w 152"/>
                  <a:gd name="T53" fmla="*/ 42 h 49"/>
                  <a:gd name="T54" fmla="*/ 77 w 152"/>
                  <a:gd name="T55" fmla="*/ 48 h 49"/>
                  <a:gd name="T56" fmla="*/ 76 w 152"/>
                  <a:gd name="T57" fmla="*/ 44 h 49"/>
                  <a:gd name="T58" fmla="*/ 80 w 152"/>
                  <a:gd name="T59" fmla="*/ 44 h 49"/>
                  <a:gd name="T60" fmla="*/ 95 w 152"/>
                  <a:gd name="T61" fmla="*/ 41 h 49"/>
                  <a:gd name="T62" fmla="*/ 97 w 152"/>
                  <a:gd name="T63" fmla="*/ 25 h 49"/>
                  <a:gd name="T64" fmla="*/ 89 w 152"/>
                  <a:gd name="T65" fmla="*/ 19 h 49"/>
                  <a:gd name="T66" fmla="*/ 90 w 152"/>
                  <a:gd name="T67" fmla="*/ 12 h 49"/>
                  <a:gd name="T68" fmla="*/ 96 w 152"/>
                  <a:gd name="T69" fmla="*/ 2 h 49"/>
                  <a:gd name="T70" fmla="*/ 108 w 152"/>
                  <a:gd name="T71" fmla="*/ 2 h 49"/>
                  <a:gd name="T72" fmla="*/ 152 w 152"/>
                  <a:gd name="T73" fmla="*/ 1 h 49"/>
                  <a:gd name="T74" fmla="*/ 127 w 152"/>
                  <a:gd name="T75" fmla="*/ 22 h 49"/>
                  <a:gd name="T76" fmla="*/ 144 w 152"/>
                  <a:gd name="T77" fmla="*/ 22 h 49"/>
                  <a:gd name="T78" fmla="*/ 142 w 152"/>
                  <a:gd name="T79" fmla="*/ 44 h 49"/>
                  <a:gd name="T80" fmla="*/ 122 w 152"/>
                  <a:gd name="T81" fmla="*/ 45 h 49"/>
                  <a:gd name="T82" fmla="*/ 123 w 152"/>
                  <a:gd name="T83" fmla="*/ 18 h 49"/>
                  <a:gd name="T84" fmla="*/ 152 w 152"/>
                  <a:gd name="T85" fmla="*/ 1 h 49"/>
                  <a:gd name="T86" fmla="*/ 126 w 152"/>
                  <a:gd name="T87" fmla="*/ 36 h 49"/>
                  <a:gd name="T88" fmla="*/ 132 w 152"/>
                  <a:gd name="T89" fmla="*/ 47 h 49"/>
                  <a:gd name="T90" fmla="*/ 139 w 152"/>
                  <a:gd name="T91" fmla="*/ 33 h 49"/>
                  <a:gd name="T92" fmla="*/ 134 w 152"/>
                  <a:gd name="T93" fmla="*/ 2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2" h="49">
                    <a:moveTo>
                      <a:pt x="25" y="1"/>
                    </a:moveTo>
                    <a:cubicBezTo>
                      <a:pt x="26" y="1"/>
                      <a:pt x="26" y="1"/>
                      <a:pt x="26" y="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3"/>
                      <a:pt x="16" y="44"/>
                      <a:pt x="16" y="45"/>
                    </a:cubicBezTo>
                    <a:cubicBezTo>
                      <a:pt x="16" y="45"/>
                      <a:pt x="16" y="46"/>
                      <a:pt x="17" y="46"/>
                    </a:cubicBezTo>
                    <a:cubicBezTo>
                      <a:pt x="17" y="46"/>
                      <a:pt x="18" y="46"/>
                      <a:pt x="19" y="46"/>
                    </a:cubicBezTo>
                    <a:cubicBezTo>
                      <a:pt x="21" y="46"/>
                      <a:pt x="22" y="47"/>
                      <a:pt x="23" y="47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8" y="48"/>
                      <a:pt x="14" y="48"/>
                      <a:pt x="10" y="48"/>
                    </a:cubicBezTo>
                    <a:cubicBezTo>
                      <a:pt x="7" y="48"/>
                      <a:pt x="4" y="48"/>
                      <a:pt x="0" y="49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4" y="46"/>
                      <a:pt x="6" y="46"/>
                      <a:pt x="7" y="45"/>
                    </a:cubicBezTo>
                    <a:cubicBezTo>
                      <a:pt x="8" y="45"/>
                      <a:pt x="9" y="44"/>
                      <a:pt x="10" y="42"/>
                    </a:cubicBezTo>
                    <a:cubicBezTo>
                      <a:pt x="11" y="41"/>
                      <a:pt x="11" y="39"/>
                      <a:pt x="11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15"/>
                      <a:pt x="18" y="12"/>
                      <a:pt x="18" y="11"/>
                    </a:cubicBezTo>
                    <a:cubicBezTo>
                      <a:pt x="18" y="10"/>
                      <a:pt x="17" y="10"/>
                      <a:pt x="17" y="10"/>
                    </a:cubicBezTo>
                    <a:cubicBezTo>
                      <a:pt x="16" y="10"/>
                      <a:pt x="13" y="11"/>
                      <a:pt x="9" y="1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7" y="7"/>
                      <a:pt x="19" y="6"/>
                    </a:cubicBezTo>
                    <a:cubicBezTo>
                      <a:pt x="21" y="4"/>
                      <a:pt x="23" y="3"/>
                      <a:pt x="25" y="1"/>
                    </a:cubicBezTo>
                    <a:close/>
                    <a:moveTo>
                      <a:pt x="37" y="49"/>
                    </a:moveTo>
                    <a:cubicBezTo>
                      <a:pt x="37" y="47"/>
                      <a:pt x="37" y="47"/>
                      <a:pt x="37" y="47"/>
                    </a:cubicBezTo>
                    <a:cubicBezTo>
                      <a:pt x="49" y="46"/>
                      <a:pt x="57" y="40"/>
                      <a:pt x="61" y="28"/>
                    </a:cubicBezTo>
                    <a:cubicBezTo>
                      <a:pt x="58" y="30"/>
                      <a:pt x="55" y="32"/>
                      <a:pt x="52" y="32"/>
                    </a:cubicBezTo>
                    <a:cubicBezTo>
                      <a:pt x="49" y="32"/>
                      <a:pt x="46" y="31"/>
                      <a:pt x="45" y="28"/>
                    </a:cubicBezTo>
                    <a:cubicBezTo>
                      <a:pt x="43" y="26"/>
                      <a:pt x="42" y="23"/>
                      <a:pt x="42" y="19"/>
                    </a:cubicBezTo>
                    <a:cubicBezTo>
                      <a:pt x="42" y="14"/>
                      <a:pt x="43" y="10"/>
                      <a:pt x="46" y="6"/>
                    </a:cubicBezTo>
                    <a:cubicBezTo>
                      <a:pt x="49" y="3"/>
                      <a:pt x="53" y="1"/>
                      <a:pt x="57" y="1"/>
                    </a:cubicBezTo>
                    <a:cubicBezTo>
                      <a:pt x="61" y="1"/>
                      <a:pt x="64" y="3"/>
                      <a:pt x="66" y="5"/>
                    </a:cubicBezTo>
                    <a:cubicBezTo>
                      <a:pt x="68" y="8"/>
                      <a:pt x="70" y="12"/>
                      <a:pt x="70" y="17"/>
                    </a:cubicBezTo>
                    <a:cubicBezTo>
                      <a:pt x="70" y="25"/>
                      <a:pt x="67" y="33"/>
                      <a:pt x="61" y="39"/>
                    </a:cubicBezTo>
                    <a:cubicBezTo>
                      <a:pt x="55" y="46"/>
                      <a:pt x="47" y="49"/>
                      <a:pt x="37" y="49"/>
                    </a:cubicBezTo>
                    <a:close/>
                    <a:moveTo>
                      <a:pt x="62" y="25"/>
                    </a:moveTo>
                    <a:cubicBezTo>
                      <a:pt x="62" y="21"/>
                      <a:pt x="63" y="17"/>
                      <a:pt x="63" y="15"/>
                    </a:cubicBezTo>
                    <a:cubicBezTo>
                      <a:pt x="63" y="11"/>
                      <a:pt x="62" y="8"/>
                      <a:pt x="61" y="6"/>
                    </a:cubicBezTo>
                    <a:cubicBezTo>
                      <a:pt x="60" y="4"/>
                      <a:pt x="58" y="3"/>
                      <a:pt x="56" y="3"/>
                    </a:cubicBezTo>
                    <a:cubicBezTo>
                      <a:pt x="54" y="3"/>
                      <a:pt x="52" y="5"/>
                      <a:pt x="51" y="7"/>
                    </a:cubicBezTo>
                    <a:cubicBezTo>
                      <a:pt x="49" y="10"/>
                      <a:pt x="49" y="13"/>
                      <a:pt x="49" y="18"/>
                    </a:cubicBezTo>
                    <a:cubicBezTo>
                      <a:pt x="49" y="21"/>
                      <a:pt x="49" y="24"/>
                      <a:pt x="50" y="26"/>
                    </a:cubicBezTo>
                    <a:cubicBezTo>
                      <a:pt x="52" y="28"/>
                      <a:pt x="53" y="28"/>
                      <a:pt x="55" y="28"/>
                    </a:cubicBezTo>
                    <a:cubicBezTo>
                      <a:pt x="57" y="28"/>
                      <a:pt x="59" y="27"/>
                      <a:pt x="62" y="25"/>
                    </a:cubicBezTo>
                    <a:close/>
                    <a:moveTo>
                      <a:pt x="110" y="0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7"/>
                      <a:pt x="108" y="7"/>
                      <a:pt x="105" y="7"/>
                    </a:cubicBezTo>
                    <a:cubicBezTo>
                      <a:pt x="99" y="7"/>
                      <a:pt x="95" y="7"/>
                      <a:pt x="94" y="8"/>
                    </a:cubicBezTo>
                    <a:cubicBezTo>
                      <a:pt x="93" y="10"/>
                      <a:pt x="92" y="11"/>
                      <a:pt x="92" y="12"/>
                    </a:cubicBezTo>
                    <a:cubicBezTo>
                      <a:pt x="92" y="13"/>
                      <a:pt x="92" y="13"/>
                      <a:pt x="93" y="14"/>
                    </a:cubicBezTo>
                    <a:cubicBezTo>
                      <a:pt x="93" y="14"/>
                      <a:pt x="94" y="14"/>
                      <a:pt x="95" y="15"/>
                    </a:cubicBezTo>
                    <a:cubicBezTo>
                      <a:pt x="98" y="16"/>
                      <a:pt x="100" y="17"/>
                      <a:pt x="102" y="19"/>
                    </a:cubicBezTo>
                    <a:cubicBezTo>
                      <a:pt x="103" y="22"/>
                      <a:pt x="104" y="24"/>
                      <a:pt x="104" y="28"/>
                    </a:cubicBezTo>
                    <a:cubicBezTo>
                      <a:pt x="104" y="33"/>
                      <a:pt x="102" y="38"/>
                      <a:pt x="98" y="42"/>
                    </a:cubicBezTo>
                    <a:cubicBezTo>
                      <a:pt x="93" y="47"/>
                      <a:pt x="88" y="49"/>
                      <a:pt x="83" y="49"/>
                    </a:cubicBezTo>
                    <a:cubicBezTo>
                      <a:pt x="80" y="49"/>
                      <a:pt x="79" y="49"/>
                      <a:pt x="77" y="48"/>
                    </a:cubicBezTo>
                    <a:cubicBezTo>
                      <a:pt x="76" y="47"/>
                      <a:pt x="76" y="46"/>
                      <a:pt x="76" y="45"/>
                    </a:cubicBezTo>
                    <a:cubicBezTo>
                      <a:pt x="76" y="45"/>
                      <a:pt x="76" y="44"/>
                      <a:pt x="76" y="44"/>
                    </a:cubicBezTo>
                    <a:cubicBezTo>
                      <a:pt x="77" y="43"/>
                      <a:pt x="77" y="43"/>
                      <a:pt x="78" y="43"/>
                    </a:cubicBezTo>
                    <a:cubicBezTo>
                      <a:pt x="79" y="43"/>
                      <a:pt x="79" y="43"/>
                      <a:pt x="80" y="44"/>
                    </a:cubicBezTo>
                    <a:cubicBezTo>
                      <a:pt x="82" y="45"/>
                      <a:pt x="84" y="46"/>
                      <a:pt x="85" y="46"/>
                    </a:cubicBezTo>
                    <a:cubicBezTo>
                      <a:pt x="89" y="46"/>
                      <a:pt x="92" y="44"/>
                      <a:pt x="95" y="41"/>
                    </a:cubicBezTo>
                    <a:cubicBezTo>
                      <a:pt x="98" y="38"/>
                      <a:pt x="99" y="35"/>
                      <a:pt x="99" y="31"/>
                    </a:cubicBezTo>
                    <a:cubicBezTo>
                      <a:pt x="99" y="29"/>
                      <a:pt x="99" y="26"/>
                      <a:pt x="97" y="25"/>
                    </a:cubicBezTo>
                    <a:cubicBezTo>
                      <a:pt x="96" y="23"/>
                      <a:pt x="94" y="21"/>
                      <a:pt x="91" y="20"/>
                    </a:cubicBezTo>
                    <a:cubicBezTo>
                      <a:pt x="90" y="19"/>
                      <a:pt x="89" y="19"/>
                      <a:pt x="89" y="19"/>
                    </a:cubicBezTo>
                    <a:cubicBezTo>
                      <a:pt x="89" y="18"/>
                      <a:pt x="88" y="18"/>
                      <a:pt x="88" y="17"/>
                    </a:cubicBezTo>
                    <a:cubicBezTo>
                      <a:pt x="88" y="16"/>
                      <a:pt x="89" y="14"/>
                      <a:pt x="90" y="1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4" y="3"/>
                      <a:pt x="95" y="2"/>
                      <a:pt x="9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6" y="2"/>
                      <a:pt x="108" y="2"/>
                      <a:pt x="108" y="2"/>
                    </a:cubicBezTo>
                    <a:cubicBezTo>
                      <a:pt x="109" y="2"/>
                      <a:pt x="110" y="1"/>
                      <a:pt x="110" y="0"/>
                    </a:cubicBezTo>
                    <a:close/>
                    <a:moveTo>
                      <a:pt x="152" y="1"/>
                    </a:moveTo>
                    <a:cubicBezTo>
                      <a:pt x="151" y="3"/>
                      <a:pt x="151" y="3"/>
                      <a:pt x="151" y="3"/>
                    </a:cubicBezTo>
                    <a:cubicBezTo>
                      <a:pt x="139" y="4"/>
                      <a:pt x="131" y="10"/>
                      <a:pt x="127" y="22"/>
                    </a:cubicBezTo>
                    <a:cubicBezTo>
                      <a:pt x="130" y="20"/>
                      <a:pt x="133" y="19"/>
                      <a:pt x="136" y="19"/>
                    </a:cubicBezTo>
                    <a:cubicBezTo>
                      <a:pt x="140" y="19"/>
                      <a:pt x="142" y="20"/>
                      <a:pt x="144" y="22"/>
                    </a:cubicBezTo>
                    <a:cubicBezTo>
                      <a:pt x="145" y="24"/>
                      <a:pt x="146" y="27"/>
                      <a:pt x="146" y="31"/>
                    </a:cubicBezTo>
                    <a:cubicBezTo>
                      <a:pt x="146" y="36"/>
                      <a:pt x="145" y="40"/>
                      <a:pt x="142" y="44"/>
                    </a:cubicBezTo>
                    <a:cubicBezTo>
                      <a:pt x="139" y="47"/>
                      <a:pt x="135" y="49"/>
                      <a:pt x="131" y="49"/>
                    </a:cubicBezTo>
                    <a:cubicBezTo>
                      <a:pt x="127" y="49"/>
                      <a:pt x="124" y="48"/>
                      <a:pt x="122" y="45"/>
                    </a:cubicBezTo>
                    <a:cubicBezTo>
                      <a:pt x="120" y="42"/>
                      <a:pt x="119" y="38"/>
                      <a:pt x="119" y="33"/>
                    </a:cubicBezTo>
                    <a:cubicBezTo>
                      <a:pt x="119" y="28"/>
                      <a:pt x="120" y="23"/>
                      <a:pt x="123" y="18"/>
                    </a:cubicBezTo>
                    <a:cubicBezTo>
                      <a:pt x="126" y="13"/>
                      <a:pt x="129" y="9"/>
                      <a:pt x="134" y="6"/>
                    </a:cubicBezTo>
                    <a:cubicBezTo>
                      <a:pt x="139" y="3"/>
                      <a:pt x="145" y="1"/>
                      <a:pt x="152" y="1"/>
                    </a:cubicBezTo>
                    <a:close/>
                    <a:moveTo>
                      <a:pt x="127" y="25"/>
                    </a:moveTo>
                    <a:cubicBezTo>
                      <a:pt x="126" y="29"/>
                      <a:pt x="126" y="33"/>
                      <a:pt x="126" y="36"/>
                    </a:cubicBezTo>
                    <a:cubicBezTo>
                      <a:pt x="126" y="39"/>
                      <a:pt x="126" y="42"/>
                      <a:pt x="127" y="44"/>
                    </a:cubicBezTo>
                    <a:cubicBezTo>
                      <a:pt x="129" y="46"/>
                      <a:pt x="130" y="47"/>
                      <a:pt x="132" y="47"/>
                    </a:cubicBezTo>
                    <a:cubicBezTo>
                      <a:pt x="134" y="47"/>
                      <a:pt x="136" y="46"/>
                      <a:pt x="138" y="43"/>
                    </a:cubicBezTo>
                    <a:cubicBezTo>
                      <a:pt x="139" y="40"/>
                      <a:pt x="139" y="37"/>
                      <a:pt x="139" y="33"/>
                    </a:cubicBezTo>
                    <a:cubicBezTo>
                      <a:pt x="139" y="29"/>
                      <a:pt x="139" y="27"/>
                      <a:pt x="138" y="25"/>
                    </a:cubicBezTo>
                    <a:cubicBezTo>
                      <a:pt x="137" y="23"/>
                      <a:pt x="136" y="22"/>
                      <a:pt x="134" y="22"/>
                    </a:cubicBezTo>
                    <a:cubicBezTo>
                      <a:pt x="132" y="22"/>
                      <a:pt x="129" y="23"/>
                      <a:pt x="127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ísļïḍê"/>
              <p:cNvSpPr/>
              <p:nvPr/>
            </p:nvSpPr>
            <p:spPr bwMode="auto">
              <a:xfrm>
                <a:off x="2373313" y="2843213"/>
                <a:ext cx="1058863" cy="1065213"/>
              </a:xfrm>
              <a:custGeom>
                <a:avLst/>
                <a:gdLst>
                  <a:gd name="T0" fmla="*/ 56 w 321"/>
                  <a:gd name="T1" fmla="*/ 128 h 322"/>
                  <a:gd name="T2" fmla="*/ 55 w 321"/>
                  <a:gd name="T3" fmla="*/ 127 h 322"/>
                  <a:gd name="T4" fmla="*/ 38 w 321"/>
                  <a:gd name="T5" fmla="*/ 69 h 322"/>
                  <a:gd name="T6" fmla="*/ 193 w 321"/>
                  <a:gd name="T7" fmla="*/ 113 h 322"/>
                  <a:gd name="T8" fmla="*/ 206 w 321"/>
                  <a:gd name="T9" fmla="*/ 112 h 322"/>
                  <a:gd name="T10" fmla="*/ 114 w 321"/>
                  <a:gd name="T11" fmla="*/ 46 h 322"/>
                  <a:gd name="T12" fmla="*/ 49 w 321"/>
                  <a:gd name="T13" fmla="*/ 137 h 322"/>
                  <a:gd name="T14" fmla="*/ 92 w 321"/>
                  <a:gd name="T15" fmla="*/ 197 h 322"/>
                  <a:gd name="T16" fmla="*/ 186 w 321"/>
                  <a:gd name="T17" fmla="*/ 267 h 322"/>
                  <a:gd name="T18" fmla="*/ 262 w 321"/>
                  <a:gd name="T19" fmla="*/ 185 h 322"/>
                  <a:gd name="T20" fmla="*/ 248 w 321"/>
                  <a:gd name="T21" fmla="*/ 185 h 322"/>
                  <a:gd name="T22" fmla="*/ 107 w 321"/>
                  <a:gd name="T23" fmla="*/ 188 h 322"/>
                  <a:gd name="T24" fmla="*/ 64 w 321"/>
                  <a:gd name="T25" fmla="*/ 121 h 322"/>
                  <a:gd name="T26" fmla="*/ 56 w 321"/>
                  <a:gd name="T27" fmla="*/ 12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1" h="322">
                    <a:moveTo>
                      <a:pt x="56" y="128"/>
                    </a:moveTo>
                    <a:cubicBezTo>
                      <a:pt x="56" y="128"/>
                      <a:pt x="55" y="127"/>
                      <a:pt x="55" y="127"/>
                    </a:cubicBezTo>
                    <a:cubicBezTo>
                      <a:pt x="46" y="111"/>
                      <a:pt x="38" y="92"/>
                      <a:pt x="38" y="69"/>
                    </a:cubicBezTo>
                    <a:cubicBezTo>
                      <a:pt x="46" y="0"/>
                      <a:pt x="171" y="94"/>
                      <a:pt x="193" y="113"/>
                    </a:cubicBezTo>
                    <a:cubicBezTo>
                      <a:pt x="198" y="112"/>
                      <a:pt x="202" y="112"/>
                      <a:pt x="206" y="112"/>
                    </a:cubicBezTo>
                    <a:cubicBezTo>
                      <a:pt x="184" y="85"/>
                      <a:pt x="148" y="58"/>
                      <a:pt x="114" y="46"/>
                    </a:cubicBezTo>
                    <a:cubicBezTo>
                      <a:pt x="54" y="25"/>
                      <a:pt x="0" y="44"/>
                      <a:pt x="49" y="137"/>
                    </a:cubicBezTo>
                    <a:cubicBezTo>
                      <a:pt x="45" y="178"/>
                      <a:pt x="63" y="194"/>
                      <a:pt x="92" y="197"/>
                    </a:cubicBezTo>
                    <a:cubicBezTo>
                      <a:pt x="112" y="216"/>
                      <a:pt x="147" y="251"/>
                      <a:pt x="186" y="267"/>
                    </a:cubicBezTo>
                    <a:cubicBezTo>
                      <a:pt x="244" y="290"/>
                      <a:pt x="302" y="279"/>
                      <a:pt x="262" y="185"/>
                    </a:cubicBezTo>
                    <a:cubicBezTo>
                      <a:pt x="257" y="185"/>
                      <a:pt x="253" y="185"/>
                      <a:pt x="248" y="185"/>
                    </a:cubicBezTo>
                    <a:cubicBezTo>
                      <a:pt x="321" y="322"/>
                      <a:pt x="144" y="248"/>
                      <a:pt x="107" y="188"/>
                    </a:cubicBezTo>
                    <a:cubicBezTo>
                      <a:pt x="148" y="162"/>
                      <a:pt x="113" y="93"/>
                      <a:pt x="64" y="121"/>
                    </a:cubicBezTo>
                    <a:cubicBezTo>
                      <a:pt x="61" y="123"/>
                      <a:pt x="58" y="125"/>
                      <a:pt x="56" y="128"/>
                    </a:cubicBezTo>
                    <a:close/>
                  </a:path>
                </a:pathLst>
              </a:custGeom>
              <a:solidFill>
                <a:srgbClr val="F08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5" name="îṣ1ïḑé"/>
              <p:cNvSpPr/>
              <p:nvPr/>
            </p:nvSpPr>
            <p:spPr bwMode="auto">
              <a:xfrm>
                <a:off x="2581275" y="3270250"/>
                <a:ext cx="158750" cy="171450"/>
              </a:xfrm>
              <a:custGeom>
                <a:avLst/>
                <a:gdLst>
                  <a:gd name="T0" fmla="*/ 48 w 48"/>
                  <a:gd name="T1" fmla="*/ 30 h 52"/>
                  <a:gd name="T2" fmla="*/ 47 w 48"/>
                  <a:gd name="T3" fmla="*/ 20 h 52"/>
                  <a:gd name="T4" fmla="*/ 45 w 48"/>
                  <a:gd name="T5" fmla="*/ 11 h 52"/>
                  <a:gd name="T6" fmla="*/ 24 w 48"/>
                  <a:gd name="T7" fmla="*/ 0 h 52"/>
                  <a:gd name="T8" fmla="*/ 0 w 48"/>
                  <a:gd name="T9" fmla="*/ 26 h 52"/>
                  <a:gd name="T10" fmla="*/ 24 w 48"/>
                  <a:gd name="T11" fmla="*/ 51 h 52"/>
                  <a:gd name="T12" fmla="*/ 46 w 48"/>
                  <a:gd name="T13" fmla="*/ 36 h 52"/>
                  <a:gd name="T14" fmla="*/ 33 w 48"/>
                  <a:gd name="T15" fmla="*/ 36 h 52"/>
                  <a:gd name="T16" fmla="*/ 24 w 48"/>
                  <a:gd name="T17" fmla="*/ 42 h 52"/>
                  <a:gd name="T18" fmla="*/ 15 w 48"/>
                  <a:gd name="T19" fmla="*/ 30 h 52"/>
                  <a:gd name="T20" fmla="*/ 48 w 48"/>
                  <a:gd name="T21" fmla="*/ 30 h 52"/>
                  <a:gd name="T22" fmla="*/ 15 w 48"/>
                  <a:gd name="T23" fmla="*/ 20 h 52"/>
                  <a:gd name="T24" fmla="*/ 24 w 48"/>
                  <a:gd name="T25" fmla="*/ 9 h 52"/>
                  <a:gd name="T26" fmla="*/ 32 w 48"/>
                  <a:gd name="T27" fmla="*/ 20 h 52"/>
                  <a:gd name="T28" fmla="*/ 15 w 48"/>
                  <a:gd name="T29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52">
                    <a:moveTo>
                      <a:pt x="48" y="30"/>
                    </a:moveTo>
                    <a:cubicBezTo>
                      <a:pt x="48" y="26"/>
                      <a:pt x="48" y="23"/>
                      <a:pt x="47" y="20"/>
                    </a:cubicBezTo>
                    <a:cubicBezTo>
                      <a:pt x="47" y="17"/>
                      <a:pt x="46" y="14"/>
                      <a:pt x="45" y="11"/>
                    </a:cubicBezTo>
                    <a:cubicBezTo>
                      <a:pt x="41" y="4"/>
                      <a:pt x="34" y="0"/>
                      <a:pt x="24" y="0"/>
                    </a:cubicBezTo>
                    <a:cubicBezTo>
                      <a:pt x="9" y="1"/>
                      <a:pt x="1" y="9"/>
                      <a:pt x="0" y="26"/>
                    </a:cubicBezTo>
                    <a:cubicBezTo>
                      <a:pt x="0" y="43"/>
                      <a:pt x="8" y="52"/>
                      <a:pt x="24" y="51"/>
                    </a:cubicBezTo>
                    <a:cubicBezTo>
                      <a:pt x="37" y="51"/>
                      <a:pt x="45" y="46"/>
                      <a:pt x="46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40"/>
                      <a:pt x="28" y="42"/>
                      <a:pt x="24" y="42"/>
                    </a:cubicBezTo>
                    <a:cubicBezTo>
                      <a:pt x="18" y="42"/>
                      <a:pt x="15" y="38"/>
                      <a:pt x="15" y="30"/>
                    </a:cubicBezTo>
                    <a:cubicBezTo>
                      <a:pt x="48" y="30"/>
                      <a:pt x="48" y="30"/>
                      <a:pt x="48" y="30"/>
                    </a:cubicBezTo>
                    <a:close/>
                    <a:moveTo>
                      <a:pt x="15" y="20"/>
                    </a:moveTo>
                    <a:cubicBezTo>
                      <a:pt x="15" y="13"/>
                      <a:pt x="18" y="9"/>
                      <a:pt x="24" y="9"/>
                    </a:cubicBezTo>
                    <a:cubicBezTo>
                      <a:pt x="29" y="9"/>
                      <a:pt x="32" y="13"/>
                      <a:pt x="32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íṣ1îḓê"/>
              <p:cNvSpPr/>
              <p:nvPr/>
            </p:nvSpPr>
            <p:spPr bwMode="auto">
              <a:xfrm>
                <a:off x="2409825" y="3444875"/>
                <a:ext cx="685800" cy="334963"/>
              </a:xfrm>
              <a:custGeom>
                <a:avLst/>
                <a:gdLst>
                  <a:gd name="T0" fmla="*/ 187 w 208"/>
                  <a:gd name="T1" fmla="*/ 1 h 101"/>
                  <a:gd name="T2" fmla="*/ 208 w 208"/>
                  <a:gd name="T3" fmla="*/ 4 h 101"/>
                  <a:gd name="T4" fmla="*/ 72 w 208"/>
                  <a:gd name="T5" fmla="*/ 93 h 101"/>
                  <a:gd name="T6" fmla="*/ 33 w 208"/>
                  <a:gd name="T7" fmla="*/ 0 h 101"/>
                  <a:gd name="T8" fmla="*/ 43 w 208"/>
                  <a:gd name="T9" fmla="*/ 9 h 101"/>
                  <a:gd name="T10" fmla="*/ 45 w 208"/>
                  <a:gd name="T11" fmla="*/ 83 h 101"/>
                  <a:gd name="T12" fmla="*/ 187 w 208"/>
                  <a:gd name="T13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101">
                    <a:moveTo>
                      <a:pt x="187" y="1"/>
                    </a:moveTo>
                    <a:cubicBezTo>
                      <a:pt x="196" y="1"/>
                      <a:pt x="198" y="4"/>
                      <a:pt x="208" y="4"/>
                    </a:cubicBezTo>
                    <a:cubicBezTo>
                      <a:pt x="183" y="32"/>
                      <a:pt x="123" y="91"/>
                      <a:pt x="72" y="93"/>
                    </a:cubicBezTo>
                    <a:cubicBezTo>
                      <a:pt x="37" y="95"/>
                      <a:pt x="0" y="73"/>
                      <a:pt x="33" y="0"/>
                    </a:cubicBezTo>
                    <a:cubicBezTo>
                      <a:pt x="38" y="4"/>
                      <a:pt x="38" y="5"/>
                      <a:pt x="43" y="9"/>
                    </a:cubicBezTo>
                    <a:cubicBezTo>
                      <a:pt x="19" y="49"/>
                      <a:pt x="28" y="73"/>
                      <a:pt x="45" y="83"/>
                    </a:cubicBezTo>
                    <a:cubicBezTo>
                      <a:pt x="77" y="101"/>
                      <a:pt x="155" y="46"/>
                      <a:pt x="187" y="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ïṥļiďè"/>
              <p:cNvSpPr/>
              <p:nvPr/>
            </p:nvSpPr>
            <p:spPr bwMode="auto">
              <a:xfrm>
                <a:off x="2693988" y="2949575"/>
                <a:ext cx="631825" cy="271463"/>
              </a:xfrm>
              <a:custGeom>
                <a:avLst/>
                <a:gdLst>
                  <a:gd name="T0" fmla="*/ 18 w 192"/>
                  <a:gd name="T1" fmla="*/ 81 h 82"/>
                  <a:gd name="T2" fmla="*/ 0 w 192"/>
                  <a:gd name="T3" fmla="*/ 79 h 82"/>
                  <a:gd name="T4" fmla="*/ 74 w 192"/>
                  <a:gd name="T5" fmla="*/ 19 h 82"/>
                  <a:gd name="T6" fmla="*/ 117 w 192"/>
                  <a:gd name="T7" fmla="*/ 3 h 82"/>
                  <a:gd name="T8" fmla="*/ 163 w 192"/>
                  <a:gd name="T9" fmla="*/ 82 h 82"/>
                  <a:gd name="T10" fmla="*/ 153 w 192"/>
                  <a:gd name="T11" fmla="*/ 77 h 82"/>
                  <a:gd name="T12" fmla="*/ 140 w 192"/>
                  <a:gd name="T13" fmla="*/ 10 h 82"/>
                  <a:gd name="T14" fmla="*/ 18 w 192"/>
                  <a:gd name="T15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2">
                    <a:moveTo>
                      <a:pt x="18" y="81"/>
                    </a:moveTo>
                    <a:cubicBezTo>
                      <a:pt x="10" y="81"/>
                      <a:pt x="8" y="78"/>
                      <a:pt x="0" y="79"/>
                    </a:cubicBezTo>
                    <a:cubicBezTo>
                      <a:pt x="14" y="63"/>
                      <a:pt x="42" y="37"/>
                      <a:pt x="74" y="19"/>
                    </a:cubicBezTo>
                    <a:cubicBezTo>
                      <a:pt x="88" y="12"/>
                      <a:pt x="102" y="4"/>
                      <a:pt x="117" y="3"/>
                    </a:cubicBezTo>
                    <a:cubicBezTo>
                      <a:pt x="148" y="0"/>
                      <a:pt x="192" y="20"/>
                      <a:pt x="163" y="82"/>
                    </a:cubicBezTo>
                    <a:cubicBezTo>
                      <a:pt x="160" y="78"/>
                      <a:pt x="157" y="80"/>
                      <a:pt x="153" y="77"/>
                    </a:cubicBezTo>
                    <a:cubicBezTo>
                      <a:pt x="176" y="35"/>
                      <a:pt x="158" y="10"/>
                      <a:pt x="140" y="10"/>
                    </a:cubicBezTo>
                    <a:cubicBezTo>
                      <a:pt x="103" y="10"/>
                      <a:pt x="44" y="41"/>
                      <a:pt x="18" y="8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$1îḑê"/>
              <p:cNvSpPr/>
              <p:nvPr/>
            </p:nvSpPr>
            <p:spPr bwMode="auto">
              <a:xfrm>
                <a:off x="2339975" y="3282950"/>
                <a:ext cx="139700" cy="161925"/>
              </a:xfrm>
              <a:custGeom>
                <a:avLst/>
                <a:gdLst>
                  <a:gd name="T0" fmla="*/ 32 w 42"/>
                  <a:gd name="T1" fmla="*/ 0 h 49"/>
                  <a:gd name="T2" fmla="*/ 32 w 42"/>
                  <a:gd name="T3" fmla="*/ 27 h 49"/>
                  <a:gd name="T4" fmla="*/ 30 w 42"/>
                  <a:gd name="T5" fmla="*/ 38 h 49"/>
                  <a:gd name="T6" fmla="*/ 21 w 42"/>
                  <a:gd name="T7" fmla="*/ 42 h 49"/>
                  <a:gd name="T8" fmla="*/ 13 w 42"/>
                  <a:gd name="T9" fmla="*/ 38 h 49"/>
                  <a:gd name="T10" fmla="*/ 11 w 42"/>
                  <a:gd name="T11" fmla="*/ 27 h 49"/>
                  <a:gd name="T12" fmla="*/ 11 w 42"/>
                  <a:gd name="T13" fmla="*/ 0 h 49"/>
                  <a:gd name="T14" fmla="*/ 0 w 42"/>
                  <a:gd name="T15" fmla="*/ 0 h 49"/>
                  <a:gd name="T16" fmla="*/ 0 w 42"/>
                  <a:gd name="T17" fmla="*/ 31 h 49"/>
                  <a:gd name="T18" fmla="*/ 21 w 42"/>
                  <a:gd name="T19" fmla="*/ 49 h 49"/>
                  <a:gd name="T20" fmla="*/ 42 w 42"/>
                  <a:gd name="T21" fmla="*/ 31 h 49"/>
                  <a:gd name="T22" fmla="*/ 42 w 42"/>
                  <a:gd name="T23" fmla="*/ 0 h 49"/>
                  <a:gd name="T24" fmla="*/ 32 w 42"/>
                  <a:gd name="T2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49">
                    <a:moveTo>
                      <a:pt x="32" y="0"/>
                    </a:move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2"/>
                      <a:pt x="31" y="36"/>
                      <a:pt x="30" y="38"/>
                    </a:cubicBezTo>
                    <a:cubicBezTo>
                      <a:pt x="28" y="41"/>
                      <a:pt x="25" y="42"/>
                      <a:pt x="21" y="42"/>
                    </a:cubicBezTo>
                    <a:cubicBezTo>
                      <a:pt x="17" y="42"/>
                      <a:pt x="14" y="41"/>
                      <a:pt x="13" y="38"/>
                    </a:cubicBezTo>
                    <a:cubicBezTo>
                      <a:pt x="11" y="36"/>
                      <a:pt x="10" y="32"/>
                      <a:pt x="11" y="2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3"/>
                      <a:pt x="8" y="49"/>
                      <a:pt x="21" y="49"/>
                    </a:cubicBezTo>
                    <a:cubicBezTo>
                      <a:pt x="35" y="49"/>
                      <a:pt x="42" y="43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íŝḻîdê"/>
              <p:cNvSpPr/>
              <p:nvPr/>
            </p:nvSpPr>
            <p:spPr bwMode="auto">
              <a:xfrm>
                <a:off x="2847975" y="3270250"/>
                <a:ext cx="141288" cy="182563"/>
              </a:xfrm>
              <a:custGeom>
                <a:avLst/>
                <a:gdLst>
                  <a:gd name="T0" fmla="*/ 42 w 43"/>
                  <a:gd name="T1" fmla="*/ 16 h 55"/>
                  <a:gd name="T2" fmla="*/ 23 w 43"/>
                  <a:gd name="T3" fmla="*/ 0 h 55"/>
                  <a:gd name="T4" fmla="*/ 1 w 43"/>
                  <a:gd name="T5" fmla="*/ 17 h 55"/>
                  <a:gd name="T6" fmla="*/ 19 w 43"/>
                  <a:gd name="T7" fmla="*/ 32 h 55"/>
                  <a:gd name="T8" fmla="*/ 21 w 43"/>
                  <a:gd name="T9" fmla="*/ 33 h 55"/>
                  <a:gd name="T10" fmla="*/ 31 w 43"/>
                  <a:gd name="T11" fmla="*/ 40 h 55"/>
                  <a:gd name="T12" fmla="*/ 20 w 43"/>
                  <a:gd name="T13" fmla="*/ 47 h 55"/>
                  <a:gd name="T14" fmla="*/ 11 w 43"/>
                  <a:gd name="T15" fmla="*/ 37 h 55"/>
                  <a:gd name="T16" fmla="*/ 0 w 43"/>
                  <a:gd name="T17" fmla="*/ 37 h 55"/>
                  <a:gd name="T18" fmla="*/ 20 w 43"/>
                  <a:gd name="T19" fmla="*/ 55 h 55"/>
                  <a:gd name="T20" fmla="*/ 43 w 43"/>
                  <a:gd name="T21" fmla="*/ 38 h 55"/>
                  <a:gd name="T22" fmla="*/ 25 w 43"/>
                  <a:gd name="T23" fmla="*/ 23 h 55"/>
                  <a:gd name="T24" fmla="*/ 23 w 43"/>
                  <a:gd name="T25" fmla="*/ 23 h 55"/>
                  <a:gd name="T26" fmla="*/ 13 w 43"/>
                  <a:gd name="T27" fmla="*/ 15 h 55"/>
                  <a:gd name="T28" fmla="*/ 22 w 43"/>
                  <a:gd name="T29" fmla="*/ 8 h 55"/>
                  <a:gd name="T30" fmla="*/ 31 w 43"/>
                  <a:gd name="T31" fmla="*/ 16 h 55"/>
                  <a:gd name="T32" fmla="*/ 42 w 43"/>
                  <a:gd name="T33" fmla="*/ 1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" h="55">
                    <a:moveTo>
                      <a:pt x="42" y="16"/>
                    </a:moveTo>
                    <a:cubicBezTo>
                      <a:pt x="41" y="6"/>
                      <a:pt x="35" y="0"/>
                      <a:pt x="23" y="0"/>
                    </a:cubicBezTo>
                    <a:cubicBezTo>
                      <a:pt x="9" y="1"/>
                      <a:pt x="2" y="6"/>
                      <a:pt x="1" y="17"/>
                    </a:cubicBezTo>
                    <a:cubicBezTo>
                      <a:pt x="1" y="24"/>
                      <a:pt x="7" y="29"/>
                      <a:pt x="19" y="32"/>
                    </a:cubicBezTo>
                    <a:cubicBezTo>
                      <a:pt x="19" y="32"/>
                      <a:pt x="20" y="32"/>
                      <a:pt x="21" y="33"/>
                    </a:cubicBezTo>
                    <a:cubicBezTo>
                      <a:pt x="28" y="34"/>
                      <a:pt x="31" y="36"/>
                      <a:pt x="31" y="40"/>
                    </a:cubicBezTo>
                    <a:cubicBezTo>
                      <a:pt x="31" y="45"/>
                      <a:pt x="27" y="47"/>
                      <a:pt x="20" y="47"/>
                    </a:cubicBezTo>
                    <a:cubicBezTo>
                      <a:pt x="14" y="47"/>
                      <a:pt x="11" y="43"/>
                      <a:pt x="11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9"/>
                      <a:pt x="6" y="55"/>
                      <a:pt x="20" y="55"/>
                    </a:cubicBezTo>
                    <a:cubicBezTo>
                      <a:pt x="35" y="54"/>
                      <a:pt x="43" y="49"/>
                      <a:pt x="43" y="38"/>
                    </a:cubicBezTo>
                    <a:cubicBezTo>
                      <a:pt x="43" y="30"/>
                      <a:pt x="37" y="25"/>
                      <a:pt x="25" y="23"/>
                    </a:cubicBezTo>
                    <a:cubicBezTo>
                      <a:pt x="24" y="23"/>
                      <a:pt x="23" y="23"/>
                      <a:pt x="23" y="23"/>
                    </a:cubicBezTo>
                    <a:cubicBezTo>
                      <a:pt x="16" y="22"/>
                      <a:pt x="13" y="19"/>
                      <a:pt x="13" y="15"/>
                    </a:cubicBezTo>
                    <a:cubicBezTo>
                      <a:pt x="14" y="11"/>
                      <a:pt x="16" y="9"/>
                      <a:pt x="22" y="8"/>
                    </a:cubicBezTo>
                    <a:cubicBezTo>
                      <a:pt x="28" y="8"/>
                      <a:pt x="30" y="11"/>
                      <a:pt x="31" y="16"/>
                    </a:cubicBez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îṥļîďé"/>
              <p:cNvSpPr/>
              <p:nvPr/>
            </p:nvSpPr>
            <p:spPr bwMode="auto">
              <a:xfrm>
                <a:off x="3025775" y="3273425"/>
                <a:ext cx="142875" cy="174625"/>
              </a:xfrm>
              <a:custGeom>
                <a:avLst/>
                <a:gdLst>
                  <a:gd name="T0" fmla="*/ 0 w 90"/>
                  <a:gd name="T1" fmla="*/ 19 h 110"/>
                  <a:gd name="T2" fmla="*/ 34 w 90"/>
                  <a:gd name="T3" fmla="*/ 19 h 110"/>
                  <a:gd name="T4" fmla="*/ 34 w 90"/>
                  <a:gd name="T5" fmla="*/ 110 h 110"/>
                  <a:gd name="T6" fmla="*/ 56 w 90"/>
                  <a:gd name="T7" fmla="*/ 110 h 110"/>
                  <a:gd name="T8" fmla="*/ 56 w 90"/>
                  <a:gd name="T9" fmla="*/ 19 h 110"/>
                  <a:gd name="T10" fmla="*/ 90 w 90"/>
                  <a:gd name="T11" fmla="*/ 19 h 110"/>
                  <a:gd name="T12" fmla="*/ 90 w 90"/>
                  <a:gd name="T13" fmla="*/ 0 h 110"/>
                  <a:gd name="T14" fmla="*/ 0 w 90"/>
                  <a:gd name="T15" fmla="*/ 0 h 110"/>
                  <a:gd name="T16" fmla="*/ 0 w 90"/>
                  <a:gd name="T17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0">
                    <a:moveTo>
                      <a:pt x="0" y="19"/>
                    </a:moveTo>
                    <a:lnTo>
                      <a:pt x="34" y="19"/>
                    </a:lnTo>
                    <a:lnTo>
                      <a:pt x="34" y="110"/>
                    </a:lnTo>
                    <a:lnTo>
                      <a:pt x="56" y="110"/>
                    </a:lnTo>
                    <a:lnTo>
                      <a:pt x="56" y="19"/>
                    </a:lnTo>
                    <a:lnTo>
                      <a:pt x="90" y="19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íşľídè"/>
              <p:cNvSpPr/>
              <p:nvPr/>
            </p:nvSpPr>
            <p:spPr bwMode="auto">
              <a:xfrm>
                <a:off x="3211513" y="3260725"/>
                <a:ext cx="147638" cy="168275"/>
              </a:xfrm>
              <a:custGeom>
                <a:avLst/>
                <a:gdLst>
                  <a:gd name="T0" fmla="*/ 45 w 45"/>
                  <a:gd name="T1" fmla="*/ 17 h 51"/>
                  <a:gd name="T2" fmla="*/ 22 w 45"/>
                  <a:gd name="T3" fmla="*/ 0 h 51"/>
                  <a:gd name="T4" fmla="*/ 0 w 45"/>
                  <a:gd name="T5" fmla="*/ 26 h 51"/>
                  <a:gd name="T6" fmla="*/ 22 w 45"/>
                  <a:gd name="T7" fmla="*/ 51 h 51"/>
                  <a:gd name="T8" fmla="*/ 45 w 45"/>
                  <a:gd name="T9" fmla="*/ 35 h 51"/>
                  <a:gd name="T10" fmla="*/ 33 w 45"/>
                  <a:gd name="T11" fmla="*/ 35 h 51"/>
                  <a:gd name="T12" fmla="*/ 22 w 45"/>
                  <a:gd name="T13" fmla="*/ 44 h 51"/>
                  <a:gd name="T14" fmla="*/ 12 w 45"/>
                  <a:gd name="T15" fmla="*/ 26 h 51"/>
                  <a:gd name="T16" fmla="*/ 22 w 45"/>
                  <a:gd name="T17" fmla="*/ 8 h 51"/>
                  <a:gd name="T18" fmla="*/ 33 w 45"/>
                  <a:gd name="T19" fmla="*/ 17 h 51"/>
                  <a:gd name="T20" fmla="*/ 45 w 45"/>
                  <a:gd name="T21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45" y="17"/>
                    </a:moveTo>
                    <a:cubicBezTo>
                      <a:pt x="44" y="6"/>
                      <a:pt x="37" y="0"/>
                      <a:pt x="22" y="0"/>
                    </a:cubicBezTo>
                    <a:cubicBezTo>
                      <a:pt x="8" y="1"/>
                      <a:pt x="1" y="9"/>
                      <a:pt x="0" y="26"/>
                    </a:cubicBezTo>
                    <a:cubicBezTo>
                      <a:pt x="1" y="43"/>
                      <a:pt x="8" y="51"/>
                      <a:pt x="22" y="51"/>
                    </a:cubicBezTo>
                    <a:cubicBezTo>
                      <a:pt x="37" y="51"/>
                      <a:pt x="44" y="46"/>
                      <a:pt x="45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41"/>
                      <a:pt x="29" y="44"/>
                      <a:pt x="22" y="44"/>
                    </a:cubicBezTo>
                    <a:cubicBezTo>
                      <a:pt x="16" y="44"/>
                      <a:pt x="13" y="38"/>
                      <a:pt x="12" y="26"/>
                    </a:cubicBezTo>
                    <a:cubicBezTo>
                      <a:pt x="13" y="14"/>
                      <a:pt x="16" y="8"/>
                      <a:pt x="22" y="8"/>
                    </a:cubicBezTo>
                    <a:cubicBezTo>
                      <a:pt x="29" y="8"/>
                      <a:pt x="32" y="11"/>
                      <a:pt x="3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2" name="iṡlïḓè"/>
            <p:cNvGrpSpPr/>
            <p:nvPr userDrawn="1"/>
          </p:nvGrpSpPr>
          <p:grpSpPr>
            <a:xfrm>
              <a:off x="1682758" y="962385"/>
              <a:ext cx="1606542" cy="289834"/>
              <a:chOff x="4164013" y="2535238"/>
              <a:chExt cx="6142038" cy="1108075"/>
            </a:xfrm>
            <a:solidFill>
              <a:srgbClr val="001736"/>
            </a:solidFill>
          </p:grpSpPr>
          <p:sp>
            <p:nvSpPr>
              <p:cNvPr id="17" name="îslíḋé"/>
              <p:cNvSpPr/>
              <p:nvPr/>
            </p:nvSpPr>
            <p:spPr bwMode="auto">
              <a:xfrm>
                <a:off x="8401050" y="2638425"/>
                <a:ext cx="722313" cy="769938"/>
              </a:xfrm>
              <a:custGeom>
                <a:avLst/>
                <a:gdLst>
                  <a:gd name="T0" fmla="*/ 80 w 219"/>
                  <a:gd name="T1" fmla="*/ 17 h 233"/>
                  <a:gd name="T2" fmla="*/ 75 w 219"/>
                  <a:gd name="T3" fmla="*/ 81 h 233"/>
                  <a:gd name="T4" fmla="*/ 60 w 219"/>
                  <a:gd name="T5" fmla="*/ 127 h 233"/>
                  <a:gd name="T6" fmla="*/ 28 w 219"/>
                  <a:gd name="T7" fmla="*/ 118 h 233"/>
                  <a:gd name="T8" fmla="*/ 0 w 219"/>
                  <a:gd name="T9" fmla="*/ 146 h 233"/>
                  <a:gd name="T10" fmla="*/ 23 w 219"/>
                  <a:gd name="T11" fmla="*/ 150 h 233"/>
                  <a:gd name="T12" fmla="*/ 63 w 219"/>
                  <a:gd name="T13" fmla="*/ 159 h 233"/>
                  <a:gd name="T14" fmla="*/ 32 w 219"/>
                  <a:gd name="T15" fmla="*/ 201 h 233"/>
                  <a:gd name="T16" fmla="*/ 108 w 219"/>
                  <a:gd name="T17" fmla="*/ 194 h 233"/>
                  <a:gd name="T18" fmla="*/ 131 w 219"/>
                  <a:gd name="T19" fmla="*/ 124 h 233"/>
                  <a:gd name="T20" fmla="*/ 218 w 219"/>
                  <a:gd name="T21" fmla="*/ 96 h 233"/>
                  <a:gd name="T22" fmla="*/ 184 w 219"/>
                  <a:gd name="T23" fmla="*/ 77 h 233"/>
                  <a:gd name="T24" fmla="*/ 159 w 219"/>
                  <a:gd name="T25" fmla="*/ 91 h 233"/>
                  <a:gd name="T26" fmla="*/ 131 w 219"/>
                  <a:gd name="T27" fmla="*/ 103 h 233"/>
                  <a:gd name="T28" fmla="*/ 134 w 219"/>
                  <a:gd name="T29" fmla="*/ 36 h 233"/>
                  <a:gd name="T30" fmla="*/ 110 w 219"/>
                  <a:gd name="T31" fmla="*/ 1 h 233"/>
                  <a:gd name="T32" fmla="*/ 80 w 219"/>
                  <a:gd name="T33" fmla="*/ 17 h 233"/>
                  <a:gd name="T34" fmla="*/ 123 w 219"/>
                  <a:gd name="T35" fmla="*/ 185 h 233"/>
                  <a:gd name="T36" fmla="*/ 209 w 219"/>
                  <a:gd name="T37" fmla="*/ 208 h 233"/>
                  <a:gd name="T38" fmla="*/ 196 w 219"/>
                  <a:gd name="T39" fmla="*/ 232 h 233"/>
                  <a:gd name="T40" fmla="*/ 159 w 219"/>
                  <a:gd name="T41" fmla="*/ 223 h 233"/>
                  <a:gd name="T42" fmla="*/ 123 w 219"/>
                  <a:gd name="T43" fmla="*/ 1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9" h="233">
                    <a:moveTo>
                      <a:pt x="80" y="17"/>
                    </a:moveTo>
                    <a:cubicBezTo>
                      <a:pt x="81" y="40"/>
                      <a:pt x="76" y="61"/>
                      <a:pt x="75" y="81"/>
                    </a:cubicBezTo>
                    <a:cubicBezTo>
                      <a:pt x="74" y="100"/>
                      <a:pt x="69" y="115"/>
                      <a:pt x="60" y="127"/>
                    </a:cubicBezTo>
                    <a:cubicBezTo>
                      <a:pt x="48" y="126"/>
                      <a:pt x="38" y="125"/>
                      <a:pt x="28" y="118"/>
                    </a:cubicBezTo>
                    <a:cubicBezTo>
                      <a:pt x="18" y="114"/>
                      <a:pt x="3" y="131"/>
                      <a:pt x="0" y="146"/>
                    </a:cubicBezTo>
                    <a:cubicBezTo>
                      <a:pt x="1" y="149"/>
                      <a:pt x="13" y="142"/>
                      <a:pt x="23" y="150"/>
                    </a:cubicBezTo>
                    <a:cubicBezTo>
                      <a:pt x="35" y="160"/>
                      <a:pt x="51" y="162"/>
                      <a:pt x="63" y="159"/>
                    </a:cubicBezTo>
                    <a:cubicBezTo>
                      <a:pt x="58" y="176"/>
                      <a:pt x="46" y="189"/>
                      <a:pt x="32" y="201"/>
                    </a:cubicBezTo>
                    <a:cubicBezTo>
                      <a:pt x="15" y="225"/>
                      <a:pt x="28" y="231"/>
                      <a:pt x="108" y="194"/>
                    </a:cubicBezTo>
                    <a:cubicBezTo>
                      <a:pt x="121" y="171"/>
                      <a:pt x="127" y="149"/>
                      <a:pt x="131" y="124"/>
                    </a:cubicBezTo>
                    <a:cubicBezTo>
                      <a:pt x="164" y="116"/>
                      <a:pt x="210" y="103"/>
                      <a:pt x="218" y="96"/>
                    </a:cubicBezTo>
                    <a:cubicBezTo>
                      <a:pt x="214" y="83"/>
                      <a:pt x="196" y="84"/>
                      <a:pt x="184" y="77"/>
                    </a:cubicBezTo>
                    <a:cubicBezTo>
                      <a:pt x="174" y="80"/>
                      <a:pt x="167" y="85"/>
                      <a:pt x="159" y="91"/>
                    </a:cubicBezTo>
                    <a:cubicBezTo>
                      <a:pt x="150" y="98"/>
                      <a:pt x="140" y="106"/>
                      <a:pt x="131" y="103"/>
                    </a:cubicBezTo>
                    <a:cubicBezTo>
                      <a:pt x="130" y="77"/>
                      <a:pt x="142" y="58"/>
                      <a:pt x="134" y="36"/>
                    </a:cubicBezTo>
                    <a:cubicBezTo>
                      <a:pt x="129" y="24"/>
                      <a:pt x="121" y="12"/>
                      <a:pt x="110" y="1"/>
                    </a:cubicBezTo>
                    <a:cubicBezTo>
                      <a:pt x="96" y="0"/>
                      <a:pt x="100" y="15"/>
                      <a:pt x="80" y="17"/>
                    </a:cubicBezTo>
                    <a:close/>
                    <a:moveTo>
                      <a:pt x="123" y="185"/>
                    </a:moveTo>
                    <a:cubicBezTo>
                      <a:pt x="157" y="182"/>
                      <a:pt x="189" y="182"/>
                      <a:pt x="209" y="208"/>
                    </a:cubicBezTo>
                    <a:cubicBezTo>
                      <a:pt x="219" y="225"/>
                      <a:pt x="205" y="227"/>
                      <a:pt x="196" y="232"/>
                    </a:cubicBezTo>
                    <a:cubicBezTo>
                      <a:pt x="181" y="232"/>
                      <a:pt x="164" y="233"/>
                      <a:pt x="159" y="223"/>
                    </a:cubicBezTo>
                    <a:cubicBezTo>
                      <a:pt x="152" y="207"/>
                      <a:pt x="132" y="202"/>
                      <a:pt x="123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îṡlide"/>
              <p:cNvSpPr/>
              <p:nvPr/>
            </p:nvSpPr>
            <p:spPr bwMode="auto">
              <a:xfrm>
                <a:off x="9459913" y="2535238"/>
                <a:ext cx="846138" cy="1025525"/>
              </a:xfrm>
              <a:custGeom>
                <a:avLst/>
                <a:gdLst>
                  <a:gd name="T0" fmla="*/ 49 w 257"/>
                  <a:gd name="T1" fmla="*/ 24 h 310"/>
                  <a:gd name="T2" fmla="*/ 61 w 257"/>
                  <a:gd name="T3" fmla="*/ 78 h 310"/>
                  <a:gd name="T4" fmla="*/ 85 w 257"/>
                  <a:gd name="T5" fmla="*/ 72 h 310"/>
                  <a:gd name="T6" fmla="*/ 88 w 257"/>
                  <a:gd name="T7" fmla="*/ 55 h 310"/>
                  <a:gd name="T8" fmla="*/ 89 w 257"/>
                  <a:gd name="T9" fmla="*/ 37 h 310"/>
                  <a:gd name="T10" fmla="*/ 49 w 257"/>
                  <a:gd name="T11" fmla="*/ 24 h 310"/>
                  <a:gd name="T12" fmla="*/ 147 w 257"/>
                  <a:gd name="T13" fmla="*/ 48 h 310"/>
                  <a:gd name="T14" fmla="*/ 118 w 257"/>
                  <a:gd name="T15" fmla="*/ 26 h 310"/>
                  <a:gd name="T16" fmla="*/ 122 w 257"/>
                  <a:gd name="T17" fmla="*/ 62 h 310"/>
                  <a:gd name="T18" fmla="*/ 147 w 257"/>
                  <a:gd name="T19" fmla="*/ 48 h 310"/>
                  <a:gd name="T20" fmla="*/ 208 w 257"/>
                  <a:gd name="T21" fmla="*/ 9 h 310"/>
                  <a:gd name="T22" fmla="*/ 164 w 257"/>
                  <a:gd name="T23" fmla="*/ 76 h 310"/>
                  <a:gd name="T24" fmla="*/ 227 w 257"/>
                  <a:gd name="T25" fmla="*/ 63 h 310"/>
                  <a:gd name="T26" fmla="*/ 250 w 257"/>
                  <a:gd name="T27" fmla="*/ 38 h 310"/>
                  <a:gd name="T28" fmla="*/ 208 w 257"/>
                  <a:gd name="T29" fmla="*/ 9 h 310"/>
                  <a:gd name="T30" fmla="*/ 1 w 257"/>
                  <a:gd name="T31" fmla="*/ 163 h 310"/>
                  <a:gd name="T32" fmla="*/ 14 w 257"/>
                  <a:gd name="T33" fmla="*/ 116 h 310"/>
                  <a:gd name="T34" fmla="*/ 179 w 257"/>
                  <a:gd name="T35" fmla="*/ 101 h 310"/>
                  <a:gd name="T36" fmla="*/ 191 w 257"/>
                  <a:gd name="T37" fmla="*/ 129 h 310"/>
                  <a:gd name="T38" fmla="*/ 162 w 257"/>
                  <a:gd name="T39" fmla="*/ 149 h 310"/>
                  <a:gd name="T40" fmla="*/ 135 w 257"/>
                  <a:gd name="T41" fmla="*/ 215 h 310"/>
                  <a:gd name="T42" fmla="*/ 169 w 257"/>
                  <a:gd name="T43" fmla="*/ 222 h 310"/>
                  <a:gd name="T44" fmla="*/ 199 w 257"/>
                  <a:gd name="T45" fmla="*/ 221 h 310"/>
                  <a:gd name="T46" fmla="*/ 199 w 257"/>
                  <a:gd name="T47" fmla="*/ 247 h 310"/>
                  <a:gd name="T48" fmla="*/ 149 w 257"/>
                  <a:gd name="T49" fmla="*/ 246 h 310"/>
                  <a:gd name="T50" fmla="*/ 148 w 257"/>
                  <a:gd name="T51" fmla="*/ 259 h 310"/>
                  <a:gd name="T52" fmla="*/ 111 w 257"/>
                  <a:gd name="T53" fmla="*/ 300 h 310"/>
                  <a:gd name="T54" fmla="*/ 41 w 257"/>
                  <a:gd name="T55" fmla="*/ 263 h 310"/>
                  <a:gd name="T56" fmla="*/ 32 w 257"/>
                  <a:gd name="T57" fmla="*/ 213 h 310"/>
                  <a:gd name="T58" fmla="*/ 104 w 257"/>
                  <a:gd name="T59" fmla="*/ 219 h 310"/>
                  <a:gd name="T60" fmla="*/ 139 w 257"/>
                  <a:gd name="T61" fmla="*/ 167 h 310"/>
                  <a:gd name="T62" fmla="*/ 98 w 257"/>
                  <a:gd name="T63" fmla="*/ 183 h 310"/>
                  <a:gd name="T64" fmla="*/ 67 w 257"/>
                  <a:gd name="T65" fmla="*/ 196 h 310"/>
                  <a:gd name="T66" fmla="*/ 145 w 257"/>
                  <a:gd name="T67" fmla="*/ 136 h 310"/>
                  <a:gd name="T68" fmla="*/ 55 w 257"/>
                  <a:gd name="T69" fmla="*/ 149 h 310"/>
                  <a:gd name="T70" fmla="*/ 39 w 257"/>
                  <a:gd name="T71" fmla="*/ 154 h 310"/>
                  <a:gd name="T72" fmla="*/ 1 w 257"/>
                  <a:gd name="T73" fmla="*/ 163 h 310"/>
                  <a:gd name="T74" fmla="*/ 60 w 257"/>
                  <a:gd name="T75" fmla="*/ 249 h 310"/>
                  <a:gd name="T76" fmla="*/ 71 w 257"/>
                  <a:gd name="T77" fmla="*/ 272 h 310"/>
                  <a:gd name="T78" fmla="*/ 104 w 257"/>
                  <a:gd name="T79" fmla="*/ 272 h 310"/>
                  <a:gd name="T80" fmla="*/ 114 w 257"/>
                  <a:gd name="T81" fmla="*/ 253 h 310"/>
                  <a:gd name="T82" fmla="*/ 60 w 257"/>
                  <a:gd name="T83" fmla="*/ 24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7" h="310">
                    <a:moveTo>
                      <a:pt x="49" y="24"/>
                    </a:moveTo>
                    <a:cubicBezTo>
                      <a:pt x="36" y="41"/>
                      <a:pt x="44" y="58"/>
                      <a:pt x="61" y="78"/>
                    </a:cubicBezTo>
                    <a:cubicBezTo>
                      <a:pt x="74" y="80"/>
                      <a:pt x="82" y="79"/>
                      <a:pt x="85" y="72"/>
                    </a:cubicBezTo>
                    <a:cubicBezTo>
                      <a:pt x="88" y="68"/>
                      <a:pt x="87" y="61"/>
                      <a:pt x="88" y="55"/>
                    </a:cubicBezTo>
                    <a:cubicBezTo>
                      <a:pt x="88" y="49"/>
                      <a:pt x="90" y="43"/>
                      <a:pt x="89" y="37"/>
                    </a:cubicBezTo>
                    <a:cubicBezTo>
                      <a:pt x="84" y="20"/>
                      <a:pt x="47" y="4"/>
                      <a:pt x="49" y="24"/>
                    </a:cubicBezTo>
                    <a:close/>
                    <a:moveTo>
                      <a:pt x="147" y="48"/>
                    </a:moveTo>
                    <a:cubicBezTo>
                      <a:pt x="141" y="36"/>
                      <a:pt x="139" y="22"/>
                      <a:pt x="118" y="26"/>
                    </a:cubicBezTo>
                    <a:cubicBezTo>
                      <a:pt x="103" y="43"/>
                      <a:pt x="115" y="56"/>
                      <a:pt x="122" y="62"/>
                    </a:cubicBezTo>
                    <a:cubicBezTo>
                      <a:pt x="125" y="70"/>
                      <a:pt x="130" y="64"/>
                      <a:pt x="147" y="48"/>
                    </a:cubicBezTo>
                    <a:close/>
                    <a:moveTo>
                      <a:pt x="208" y="9"/>
                    </a:moveTo>
                    <a:cubicBezTo>
                      <a:pt x="193" y="40"/>
                      <a:pt x="178" y="52"/>
                      <a:pt x="164" y="76"/>
                    </a:cubicBezTo>
                    <a:cubicBezTo>
                      <a:pt x="186" y="60"/>
                      <a:pt x="207" y="62"/>
                      <a:pt x="227" y="63"/>
                    </a:cubicBezTo>
                    <a:cubicBezTo>
                      <a:pt x="250" y="50"/>
                      <a:pt x="257" y="42"/>
                      <a:pt x="250" y="38"/>
                    </a:cubicBezTo>
                    <a:cubicBezTo>
                      <a:pt x="240" y="17"/>
                      <a:pt x="229" y="0"/>
                      <a:pt x="208" y="9"/>
                    </a:cubicBezTo>
                    <a:close/>
                    <a:moveTo>
                      <a:pt x="1" y="163"/>
                    </a:moveTo>
                    <a:cubicBezTo>
                      <a:pt x="3" y="149"/>
                      <a:pt x="12" y="130"/>
                      <a:pt x="14" y="116"/>
                    </a:cubicBezTo>
                    <a:cubicBezTo>
                      <a:pt x="62" y="91"/>
                      <a:pt x="104" y="91"/>
                      <a:pt x="179" y="101"/>
                    </a:cubicBezTo>
                    <a:cubicBezTo>
                      <a:pt x="186" y="106"/>
                      <a:pt x="193" y="121"/>
                      <a:pt x="191" y="129"/>
                    </a:cubicBezTo>
                    <a:cubicBezTo>
                      <a:pt x="180" y="139"/>
                      <a:pt x="173" y="139"/>
                      <a:pt x="162" y="149"/>
                    </a:cubicBezTo>
                    <a:cubicBezTo>
                      <a:pt x="166" y="170"/>
                      <a:pt x="149" y="192"/>
                      <a:pt x="135" y="215"/>
                    </a:cubicBezTo>
                    <a:cubicBezTo>
                      <a:pt x="136" y="226"/>
                      <a:pt x="151" y="225"/>
                      <a:pt x="169" y="222"/>
                    </a:cubicBezTo>
                    <a:cubicBezTo>
                      <a:pt x="179" y="221"/>
                      <a:pt x="191" y="216"/>
                      <a:pt x="199" y="221"/>
                    </a:cubicBezTo>
                    <a:cubicBezTo>
                      <a:pt x="220" y="236"/>
                      <a:pt x="204" y="246"/>
                      <a:pt x="199" y="247"/>
                    </a:cubicBezTo>
                    <a:cubicBezTo>
                      <a:pt x="177" y="249"/>
                      <a:pt x="153" y="250"/>
                      <a:pt x="149" y="246"/>
                    </a:cubicBezTo>
                    <a:cubicBezTo>
                      <a:pt x="146" y="252"/>
                      <a:pt x="150" y="252"/>
                      <a:pt x="148" y="259"/>
                    </a:cubicBezTo>
                    <a:cubicBezTo>
                      <a:pt x="141" y="287"/>
                      <a:pt x="127" y="298"/>
                      <a:pt x="111" y="300"/>
                    </a:cubicBezTo>
                    <a:cubicBezTo>
                      <a:pt x="70" y="310"/>
                      <a:pt x="40" y="303"/>
                      <a:pt x="41" y="263"/>
                    </a:cubicBezTo>
                    <a:cubicBezTo>
                      <a:pt x="18" y="240"/>
                      <a:pt x="9" y="221"/>
                      <a:pt x="32" y="213"/>
                    </a:cubicBezTo>
                    <a:cubicBezTo>
                      <a:pt x="42" y="226"/>
                      <a:pt x="69" y="225"/>
                      <a:pt x="104" y="219"/>
                    </a:cubicBezTo>
                    <a:cubicBezTo>
                      <a:pt x="116" y="201"/>
                      <a:pt x="127" y="184"/>
                      <a:pt x="139" y="167"/>
                    </a:cubicBezTo>
                    <a:cubicBezTo>
                      <a:pt x="128" y="166"/>
                      <a:pt x="105" y="163"/>
                      <a:pt x="98" y="183"/>
                    </a:cubicBezTo>
                    <a:cubicBezTo>
                      <a:pt x="91" y="205"/>
                      <a:pt x="75" y="199"/>
                      <a:pt x="67" y="196"/>
                    </a:cubicBezTo>
                    <a:cubicBezTo>
                      <a:pt x="51" y="158"/>
                      <a:pt x="125" y="157"/>
                      <a:pt x="145" y="136"/>
                    </a:cubicBezTo>
                    <a:cubicBezTo>
                      <a:pt x="131" y="121"/>
                      <a:pt x="100" y="131"/>
                      <a:pt x="55" y="149"/>
                    </a:cubicBezTo>
                    <a:cubicBezTo>
                      <a:pt x="53" y="149"/>
                      <a:pt x="40" y="151"/>
                      <a:pt x="39" y="154"/>
                    </a:cubicBezTo>
                    <a:cubicBezTo>
                      <a:pt x="36" y="177"/>
                      <a:pt x="0" y="189"/>
                      <a:pt x="1" y="163"/>
                    </a:cubicBezTo>
                    <a:close/>
                    <a:moveTo>
                      <a:pt x="60" y="249"/>
                    </a:moveTo>
                    <a:cubicBezTo>
                      <a:pt x="55" y="256"/>
                      <a:pt x="58" y="262"/>
                      <a:pt x="71" y="272"/>
                    </a:cubicBezTo>
                    <a:cubicBezTo>
                      <a:pt x="75" y="275"/>
                      <a:pt x="88" y="273"/>
                      <a:pt x="104" y="272"/>
                    </a:cubicBezTo>
                    <a:cubicBezTo>
                      <a:pt x="108" y="264"/>
                      <a:pt x="111" y="261"/>
                      <a:pt x="114" y="253"/>
                    </a:cubicBezTo>
                    <a:cubicBezTo>
                      <a:pt x="96" y="251"/>
                      <a:pt x="78" y="250"/>
                      <a:pt x="60" y="2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š1íḑê"/>
              <p:cNvSpPr/>
              <p:nvPr/>
            </p:nvSpPr>
            <p:spPr bwMode="auto">
              <a:xfrm>
                <a:off x="4164013" y="2589213"/>
                <a:ext cx="606425" cy="922338"/>
              </a:xfrm>
              <a:custGeom>
                <a:avLst/>
                <a:gdLst>
                  <a:gd name="T0" fmla="*/ 13 w 184"/>
                  <a:gd name="T1" fmla="*/ 114 h 279"/>
                  <a:gd name="T2" fmla="*/ 6 w 184"/>
                  <a:gd name="T3" fmla="*/ 136 h 279"/>
                  <a:gd name="T4" fmla="*/ 1 w 184"/>
                  <a:gd name="T5" fmla="*/ 157 h 279"/>
                  <a:gd name="T6" fmla="*/ 59 w 184"/>
                  <a:gd name="T7" fmla="*/ 225 h 279"/>
                  <a:gd name="T8" fmla="*/ 67 w 184"/>
                  <a:gd name="T9" fmla="*/ 255 h 279"/>
                  <a:gd name="T10" fmla="*/ 103 w 184"/>
                  <a:gd name="T11" fmla="*/ 279 h 279"/>
                  <a:gd name="T12" fmla="*/ 167 w 184"/>
                  <a:gd name="T13" fmla="*/ 273 h 279"/>
                  <a:gd name="T14" fmla="*/ 184 w 184"/>
                  <a:gd name="T15" fmla="*/ 260 h 279"/>
                  <a:gd name="T16" fmla="*/ 182 w 184"/>
                  <a:gd name="T17" fmla="*/ 236 h 279"/>
                  <a:gd name="T18" fmla="*/ 135 w 184"/>
                  <a:gd name="T19" fmla="*/ 237 h 279"/>
                  <a:gd name="T20" fmla="*/ 90 w 184"/>
                  <a:gd name="T21" fmla="*/ 227 h 279"/>
                  <a:gd name="T22" fmla="*/ 143 w 184"/>
                  <a:gd name="T23" fmla="*/ 202 h 279"/>
                  <a:gd name="T24" fmla="*/ 146 w 184"/>
                  <a:gd name="T25" fmla="*/ 159 h 279"/>
                  <a:gd name="T26" fmla="*/ 182 w 184"/>
                  <a:gd name="T27" fmla="*/ 113 h 279"/>
                  <a:gd name="T28" fmla="*/ 126 w 184"/>
                  <a:gd name="T29" fmla="*/ 63 h 279"/>
                  <a:gd name="T30" fmla="*/ 83 w 184"/>
                  <a:gd name="T31" fmla="*/ 0 h 279"/>
                  <a:gd name="T32" fmla="*/ 88 w 184"/>
                  <a:gd name="T33" fmla="*/ 60 h 279"/>
                  <a:gd name="T34" fmla="*/ 41 w 184"/>
                  <a:gd name="T35" fmla="*/ 124 h 279"/>
                  <a:gd name="T36" fmla="*/ 46 w 184"/>
                  <a:gd name="T37" fmla="*/ 182 h 279"/>
                  <a:gd name="T38" fmla="*/ 13 w 184"/>
                  <a:gd name="T39" fmla="*/ 114 h 279"/>
                  <a:gd name="T40" fmla="*/ 112 w 184"/>
                  <a:gd name="T41" fmla="*/ 90 h 279"/>
                  <a:gd name="T42" fmla="*/ 132 w 184"/>
                  <a:gd name="T43" fmla="*/ 89 h 279"/>
                  <a:gd name="T44" fmla="*/ 147 w 184"/>
                  <a:gd name="T45" fmla="*/ 114 h 279"/>
                  <a:gd name="T46" fmla="*/ 129 w 184"/>
                  <a:gd name="T47" fmla="*/ 141 h 279"/>
                  <a:gd name="T48" fmla="*/ 108 w 184"/>
                  <a:gd name="T49" fmla="*/ 142 h 279"/>
                  <a:gd name="T50" fmla="*/ 105 w 184"/>
                  <a:gd name="T51" fmla="*/ 117 h 279"/>
                  <a:gd name="T52" fmla="*/ 112 w 184"/>
                  <a:gd name="T53" fmla="*/ 90 h 279"/>
                  <a:gd name="T54" fmla="*/ 89 w 184"/>
                  <a:gd name="T55" fmla="*/ 161 h 279"/>
                  <a:gd name="T56" fmla="*/ 107 w 184"/>
                  <a:gd name="T57" fmla="*/ 158 h 279"/>
                  <a:gd name="T58" fmla="*/ 105 w 184"/>
                  <a:gd name="T59" fmla="*/ 167 h 279"/>
                  <a:gd name="T60" fmla="*/ 95 w 184"/>
                  <a:gd name="T61" fmla="*/ 168 h 279"/>
                  <a:gd name="T62" fmla="*/ 89 w 184"/>
                  <a:gd name="T63" fmla="*/ 161 h 279"/>
                  <a:gd name="T64" fmla="*/ 95 w 184"/>
                  <a:gd name="T65" fmla="*/ 181 h 279"/>
                  <a:gd name="T66" fmla="*/ 112 w 184"/>
                  <a:gd name="T67" fmla="*/ 178 h 279"/>
                  <a:gd name="T68" fmla="*/ 119 w 184"/>
                  <a:gd name="T69" fmla="*/ 184 h 279"/>
                  <a:gd name="T70" fmla="*/ 103 w 184"/>
                  <a:gd name="T71" fmla="*/ 186 h 279"/>
                  <a:gd name="T72" fmla="*/ 95 w 184"/>
                  <a:gd name="T73" fmla="*/ 18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79">
                    <a:moveTo>
                      <a:pt x="13" y="114"/>
                    </a:moveTo>
                    <a:cubicBezTo>
                      <a:pt x="7" y="115"/>
                      <a:pt x="8" y="124"/>
                      <a:pt x="6" y="136"/>
                    </a:cubicBezTo>
                    <a:cubicBezTo>
                      <a:pt x="5" y="142"/>
                      <a:pt x="0" y="150"/>
                      <a:pt x="1" y="157"/>
                    </a:cubicBezTo>
                    <a:cubicBezTo>
                      <a:pt x="1" y="205"/>
                      <a:pt x="21" y="214"/>
                      <a:pt x="59" y="225"/>
                    </a:cubicBezTo>
                    <a:cubicBezTo>
                      <a:pt x="62" y="235"/>
                      <a:pt x="65" y="245"/>
                      <a:pt x="67" y="255"/>
                    </a:cubicBezTo>
                    <a:cubicBezTo>
                      <a:pt x="77" y="267"/>
                      <a:pt x="90" y="274"/>
                      <a:pt x="103" y="279"/>
                    </a:cubicBezTo>
                    <a:cubicBezTo>
                      <a:pt x="126" y="273"/>
                      <a:pt x="147" y="270"/>
                      <a:pt x="167" y="273"/>
                    </a:cubicBezTo>
                    <a:cubicBezTo>
                      <a:pt x="173" y="269"/>
                      <a:pt x="178" y="264"/>
                      <a:pt x="184" y="260"/>
                    </a:cubicBezTo>
                    <a:cubicBezTo>
                      <a:pt x="182" y="254"/>
                      <a:pt x="180" y="242"/>
                      <a:pt x="182" y="236"/>
                    </a:cubicBezTo>
                    <a:cubicBezTo>
                      <a:pt x="158" y="235"/>
                      <a:pt x="147" y="237"/>
                      <a:pt x="135" y="237"/>
                    </a:cubicBezTo>
                    <a:cubicBezTo>
                      <a:pt x="108" y="251"/>
                      <a:pt x="91" y="245"/>
                      <a:pt x="90" y="227"/>
                    </a:cubicBezTo>
                    <a:cubicBezTo>
                      <a:pt x="107" y="226"/>
                      <a:pt x="119" y="224"/>
                      <a:pt x="143" y="202"/>
                    </a:cubicBezTo>
                    <a:cubicBezTo>
                      <a:pt x="138" y="188"/>
                      <a:pt x="138" y="173"/>
                      <a:pt x="146" y="159"/>
                    </a:cubicBezTo>
                    <a:cubicBezTo>
                      <a:pt x="158" y="144"/>
                      <a:pt x="170" y="128"/>
                      <a:pt x="182" y="113"/>
                    </a:cubicBezTo>
                    <a:cubicBezTo>
                      <a:pt x="167" y="92"/>
                      <a:pt x="147" y="78"/>
                      <a:pt x="126" y="63"/>
                    </a:cubicBezTo>
                    <a:cubicBezTo>
                      <a:pt x="128" y="26"/>
                      <a:pt x="110" y="5"/>
                      <a:pt x="83" y="0"/>
                    </a:cubicBezTo>
                    <a:cubicBezTo>
                      <a:pt x="90" y="24"/>
                      <a:pt x="97" y="45"/>
                      <a:pt x="88" y="60"/>
                    </a:cubicBezTo>
                    <a:cubicBezTo>
                      <a:pt x="66" y="78"/>
                      <a:pt x="50" y="100"/>
                      <a:pt x="41" y="124"/>
                    </a:cubicBezTo>
                    <a:cubicBezTo>
                      <a:pt x="54" y="142"/>
                      <a:pt x="64" y="161"/>
                      <a:pt x="46" y="182"/>
                    </a:cubicBezTo>
                    <a:cubicBezTo>
                      <a:pt x="25" y="161"/>
                      <a:pt x="20" y="120"/>
                      <a:pt x="13" y="114"/>
                    </a:cubicBezTo>
                    <a:close/>
                    <a:moveTo>
                      <a:pt x="112" y="90"/>
                    </a:moveTo>
                    <a:cubicBezTo>
                      <a:pt x="119" y="91"/>
                      <a:pt x="125" y="87"/>
                      <a:pt x="132" y="89"/>
                    </a:cubicBezTo>
                    <a:cubicBezTo>
                      <a:pt x="149" y="95"/>
                      <a:pt x="155" y="107"/>
                      <a:pt x="147" y="114"/>
                    </a:cubicBezTo>
                    <a:cubicBezTo>
                      <a:pt x="141" y="123"/>
                      <a:pt x="135" y="132"/>
                      <a:pt x="129" y="141"/>
                    </a:cubicBezTo>
                    <a:cubicBezTo>
                      <a:pt x="122" y="145"/>
                      <a:pt x="115" y="145"/>
                      <a:pt x="108" y="142"/>
                    </a:cubicBezTo>
                    <a:cubicBezTo>
                      <a:pt x="107" y="134"/>
                      <a:pt x="106" y="125"/>
                      <a:pt x="105" y="117"/>
                    </a:cubicBezTo>
                    <a:cubicBezTo>
                      <a:pt x="102" y="104"/>
                      <a:pt x="105" y="96"/>
                      <a:pt x="112" y="90"/>
                    </a:cubicBezTo>
                    <a:close/>
                    <a:moveTo>
                      <a:pt x="89" y="161"/>
                    </a:moveTo>
                    <a:cubicBezTo>
                      <a:pt x="93" y="159"/>
                      <a:pt x="102" y="160"/>
                      <a:pt x="107" y="158"/>
                    </a:cubicBezTo>
                    <a:cubicBezTo>
                      <a:pt x="108" y="162"/>
                      <a:pt x="104" y="163"/>
                      <a:pt x="105" y="167"/>
                    </a:cubicBezTo>
                    <a:cubicBezTo>
                      <a:pt x="101" y="167"/>
                      <a:pt x="98" y="168"/>
                      <a:pt x="95" y="168"/>
                    </a:cubicBezTo>
                    <a:cubicBezTo>
                      <a:pt x="93" y="166"/>
                      <a:pt x="91" y="164"/>
                      <a:pt x="89" y="161"/>
                    </a:cubicBezTo>
                    <a:close/>
                    <a:moveTo>
                      <a:pt x="95" y="181"/>
                    </a:moveTo>
                    <a:cubicBezTo>
                      <a:pt x="101" y="180"/>
                      <a:pt x="106" y="179"/>
                      <a:pt x="112" y="178"/>
                    </a:cubicBezTo>
                    <a:cubicBezTo>
                      <a:pt x="114" y="180"/>
                      <a:pt x="117" y="182"/>
                      <a:pt x="119" y="184"/>
                    </a:cubicBezTo>
                    <a:cubicBezTo>
                      <a:pt x="114" y="185"/>
                      <a:pt x="108" y="185"/>
                      <a:pt x="103" y="186"/>
                    </a:cubicBezTo>
                    <a:cubicBezTo>
                      <a:pt x="100" y="185"/>
                      <a:pt x="98" y="183"/>
                      <a:pt x="95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šļíďè"/>
              <p:cNvSpPr/>
              <p:nvPr/>
            </p:nvSpPr>
            <p:spPr bwMode="auto">
              <a:xfrm>
                <a:off x="5183188" y="2668588"/>
                <a:ext cx="615950" cy="763588"/>
              </a:xfrm>
              <a:custGeom>
                <a:avLst/>
                <a:gdLst>
                  <a:gd name="T0" fmla="*/ 49 w 187"/>
                  <a:gd name="T1" fmla="*/ 23 h 231"/>
                  <a:gd name="T2" fmla="*/ 68 w 187"/>
                  <a:gd name="T3" fmla="*/ 14 h 231"/>
                  <a:gd name="T4" fmla="*/ 92 w 187"/>
                  <a:gd name="T5" fmla="*/ 3 h 231"/>
                  <a:gd name="T6" fmla="*/ 120 w 187"/>
                  <a:gd name="T7" fmla="*/ 16 h 231"/>
                  <a:gd name="T8" fmla="*/ 124 w 187"/>
                  <a:gd name="T9" fmla="*/ 34 h 231"/>
                  <a:gd name="T10" fmla="*/ 90 w 187"/>
                  <a:gd name="T11" fmla="*/ 113 h 231"/>
                  <a:gd name="T12" fmla="*/ 142 w 187"/>
                  <a:gd name="T13" fmla="*/ 125 h 231"/>
                  <a:gd name="T14" fmla="*/ 181 w 187"/>
                  <a:gd name="T15" fmla="*/ 136 h 231"/>
                  <a:gd name="T16" fmla="*/ 178 w 187"/>
                  <a:gd name="T17" fmla="*/ 157 h 231"/>
                  <a:gd name="T18" fmla="*/ 142 w 187"/>
                  <a:gd name="T19" fmla="*/ 158 h 231"/>
                  <a:gd name="T20" fmla="*/ 111 w 187"/>
                  <a:gd name="T21" fmla="*/ 229 h 231"/>
                  <a:gd name="T22" fmla="*/ 58 w 187"/>
                  <a:gd name="T23" fmla="*/ 227 h 231"/>
                  <a:gd name="T24" fmla="*/ 23 w 187"/>
                  <a:gd name="T25" fmla="*/ 223 h 231"/>
                  <a:gd name="T26" fmla="*/ 13 w 187"/>
                  <a:gd name="T27" fmla="*/ 169 h 231"/>
                  <a:gd name="T28" fmla="*/ 5 w 187"/>
                  <a:gd name="T29" fmla="*/ 141 h 231"/>
                  <a:gd name="T30" fmla="*/ 64 w 187"/>
                  <a:gd name="T31" fmla="*/ 136 h 231"/>
                  <a:gd name="T32" fmla="*/ 57 w 187"/>
                  <a:gd name="T33" fmla="*/ 120 h 231"/>
                  <a:gd name="T34" fmla="*/ 83 w 187"/>
                  <a:gd name="T35" fmla="*/ 66 h 231"/>
                  <a:gd name="T36" fmla="*/ 76 w 187"/>
                  <a:gd name="T37" fmla="*/ 42 h 231"/>
                  <a:gd name="T38" fmla="*/ 49 w 187"/>
                  <a:gd name="T39" fmla="*/ 23 h 231"/>
                  <a:gd name="T40" fmla="*/ 31 w 187"/>
                  <a:gd name="T41" fmla="*/ 165 h 231"/>
                  <a:gd name="T42" fmla="*/ 89 w 187"/>
                  <a:gd name="T43" fmla="*/ 198 h 231"/>
                  <a:gd name="T44" fmla="*/ 97 w 187"/>
                  <a:gd name="T45" fmla="*/ 162 h 231"/>
                  <a:gd name="T46" fmla="*/ 31 w 187"/>
                  <a:gd name="T47" fmla="*/ 16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7" h="231">
                    <a:moveTo>
                      <a:pt x="49" y="23"/>
                    </a:moveTo>
                    <a:cubicBezTo>
                      <a:pt x="54" y="19"/>
                      <a:pt x="61" y="18"/>
                      <a:pt x="68" y="14"/>
                    </a:cubicBezTo>
                    <a:cubicBezTo>
                      <a:pt x="75" y="11"/>
                      <a:pt x="84" y="5"/>
                      <a:pt x="92" y="3"/>
                    </a:cubicBezTo>
                    <a:cubicBezTo>
                      <a:pt x="104" y="0"/>
                      <a:pt x="114" y="7"/>
                      <a:pt x="120" y="16"/>
                    </a:cubicBezTo>
                    <a:cubicBezTo>
                      <a:pt x="123" y="21"/>
                      <a:pt x="123" y="28"/>
                      <a:pt x="124" y="34"/>
                    </a:cubicBezTo>
                    <a:cubicBezTo>
                      <a:pt x="119" y="63"/>
                      <a:pt x="105" y="88"/>
                      <a:pt x="90" y="113"/>
                    </a:cubicBezTo>
                    <a:cubicBezTo>
                      <a:pt x="103" y="124"/>
                      <a:pt x="125" y="121"/>
                      <a:pt x="142" y="125"/>
                    </a:cubicBezTo>
                    <a:cubicBezTo>
                      <a:pt x="148" y="126"/>
                      <a:pt x="170" y="127"/>
                      <a:pt x="181" y="136"/>
                    </a:cubicBezTo>
                    <a:cubicBezTo>
                      <a:pt x="187" y="141"/>
                      <a:pt x="185" y="148"/>
                      <a:pt x="178" y="157"/>
                    </a:cubicBezTo>
                    <a:cubicBezTo>
                      <a:pt x="174" y="162"/>
                      <a:pt x="148" y="155"/>
                      <a:pt x="142" y="158"/>
                    </a:cubicBezTo>
                    <a:cubicBezTo>
                      <a:pt x="134" y="181"/>
                      <a:pt x="134" y="200"/>
                      <a:pt x="111" y="229"/>
                    </a:cubicBezTo>
                    <a:cubicBezTo>
                      <a:pt x="96" y="230"/>
                      <a:pt x="76" y="231"/>
                      <a:pt x="58" y="227"/>
                    </a:cubicBezTo>
                    <a:cubicBezTo>
                      <a:pt x="46" y="224"/>
                      <a:pt x="33" y="225"/>
                      <a:pt x="23" y="223"/>
                    </a:cubicBezTo>
                    <a:cubicBezTo>
                      <a:pt x="28" y="203"/>
                      <a:pt x="25" y="185"/>
                      <a:pt x="13" y="169"/>
                    </a:cubicBezTo>
                    <a:cubicBezTo>
                      <a:pt x="5" y="164"/>
                      <a:pt x="0" y="156"/>
                      <a:pt x="5" y="141"/>
                    </a:cubicBezTo>
                    <a:cubicBezTo>
                      <a:pt x="15" y="129"/>
                      <a:pt x="41" y="134"/>
                      <a:pt x="64" y="136"/>
                    </a:cubicBezTo>
                    <a:cubicBezTo>
                      <a:pt x="62" y="131"/>
                      <a:pt x="59" y="125"/>
                      <a:pt x="57" y="120"/>
                    </a:cubicBezTo>
                    <a:cubicBezTo>
                      <a:pt x="62" y="102"/>
                      <a:pt x="71" y="88"/>
                      <a:pt x="83" y="66"/>
                    </a:cubicBezTo>
                    <a:cubicBezTo>
                      <a:pt x="73" y="62"/>
                      <a:pt x="69" y="49"/>
                      <a:pt x="76" y="42"/>
                    </a:cubicBezTo>
                    <a:cubicBezTo>
                      <a:pt x="81" y="36"/>
                      <a:pt x="60" y="36"/>
                      <a:pt x="49" y="23"/>
                    </a:cubicBezTo>
                    <a:close/>
                    <a:moveTo>
                      <a:pt x="31" y="165"/>
                    </a:moveTo>
                    <a:cubicBezTo>
                      <a:pt x="34" y="187"/>
                      <a:pt x="54" y="198"/>
                      <a:pt x="89" y="198"/>
                    </a:cubicBezTo>
                    <a:cubicBezTo>
                      <a:pt x="100" y="189"/>
                      <a:pt x="102" y="177"/>
                      <a:pt x="97" y="162"/>
                    </a:cubicBezTo>
                    <a:cubicBezTo>
                      <a:pt x="75" y="158"/>
                      <a:pt x="59" y="162"/>
                      <a:pt x="31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iṡļïḑê"/>
              <p:cNvSpPr/>
              <p:nvPr/>
            </p:nvSpPr>
            <p:spPr bwMode="auto">
              <a:xfrm>
                <a:off x="6096000" y="2546350"/>
                <a:ext cx="900113" cy="1096963"/>
              </a:xfrm>
              <a:custGeom>
                <a:avLst/>
                <a:gdLst>
                  <a:gd name="T0" fmla="*/ 207 w 273"/>
                  <a:gd name="T1" fmla="*/ 11 h 332"/>
                  <a:gd name="T2" fmla="*/ 199 w 273"/>
                  <a:gd name="T3" fmla="*/ 76 h 332"/>
                  <a:gd name="T4" fmla="*/ 158 w 273"/>
                  <a:gd name="T5" fmla="*/ 75 h 332"/>
                  <a:gd name="T6" fmla="*/ 154 w 273"/>
                  <a:gd name="T7" fmla="*/ 101 h 332"/>
                  <a:gd name="T8" fmla="*/ 149 w 273"/>
                  <a:gd name="T9" fmla="*/ 140 h 332"/>
                  <a:gd name="T10" fmla="*/ 165 w 273"/>
                  <a:gd name="T11" fmla="*/ 145 h 332"/>
                  <a:gd name="T12" fmla="*/ 137 w 273"/>
                  <a:gd name="T13" fmla="*/ 186 h 332"/>
                  <a:gd name="T14" fmla="*/ 152 w 273"/>
                  <a:gd name="T15" fmla="*/ 199 h 332"/>
                  <a:gd name="T16" fmla="*/ 190 w 273"/>
                  <a:gd name="T17" fmla="*/ 197 h 332"/>
                  <a:gd name="T18" fmla="*/ 205 w 273"/>
                  <a:gd name="T19" fmla="*/ 332 h 332"/>
                  <a:gd name="T20" fmla="*/ 248 w 273"/>
                  <a:gd name="T21" fmla="*/ 161 h 332"/>
                  <a:gd name="T22" fmla="*/ 241 w 273"/>
                  <a:gd name="T23" fmla="*/ 111 h 332"/>
                  <a:gd name="T24" fmla="*/ 207 w 273"/>
                  <a:gd name="T25" fmla="*/ 11 h 332"/>
                  <a:gd name="T26" fmla="*/ 110 w 273"/>
                  <a:gd name="T27" fmla="*/ 15 h 332"/>
                  <a:gd name="T28" fmla="*/ 112 w 273"/>
                  <a:gd name="T29" fmla="*/ 47 h 332"/>
                  <a:gd name="T30" fmla="*/ 87 w 273"/>
                  <a:gd name="T31" fmla="*/ 97 h 332"/>
                  <a:gd name="T32" fmla="*/ 90 w 273"/>
                  <a:gd name="T33" fmla="*/ 121 h 332"/>
                  <a:gd name="T34" fmla="*/ 86 w 273"/>
                  <a:gd name="T35" fmla="*/ 152 h 332"/>
                  <a:gd name="T36" fmla="*/ 126 w 273"/>
                  <a:gd name="T37" fmla="*/ 117 h 332"/>
                  <a:gd name="T38" fmla="*/ 139 w 273"/>
                  <a:gd name="T39" fmla="*/ 106 h 332"/>
                  <a:gd name="T40" fmla="*/ 139 w 273"/>
                  <a:gd name="T41" fmla="*/ 122 h 332"/>
                  <a:gd name="T42" fmla="*/ 90 w 273"/>
                  <a:gd name="T43" fmla="*/ 193 h 332"/>
                  <a:gd name="T44" fmla="*/ 88 w 273"/>
                  <a:gd name="T45" fmla="*/ 274 h 332"/>
                  <a:gd name="T46" fmla="*/ 58 w 273"/>
                  <a:gd name="T47" fmla="*/ 246 h 332"/>
                  <a:gd name="T48" fmla="*/ 77 w 273"/>
                  <a:gd name="T49" fmla="*/ 247 h 332"/>
                  <a:gd name="T50" fmla="*/ 77 w 273"/>
                  <a:gd name="T51" fmla="*/ 213 h 332"/>
                  <a:gd name="T52" fmla="*/ 25 w 273"/>
                  <a:gd name="T53" fmla="*/ 239 h 332"/>
                  <a:gd name="T54" fmla="*/ 10 w 273"/>
                  <a:gd name="T55" fmla="*/ 217 h 332"/>
                  <a:gd name="T56" fmla="*/ 44 w 273"/>
                  <a:gd name="T57" fmla="*/ 150 h 332"/>
                  <a:gd name="T58" fmla="*/ 9 w 273"/>
                  <a:gd name="T59" fmla="*/ 164 h 332"/>
                  <a:gd name="T60" fmla="*/ 10 w 273"/>
                  <a:gd name="T61" fmla="*/ 142 h 332"/>
                  <a:gd name="T62" fmla="*/ 66 w 273"/>
                  <a:gd name="T63" fmla="*/ 102 h 332"/>
                  <a:gd name="T64" fmla="*/ 110 w 273"/>
                  <a:gd name="T65" fmla="*/ 15 h 332"/>
                  <a:gd name="T66" fmla="*/ 63 w 273"/>
                  <a:gd name="T67" fmla="*/ 173 h 332"/>
                  <a:gd name="T68" fmla="*/ 53 w 273"/>
                  <a:gd name="T69" fmla="*/ 180 h 332"/>
                  <a:gd name="T70" fmla="*/ 63 w 273"/>
                  <a:gd name="T71" fmla="*/ 187 h 332"/>
                  <a:gd name="T72" fmla="*/ 72 w 273"/>
                  <a:gd name="T73" fmla="*/ 180 h 332"/>
                  <a:gd name="T74" fmla="*/ 63 w 273"/>
                  <a:gd name="T75" fmla="*/ 173 h 332"/>
                  <a:gd name="T76" fmla="*/ 170 w 273"/>
                  <a:gd name="T77" fmla="*/ 119 h 332"/>
                  <a:gd name="T78" fmla="*/ 187 w 273"/>
                  <a:gd name="T79" fmla="*/ 106 h 332"/>
                  <a:gd name="T80" fmla="*/ 198 w 273"/>
                  <a:gd name="T81" fmla="*/ 125 h 332"/>
                  <a:gd name="T82" fmla="*/ 170 w 273"/>
                  <a:gd name="T83" fmla="*/ 119 h 332"/>
                  <a:gd name="T84" fmla="*/ 170 w 273"/>
                  <a:gd name="T85" fmla="*/ 170 h 332"/>
                  <a:gd name="T86" fmla="*/ 186 w 273"/>
                  <a:gd name="T87" fmla="*/ 150 h 332"/>
                  <a:gd name="T88" fmla="*/ 195 w 273"/>
                  <a:gd name="T89" fmla="*/ 163 h 332"/>
                  <a:gd name="T90" fmla="*/ 170 w 273"/>
                  <a:gd name="T91" fmla="*/ 17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332">
                    <a:moveTo>
                      <a:pt x="207" y="11"/>
                    </a:moveTo>
                    <a:cubicBezTo>
                      <a:pt x="207" y="31"/>
                      <a:pt x="202" y="56"/>
                      <a:pt x="199" y="76"/>
                    </a:cubicBezTo>
                    <a:cubicBezTo>
                      <a:pt x="185" y="78"/>
                      <a:pt x="173" y="73"/>
                      <a:pt x="158" y="75"/>
                    </a:cubicBezTo>
                    <a:cubicBezTo>
                      <a:pt x="153" y="85"/>
                      <a:pt x="154" y="91"/>
                      <a:pt x="154" y="101"/>
                    </a:cubicBezTo>
                    <a:cubicBezTo>
                      <a:pt x="153" y="114"/>
                      <a:pt x="141" y="129"/>
                      <a:pt x="149" y="140"/>
                    </a:cubicBezTo>
                    <a:cubicBezTo>
                      <a:pt x="153" y="143"/>
                      <a:pt x="161" y="143"/>
                      <a:pt x="165" y="145"/>
                    </a:cubicBezTo>
                    <a:cubicBezTo>
                      <a:pt x="146" y="163"/>
                      <a:pt x="134" y="168"/>
                      <a:pt x="137" y="186"/>
                    </a:cubicBezTo>
                    <a:cubicBezTo>
                      <a:pt x="135" y="197"/>
                      <a:pt x="142" y="202"/>
                      <a:pt x="152" y="199"/>
                    </a:cubicBezTo>
                    <a:cubicBezTo>
                      <a:pt x="165" y="200"/>
                      <a:pt x="177" y="196"/>
                      <a:pt x="190" y="197"/>
                    </a:cubicBezTo>
                    <a:cubicBezTo>
                      <a:pt x="174" y="251"/>
                      <a:pt x="199" y="289"/>
                      <a:pt x="205" y="332"/>
                    </a:cubicBezTo>
                    <a:cubicBezTo>
                      <a:pt x="221" y="271"/>
                      <a:pt x="231" y="221"/>
                      <a:pt x="248" y="161"/>
                    </a:cubicBezTo>
                    <a:cubicBezTo>
                      <a:pt x="273" y="150"/>
                      <a:pt x="270" y="121"/>
                      <a:pt x="241" y="111"/>
                    </a:cubicBezTo>
                    <a:cubicBezTo>
                      <a:pt x="239" y="51"/>
                      <a:pt x="231" y="0"/>
                      <a:pt x="207" y="11"/>
                    </a:cubicBezTo>
                    <a:close/>
                    <a:moveTo>
                      <a:pt x="110" y="15"/>
                    </a:moveTo>
                    <a:cubicBezTo>
                      <a:pt x="138" y="4"/>
                      <a:pt x="128" y="24"/>
                      <a:pt x="112" y="47"/>
                    </a:cubicBezTo>
                    <a:cubicBezTo>
                      <a:pt x="99" y="61"/>
                      <a:pt x="88" y="77"/>
                      <a:pt x="87" y="97"/>
                    </a:cubicBezTo>
                    <a:cubicBezTo>
                      <a:pt x="87" y="105"/>
                      <a:pt x="90" y="113"/>
                      <a:pt x="90" y="121"/>
                    </a:cubicBezTo>
                    <a:cubicBezTo>
                      <a:pt x="90" y="131"/>
                      <a:pt x="86" y="141"/>
                      <a:pt x="86" y="152"/>
                    </a:cubicBezTo>
                    <a:cubicBezTo>
                      <a:pt x="87" y="169"/>
                      <a:pt x="122" y="134"/>
                      <a:pt x="126" y="117"/>
                    </a:cubicBezTo>
                    <a:cubicBezTo>
                      <a:pt x="128" y="111"/>
                      <a:pt x="134" y="110"/>
                      <a:pt x="139" y="106"/>
                    </a:cubicBezTo>
                    <a:cubicBezTo>
                      <a:pt x="136" y="113"/>
                      <a:pt x="143" y="115"/>
                      <a:pt x="139" y="122"/>
                    </a:cubicBezTo>
                    <a:cubicBezTo>
                      <a:pt x="127" y="144"/>
                      <a:pt x="103" y="173"/>
                      <a:pt x="90" y="193"/>
                    </a:cubicBezTo>
                    <a:cubicBezTo>
                      <a:pt x="91" y="224"/>
                      <a:pt x="96" y="252"/>
                      <a:pt x="88" y="274"/>
                    </a:cubicBezTo>
                    <a:cubicBezTo>
                      <a:pt x="73" y="279"/>
                      <a:pt x="52" y="263"/>
                      <a:pt x="58" y="246"/>
                    </a:cubicBezTo>
                    <a:cubicBezTo>
                      <a:pt x="64" y="249"/>
                      <a:pt x="69" y="256"/>
                      <a:pt x="77" y="247"/>
                    </a:cubicBezTo>
                    <a:cubicBezTo>
                      <a:pt x="77" y="236"/>
                      <a:pt x="77" y="224"/>
                      <a:pt x="77" y="213"/>
                    </a:cubicBezTo>
                    <a:cubicBezTo>
                      <a:pt x="60" y="222"/>
                      <a:pt x="43" y="230"/>
                      <a:pt x="25" y="239"/>
                    </a:cubicBezTo>
                    <a:cubicBezTo>
                      <a:pt x="17" y="242"/>
                      <a:pt x="6" y="240"/>
                      <a:pt x="10" y="217"/>
                    </a:cubicBezTo>
                    <a:cubicBezTo>
                      <a:pt x="27" y="195"/>
                      <a:pt x="42" y="174"/>
                      <a:pt x="44" y="150"/>
                    </a:cubicBezTo>
                    <a:cubicBezTo>
                      <a:pt x="32" y="154"/>
                      <a:pt x="21" y="159"/>
                      <a:pt x="9" y="164"/>
                    </a:cubicBezTo>
                    <a:cubicBezTo>
                      <a:pt x="0" y="168"/>
                      <a:pt x="3" y="153"/>
                      <a:pt x="10" y="142"/>
                    </a:cubicBezTo>
                    <a:cubicBezTo>
                      <a:pt x="23" y="120"/>
                      <a:pt x="64" y="106"/>
                      <a:pt x="66" y="102"/>
                    </a:cubicBezTo>
                    <a:cubicBezTo>
                      <a:pt x="75" y="62"/>
                      <a:pt x="87" y="30"/>
                      <a:pt x="110" y="15"/>
                    </a:cubicBezTo>
                    <a:close/>
                    <a:moveTo>
                      <a:pt x="63" y="173"/>
                    </a:moveTo>
                    <a:cubicBezTo>
                      <a:pt x="58" y="173"/>
                      <a:pt x="53" y="176"/>
                      <a:pt x="53" y="180"/>
                    </a:cubicBezTo>
                    <a:cubicBezTo>
                      <a:pt x="53" y="183"/>
                      <a:pt x="58" y="187"/>
                      <a:pt x="63" y="187"/>
                    </a:cubicBezTo>
                    <a:cubicBezTo>
                      <a:pt x="68" y="187"/>
                      <a:pt x="72" y="183"/>
                      <a:pt x="72" y="180"/>
                    </a:cubicBezTo>
                    <a:cubicBezTo>
                      <a:pt x="72" y="176"/>
                      <a:pt x="68" y="173"/>
                      <a:pt x="63" y="173"/>
                    </a:cubicBezTo>
                    <a:close/>
                    <a:moveTo>
                      <a:pt x="170" y="119"/>
                    </a:moveTo>
                    <a:cubicBezTo>
                      <a:pt x="168" y="108"/>
                      <a:pt x="174" y="105"/>
                      <a:pt x="187" y="106"/>
                    </a:cubicBezTo>
                    <a:cubicBezTo>
                      <a:pt x="197" y="112"/>
                      <a:pt x="200" y="116"/>
                      <a:pt x="198" y="125"/>
                    </a:cubicBezTo>
                    <a:cubicBezTo>
                      <a:pt x="186" y="127"/>
                      <a:pt x="176" y="125"/>
                      <a:pt x="170" y="119"/>
                    </a:cubicBezTo>
                    <a:close/>
                    <a:moveTo>
                      <a:pt x="170" y="170"/>
                    </a:moveTo>
                    <a:cubicBezTo>
                      <a:pt x="168" y="159"/>
                      <a:pt x="173" y="150"/>
                      <a:pt x="186" y="150"/>
                    </a:cubicBezTo>
                    <a:cubicBezTo>
                      <a:pt x="186" y="151"/>
                      <a:pt x="195" y="149"/>
                      <a:pt x="195" y="163"/>
                    </a:cubicBezTo>
                    <a:cubicBezTo>
                      <a:pt x="182" y="165"/>
                      <a:pt x="176" y="176"/>
                      <a:pt x="170" y="1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ṩ1ïďè"/>
              <p:cNvSpPr/>
              <p:nvPr/>
            </p:nvSpPr>
            <p:spPr bwMode="auto">
              <a:xfrm>
                <a:off x="7177088" y="2579688"/>
                <a:ext cx="1055688" cy="842963"/>
              </a:xfrm>
              <a:custGeom>
                <a:avLst/>
                <a:gdLst>
                  <a:gd name="T0" fmla="*/ 79 w 320"/>
                  <a:gd name="T1" fmla="*/ 32 h 255"/>
                  <a:gd name="T2" fmla="*/ 61 w 320"/>
                  <a:gd name="T3" fmla="*/ 83 h 255"/>
                  <a:gd name="T4" fmla="*/ 27 w 320"/>
                  <a:gd name="T5" fmla="*/ 92 h 255"/>
                  <a:gd name="T6" fmla="*/ 54 w 320"/>
                  <a:gd name="T7" fmla="*/ 120 h 255"/>
                  <a:gd name="T8" fmla="*/ 45 w 320"/>
                  <a:gd name="T9" fmla="*/ 175 h 255"/>
                  <a:gd name="T10" fmla="*/ 38 w 320"/>
                  <a:gd name="T11" fmla="*/ 183 h 255"/>
                  <a:gd name="T12" fmla="*/ 0 w 320"/>
                  <a:gd name="T13" fmla="*/ 200 h 255"/>
                  <a:gd name="T14" fmla="*/ 28 w 320"/>
                  <a:gd name="T15" fmla="*/ 235 h 255"/>
                  <a:gd name="T16" fmla="*/ 48 w 320"/>
                  <a:gd name="T17" fmla="*/ 214 h 255"/>
                  <a:gd name="T18" fmla="*/ 61 w 320"/>
                  <a:gd name="T19" fmla="*/ 234 h 255"/>
                  <a:gd name="T20" fmla="*/ 81 w 320"/>
                  <a:gd name="T21" fmla="*/ 217 h 255"/>
                  <a:gd name="T22" fmla="*/ 74 w 320"/>
                  <a:gd name="T23" fmla="*/ 175 h 255"/>
                  <a:gd name="T24" fmla="*/ 122 w 320"/>
                  <a:gd name="T25" fmla="*/ 105 h 255"/>
                  <a:gd name="T26" fmla="*/ 155 w 320"/>
                  <a:gd name="T27" fmla="*/ 122 h 255"/>
                  <a:gd name="T28" fmla="*/ 136 w 320"/>
                  <a:gd name="T29" fmla="*/ 141 h 255"/>
                  <a:gd name="T30" fmla="*/ 114 w 320"/>
                  <a:gd name="T31" fmla="*/ 144 h 255"/>
                  <a:gd name="T32" fmla="*/ 113 w 320"/>
                  <a:gd name="T33" fmla="*/ 173 h 255"/>
                  <a:gd name="T34" fmla="*/ 167 w 320"/>
                  <a:gd name="T35" fmla="*/ 203 h 255"/>
                  <a:gd name="T36" fmla="*/ 120 w 320"/>
                  <a:gd name="T37" fmla="*/ 207 h 255"/>
                  <a:gd name="T38" fmla="*/ 104 w 320"/>
                  <a:gd name="T39" fmla="*/ 173 h 255"/>
                  <a:gd name="T40" fmla="*/ 93 w 320"/>
                  <a:gd name="T41" fmla="*/ 229 h 255"/>
                  <a:gd name="T42" fmla="*/ 192 w 320"/>
                  <a:gd name="T43" fmla="*/ 220 h 255"/>
                  <a:gd name="T44" fmla="*/ 218 w 320"/>
                  <a:gd name="T45" fmla="*/ 249 h 255"/>
                  <a:gd name="T46" fmla="*/ 320 w 320"/>
                  <a:gd name="T47" fmla="*/ 238 h 255"/>
                  <a:gd name="T48" fmla="*/ 312 w 320"/>
                  <a:gd name="T49" fmla="*/ 231 h 255"/>
                  <a:gd name="T50" fmla="*/ 255 w 320"/>
                  <a:gd name="T51" fmla="*/ 216 h 255"/>
                  <a:gd name="T52" fmla="*/ 214 w 320"/>
                  <a:gd name="T53" fmla="*/ 192 h 255"/>
                  <a:gd name="T54" fmla="*/ 223 w 320"/>
                  <a:gd name="T55" fmla="*/ 107 h 255"/>
                  <a:gd name="T56" fmla="*/ 189 w 320"/>
                  <a:gd name="T57" fmla="*/ 119 h 255"/>
                  <a:gd name="T58" fmla="*/ 215 w 320"/>
                  <a:gd name="T59" fmla="*/ 94 h 255"/>
                  <a:gd name="T60" fmla="*/ 241 w 320"/>
                  <a:gd name="T61" fmla="*/ 72 h 255"/>
                  <a:gd name="T62" fmla="*/ 240 w 320"/>
                  <a:gd name="T63" fmla="*/ 34 h 255"/>
                  <a:gd name="T64" fmla="*/ 194 w 320"/>
                  <a:gd name="T65" fmla="*/ 65 h 255"/>
                  <a:gd name="T66" fmla="*/ 174 w 320"/>
                  <a:gd name="T67" fmla="*/ 0 h 255"/>
                  <a:gd name="T68" fmla="*/ 163 w 320"/>
                  <a:gd name="T69" fmla="*/ 72 h 255"/>
                  <a:gd name="T70" fmla="*/ 115 w 320"/>
                  <a:gd name="T71" fmla="*/ 96 h 255"/>
                  <a:gd name="T72" fmla="*/ 81 w 320"/>
                  <a:gd name="T73" fmla="*/ 133 h 255"/>
                  <a:gd name="T74" fmla="*/ 91 w 320"/>
                  <a:gd name="T75" fmla="*/ 94 h 255"/>
                  <a:gd name="T76" fmla="*/ 79 w 320"/>
                  <a:gd name="T77" fmla="*/ 32 h 255"/>
                  <a:gd name="T78" fmla="*/ 169 w 320"/>
                  <a:gd name="T79" fmla="*/ 162 h 255"/>
                  <a:gd name="T80" fmla="*/ 200 w 320"/>
                  <a:gd name="T81" fmla="*/ 138 h 255"/>
                  <a:gd name="T82" fmla="*/ 189 w 320"/>
                  <a:gd name="T83" fmla="*/ 181 h 255"/>
                  <a:gd name="T84" fmla="*/ 169 w 320"/>
                  <a:gd name="T85" fmla="*/ 162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0" h="255">
                    <a:moveTo>
                      <a:pt x="79" y="32"/>
                    </a:moveTo>
                    <a:cubicBezTo>
                      <a:pt x="72" y="48"/>
                      <a:pt x="66" y="65"/>
                      <a:pt x="61" y="83"/>
                    </a:cubicBezTo>
                    <a:cubicBezTo>
                      <a:pt x="62" y="100"/>
                      <a:pt x="46" y="97"/>
                      <a:pt x="27" y="92"/>
                    </a:cubicBezTo>
                    <a:cubicBezTo>
                      <a:pt x="27" y="105"/>
                      <a:pt x="36" y="113"/>
                      <a:pt x="54" y="120"/>
                    </a:cubicBezTo>
                    <a:cubicBezTo>
                      <a:pt x="52" y="141"/>
                      <a:pt x="50" y="163"/>
                      <a:pt x="45" y="175"/>
                    </a:cubicBezTo>
                    <a:cubicBezTo>
                      <a:pt x="43" y="179"/>
                      <a:pt x="40" y="182"/>
                      <a:pt x="38" y="183"/>
                    </a:cubicBezTo>
                    <a:cubicBezTo>
                      <a:pt x="23" y="194"/>
                      <a:pt x="14" y="197"/>
                      <a:pt x="0" y="200"/>
                    </a:cubicBezTo>
                    <a:cubicBezTo>
                      <a:pt x="12" y="227"/>
                      <a:pt x="8" y="235"/>
                      <a:pt x="28" y="235"/>
                    </a:cubicBezTo>
                    <a:cubicBezTo>
                      <a:pt x="32" y="228"/>
                      <a:pt x="44" y="222"/>
                      <a:pt x="48" y="214"/>
                    </a:cubicBezTo>
                    <a:cubicBezTo>
                      <a:pt x="50" y="223"/>
                      <a:pt x="59" y="226"/>
                      <a:pt x="61" y="234"/>
                    </a:cubicBezTo>
                    <a:cubicBezTo>
                      <a:pt x="70" y="231"/>
                      <a:pt x="78" y="231"/>
                      <a:pt x="81" y="217"/>
                    </a:cubicBezTo>
                    <a:cubicBezTo>
                      <a:pt x="78" y="203"/>
                      <a:pt x="76" y="189"/>
                      <a:pt x="74" y="175"/>
                    </a:cubicBezTo>
                    <a:cubicBezTo>
                      <a:pt x="92" y="162"/>
                      <a:pt x="109" y="137"/>
                      <a:pt x="122" y="105"/>
                    </a:cubicBezTo>
                    <a:cubicBezTo>
                      <a:pt x="130" y="111"/>
                      <a:pt x="140" y="120"/>
                      <a:pt x="155" y="122"/>
                    </a:cubicBezTo>
                    <a:cubicBezTo>
                      <a:pt x="148" y="128"/>
                      <a:pt x="143" y="136"/>
                      <a:pt x="136" y="141"/>
                    </a:cubicBezTo>
                    <a:cubicBezTo>
                      <a:pt x="127" y="143"/>
                      <a:pt x="123" y="143"/>
                      <a:pt x="114" y="144"/>
                    </a:cubicBezTo>
                    <a:cubicBezTo>
                      <a:pt x="116" y="154"/>
                      <a:pt x="111" y="163"/>
                      <a:pt x="113" y="173"/>
                    </a:cubicBezTo>
                    <a:cubicBezTo>
                      <a:pt x="131" y="183"/>
                      <a:pt x="149" y="193"/>
                      <a:pt x="167" y="203"/>
                    </a:cubicBezTo>
                    <a:cubicBezTo>
                      <a:pt x="150" y="209"/>
                      <a:pt x="131" y="214"/>
                      <a:pt x="120" y="207"/>
                    </a:cubicBezTo>
                    <a:cubicBezTo>
                      <a:pt x="110" y="202"/>
                      <a:pt x="107" y="188"/>
                      <a:pt x="104" y="173"/>
                    </a:cubicBezTo>
                    <a:cubicBezTo>
                      <a:pt x="94" y="182"/>
                      <a:pt x="91" y="212"/>
                      <a:pt x="93" y="229"/>
                    </a:cubicBezTo>
                    <a:cubicBezTo>
                      <a:pt x="126" y="236"/>
                      <a:pt x="160" y="233"/>
                      <a:pt x="192" y="220"/>
                    </a:cubicBezTo>
                    <a:cubicBezTo>
                      <a:pt x="206" y="224"/>
                      <a:pt x="204" y="246"/>
                      <a:pt x="218" y="249"/>
                    </a:cubicBezTo>
                    <a:cubicBezTo>
                      <a:pt x="244" y="255"/>
                      <a:pt x="294" y="232"/>
                      <a:pt x="320" y="238"/>
                    </a:cubicBezTo>
                    <a:cubicBezTo>
                      <a:pt x="316" y="235"/>
                      <a:pt x="317" y="232"/>
                      <a:pt x="312" y="231"/>
                    </a:cubicBezTo>
                    <a:cubicBezTo>
                      <a:pt x="295" y="227"/>
                      <a:pt x="273" y="224"/>
                      <a:pt x="255" y="216"/>
                    </a:cubicBezTo>
                    <a:cubicBezTo>
                      <a:pt x="235" y="207"/>
                      <a:pt x="226" y="200"/>
                      <a:pt x="214" y="192"/>
                    </a:cubicBezTo>
                    <a:cubicBezTo>
                      <a:pt x="232" y="163"/>
                      <a:pt x="241" y="118"/>
                      <a:pt x="223" y="107"/>
                    </a:cubicBezTo>
                    <a:cubicBezTo>
                      <a:pt x="216" y="103"/>
                      <a:pt x="204" y="115"/>
                      <a:pt x="189" y="119"/>
                    </a:cubicBezTo>
                    <a:cubicBezTo>
                      <a:pt x="190" y="108"/>
                      <a:pt x="194" y="94"/>
                      <a:pt x="215" y="94"/>
                    </a:cubicBezTo>
                    <a:cubicBezTo>
                      <a:pt x="226" y="93"/>
                      <a:pt x="232" y="79"/>
                      <a:pt x="241" y="72"/>
                    </a:cubicBezTo>
                    <a:cubicBezTo>
                      <a:pt x="243" y="59"/>
                      <a:pt x="244" y="44"/>
                      <a:pt x="240" y="34"/>
                    </a:cubicBezTo>
                    <a:cubicBezTo>
                      <a:pt x="221" y="51"/>
                      <a:pt x="210" y="62"/>
                      <a:pt x="194" y="65"/>
                    </a:cubicBezTo>
                    <a:cubicBezTo>
                      <a:pt x="200" y="38"/>
                      <a:pt x="194" y="16"/>
                      <a:pt x="174" y="0"/>
                    </a:cubicBezTo>
                    <a:cubicBezTo>
                      <a:pt x="164" y="30"/>
                      <a:pt x="159" y="56"/>
                      <a:pt x="163" y="72"/>
                    </a:cubicBezTo>
                    <a:cubicBezTo>
                      <a:pt x="147" y="95"/>
                      <a:pt x="131" y="83"/>
                      <a:pt x="115" y="96"/>
                    </a:cubicBezTo>
                    <a:cubicBezTo>
                      <a:pt x="106" y="104"/>
                      <a:pt x="97" y="117"/>
                      <a:pt x="81" y="133"/>
                    </a:cubicBezTo>
                    <a:cubicBezTo>
                      <a:pt x="68" y="123"/>
                      <a:pt x="71" y="113"/>
                      <a:pt x="91" y="94"/>
                    </a:cubicBezTo>
                    <a:cubicBezTo>
                      <a:pt x="109" y="75"/>
                      <a:pt x="103" y="30"/>
                      <a:pt x="79" y="32"/>
                    </a:cubicBezTo>
                    <a:close/>
                    <a:moveTo>
                      <a:pt x="169" y="162"/>
                    </a:moveTo>
                    <a:cubicBezTo>
                      <a:pt x="176" y="154"/>
                      <a:pt x="187" y="146"/>
                      <a:pt x="200" y="138"/>
                    </a:cubicBezTo>
                    <a:cubicBezTo>
                      <a:pt x="206" y="153"/>
                      <a:pt x="193" y="161"/>
                      <a:pt x="189" y="181"/>
                    </a:cubicBezTo>
                    <a:cubicBezTo>
                      <a:pt x="172" y="175"/>
                      <a:pt x="164" y="171"/>
                      <a:pt x="169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4" name="iṧlide"/>
            <p:cNvGrpSpPr/>
            <p:nvPr userDrawn="1"/>
          </p:nvGrpSpPr>
          <p:grpSpPr>
            <a:xfrm>
              <a:off x="1681928" y="1301968"/>
              <a:ext cx="1596160" cy="99656"/>
              <a:chOff x="4195410" y="3864490"/>
              <a:chExt cx="5963974" cy="372361"/>
            </a:xfrm>
            <a:solidFill>
              <a:srgbClr val="001736"/>
            </a:solidFill>
          </p:grpSpPr>
          <p:sp>
            <p:nvSpPr>
              <p:cNvPr id="15" name="îSľíďé"/>
              <p:cNvSpPr/>
              <p:nvPr/>
            </p:nvSpPr>
            <p:spPr bwMode="auto">
              <a:xfrm>
                <a:off x="4195410" y="3864490"/>
                <a:ext cx="4781729" cy="372361"/>
              </a:xfrm>
              <a:custGeom>
                <a:avLst/>
                <a:gdLst>
                  <a:gd name="T0" fmla="*/ 7 w 1484"/>
                  <a:gd name="T1" fmla="*/ 52 h 115"/>
                  <a:gd name="T2" fmla="*/ 74 w 1484"/>
                  <a:gd name="T3" fmla="*/ 26 h 115"/>
                  <a:gd name="T4" fmla="*/ 58 w 1484"/>
                  <a:gd name="T5" fmla="*/ 89 h 115"/>
                  <a:gd name="T6" fmla="*/ 121 w 1484"/>
                  <a:gd name="T7" fmla="*/ 89 h 115"/>
                  <a:gd name="T8" fmla="*/ 174 w 1484"/>
                  <a:gd name="T9" fmla="*/ 85 h 115"/>
                  <a:gd name="T10" fmla="*/ 170 w 1484"/>
                  <a:gd name="T11" fmla="*/ 78 h 115"/>
                  <a:gd name="T12" fmla="*/ 200 w 1484"/>
                  <a:gd name="T13" fmla="*/ 26 h 115"/>
                  <a:gd name="T14" fmla="*/ 223 w 1484"/>
                  <a:gd name="T15" fmla="*/ 78 h 115"/>
                  <a:gd name="T16" fmla="*/ 228 w 1484"/>
                  <a:gd name="T17" fmla="*/ 24 h 115"/>
                  <a:gd name="T18" fmla="*/ 238 w 1484"/>
                  <a:gd name="T19" fmla="*/ 55 h 115"/>
                  <a:gd name="T20" fmla="*/ 254 w 1484"/>
                  <a:gd name="T21" fmla="*/ 14 h 115"/>
                  <a:gd name="T22" fmla="*/ 274 w 1484"/>
                  <a:gd name="T23" fmla="*/ 34 h 115"/>
                  <a:gd name="T24" fmla="*/ 281 w 1484"/>
                  <a:gd name="T25" fmla="*/ 79 h 115"/>
                  <a:gd name="T26" fmla="*/ 306 w 1484"/>
                  <a:gd name="T27" fmla="*/ 62 h 115"/>
                  <a:gd name="T28" fmla="*/ 362 w 1484"/>
                  <a:gd name="T29" fmla="*/ 24 h 115"/>
                  <a:gd name="T30" fmla="*/ 372 w 1484"/>
                  <a:gd name="T31" fmla="*/ 57 h 115"/>
                  <a:gd name="T32" fmla="*/ 394 w 1484"/>
                  <a:gd name="T33" fmla="*/ 2 h 115"/>
                  <a:gd name="T34" fmla="*/ 391 w 1484"/>
                  <a:gd name="T35" fmla="*/ 89 h 115"/>
                  <a:gd name="T36" fmla="*/ 464 w 1484"/>
                  <a:gd name="T37" fmla="*/ 89 h 115"/>
                  <a:gd name="T38" fmla="*/ 492 w 1484"/>
                  <a:gd name="T39" fmla="*/ 58 h 115"/>
                  <a:gd name="T40" fmla="*/ 518 w 1484"/>
                  <a:gd name="T41" fmla="*/ 51 h 115"/>
                  <a:gd name="T42" fmla="*/ 541 w 1484"/>
                  <a:gd name="T43" fmla="*/ 28 h 115"/>
                  <a:gd name="T44" fmla="*/ 558 w 1484"/>
                  <a:gd name="T45" fmla="*/ 66 h 115"/>
                  <a:gd name="T46" fmla="*/ 580 w 1484"/>
                  <a:gd name="T47" fmla="*/ 3 h 115"/>
                  <a:gd name="T48" fmla="*/ 601 w 1484"/>
                  <a:gd name="T49" fmla="*/ 25 h 115"/>
                  <a:gd name="T50" fmla="*/ 619 w 1484"/>
                  <a:gd name="T51" fmla="*/ 57 h 115"/>
                  <a:gd name="T52" fmla="*/ 636 w 1484"/>
                  <a:gd name="T53" fmla="*/ 81 h 115"/>
                  <a:gd name="T54" fmla="*/ 685 w 1484"/>
                  <a:gd name="T55" fmla="*/ 26 h 115"/>
                  <a:gd name="T56" fmla="*/ 669 w 1484"/>
                  <a:gd name="T57" fmla="*/ 89 h 115"/>
                  <a:gd name="T58" fmla="*/ 746 w 1484"/>
                  <a:gd name="T59" fmla="*/ 66 h 115"/>
                  <a:gd name="T60" fmla="*/ 742 w 1484"/>
                  <a:gd name="T61" fmla="*/ 36 h 115"/>
                  <a:gd name="T62" fmla="*/ 794 w 1484"/>
                  <a:gd name="T63" fmla="*/ 80 h 115"/>
                  <a:gd name="T64" fmla="*/ 793 w 1484"/>
                  <a:gd name="T65" fmla="*/ 0 h 115"/>
                  <a:gd name="T66" fmla="*/ 810 w 1484"/>
                  <a:gd name="T67" fmla="*/ 52 h 115"/>
                  <a:gd name="T68" fmla="*/ 827 w 1484"/>
                  <a:gd name="T69" fmla="*/ 82 h 115"/>
                  <a:gd name="T70" fmla="*/ 831 w 1484"/>
                  <a:gd name="T71" fmla="*/ 76 h 115"/>
                  <a:gd name="T72" fmla="*/ 868 w 1484"/>
                  <a:gd name="T73" fmla="*/ 89 h 115"/>
                  <a:gd name="T74" fmla="*/ 911 w 1484"/>
                  <a:gd name="T75" fmla="*/ 60 h 115"/>
                  <a:gd name="T76" fmla="*/ 922 w 1484"/>
                  <a:gd name="T77" fmla="*/ 89 h 115"/>
                  <a:gd name="T78" fmla="*/ 944 w 1484"/>
                  <a:gd name="T79" fmla="*/ 40 h 115"/>
                  <a:gd name="T80" fmla="*/ 961 w 1484"/>
                  <a:gd name="T81" fmla="*/ 57 h 115"/>
                  <a:gd name="T82" fmla="*/ 977 w 1484"/>
                  <a:gd name="T83" fmla="*/ 81 h 115"/>
                  <a:gd name="T84" fmla="*/ 1031 w 1484"/>
                  <a:gd name="T85" fmla="*/ 57 h 115"/>
                  <a:gd name="T86" fmla="*/ 1005 w 1484"/>
                  <a:gd name="T87" fmla="*/ 51 h 115"/>
                  <a:gd name="T88" fmla="*/ 1077 w 1484"/>
                  <a:gd name="T89" fmla="*/ 36 h 115"/>
                  <a:gd name="T90" fmla="*/ 1085 w 1484"/>
                  <a:gd name="T91" fmla="*/ 62 h 115"/>
                  <a:gd name="T92" fmla="*/ 1074 w 1484"/>
                  <a:gd name="T93" fmla="*/ 79 h 115"/>
                  <a:gd name="T94" fmla="*/ 1126 w 1484"/>
                  <a:gd name="T95" fmla="*/ 50 h 115"/>
                  <a:gd name="T96" fmla="*/ 1162 w 1484"/>
                  <a:gd name="T97" fmla="*/ 81 h 115"/>
                  <a:gd name="T98" fmla="*/ 1167 w 1484"/>
                  <a:gd name="T99" fmla="*/ 89 h 115"/>
                  <a:gd name="T100" fmla="*/ 1207 w 1484"/>
                  <a:gd name="T101" fmla="*/ 11 h 115"/>
                  <a:gd name="T102" fmla="*/ 1234 w 1484"/>
                  <a:gd name="T103" fmla="*/ 82 h 115"/>
                  <a:gd name="T104" fmla="*/ 1236 w 1484"/>
                  <a:gd name="T105" fmla="*/ 51 h 115"/>
                  <a:gd name="T106" fmla="*/ 1273 w 1484"/>
                  <a:gd name="T107" fmla="*/ 39 h 115"/>
                  <a:gd name="T108" fmla="*/ 1293 w 1484"/>
                  <a:gd name="T109" fmla="*/ 78 h 115"/>
                  <a:gd name="T110" fmla="*/ 1333 w 1484"/>
                  <a:gd name="T111" fmla="*/ 49 h 115"/>
                  <a:gd name="T112" fmla="*/ 1368 w 1484"/>
                  <a:gd name="T113" fmla="*/ 24 h 115"/>
                  <a:gd name="T114" fmla="*/ 1358 w 1484"/>
                  <a:gd name="T115" fmla="*/ 54 h 115"/>
                  <a:gd name="T116" fmla="*/ 1391 w 1484"/>
                  <a:gd name="T117" fmla="*/ 57 h 115"/>
                  <a:gd name="T118" fmla="*/ 1440 w 1484"/>
                  <a:gd name="T119" fmla="*/ 1 h 115"/>
                  <a:gd name="T120" fmla="*/ 1451 w 1484"/>
                  <a:gd name="T121" fmla="*/ 5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84" h="115">
                    <a:moveTo>
                      <a:pt x="32" y="1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61"/>
                      <a:pt x="38" y="68"/>
                      <a:pt x="36" y="73"/>
                    </a:cubicBezTo>
                    <a:cubicBezTo>
                      <a:pt x="35" y="78"/>
                      <a:pt x="33" y="82"/>
                      <a:pt x="31" y="86"/>
                    </a:cubicBezTo>
                    <a:cubicBezTo>
                      <a:pt x="28" y="89"/>
                      <a:pt x="24" y="90"/>
                      <a:pt x="19" y="90"/>
                    </a:cubicBezTo>
                    <a:cubicBezTo>
                      <a:pt x="15" y="90"/>
                      <a:pt x="11" y="89"/>
                      <a:pt x="8" y="86"/>
                    </a:cubicBezTo>
                    <a:cubicBezTo>
                      <a:pt x="5" y="83"/>
                      <a:pt x="3" y="79"/>
                      <a:pt x="2" y="74"/>
                    </a:cubicBezTo>
                    <a:cubicBezTo>
                      <a:pt x="1" y="68"/>
                      <a:pt x="0" y="61"/>
                      <a:pt x="0" y="5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7" y="59"/>
                      <a:pt x="7" y="65"/>
                      <a:pt x="8" y="69"/>
                    </a:cubicBezTo>
                    <a:cubicBezTo>
                      <a:pt x="8" y="72"/>
                      <a:pt x="10" y="75"/>
                      <a:pt x="12" y="77"/>
                    </a:cubicBezTo>
                    <a:cubicBezTo>
                      <a:pt x="14" y="79"/>
                      <a:pt x="16" y="80"/>
                      <a:pt x="19" y="80"/>
                    </a:cubicBezTo>
                    <a:cubicBezTo>
                      <a:pt x="23" y="80"/>
                      <a:pt x="27" y="78"/>
                      <a:pt x="29" y="74"/>
                    </a:cubicBezTo>
                    <a:cubicBezTo>
                      <a:pt x="31" y="70"/>
                      <a:pt x="32" y="63"/>
                      <a:pt x="32" y="52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  <a:moveTo>
                      <a:pt x="52" y="89"/>
                    </a:moveTo>
                    <a:cubicBezTo>
                      <a:pt x="52" y="25"/>
                      <a:pt x="52" y="25"/>
                      <a:pt x="52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0" y="27"/>
                      <a:pt x="63" y="24"/>
                      <a:pt x="68" y="24"/>
                    </a:cubicBezTo>
                    <a:cubicBezTo>
                      <a:pt x="70" y="24"/>
                      <a:pt x="72" y="25"/>
                      <a:pt x="74" y="26"/>
                    </a:cubicBezTo>
                    <a:cubicBezTo>
                      <a:pt x="76" y="27"/>
                      <a:pt x="77" y="29"/>
                      <a:pt x="78" y="31"/>
                    </a:cubicBezTo>
                    <a:cubicBezTo>
                      <a:pt x="79" y="34"/>
                      <a:pt x="79" y="36"/>
                      <a:pt x="80" y="39"/>
                    </a:cubicBezTo>
                    <a:cubicBezTo>
                      <a:pt x="80" y="41"/>
                      <a:pt x="80" y="45"/>
                      <a:pt x="80" y="50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46"/>
                      <a:pt x="74" y="43"/>
                      <a:pt x="74" y="40"/>
                    </a:cubicBezTo>
                    <a:cubicBezTo>
                      <a:pt x="73" y="38"/>
                      <a:pt x="72" y="36"/>
                      <a:pt x="71" y="35"/>
                    </a:cubicBezTo>
                    <a:cubicBezTo>
                      <a:pt x="70" y="34"/>
                      <a:pt x="69" y="33"/>
                      <a:pt x="67" y="33"/>
                    </a:cubicBezTo>
                    <a:cubicBezTo>
                      <a:pt x="64" y="33"/>
                      <a:pt x="62" y="35"/>
                      <a:pt x="60" y="38"/>
                    </a:cubicBezTo>
                    <a:cubicBezTo>
                      <a:pt x="59" y="40"/>
                      <a:pt x="58" y="46"/>
                      <a:pt x="58" y="54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2" y="89"/>
                      <a:pt x="52" y="89"/>
                      <a:pt x="52" y="89"/>
                    </a:cubicBezTo>
                    <a:close/>
                    <a:moveTo>
                      <a:pt x="93" y="14"/>
                    </a:moveTo>
                    <a:cubicBezTo>
                      <a:pt x="93" y="1"/>
                      <a:pt x="93" y="1"/>
                      <a:pt x="93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4"/>
                      <a:pt x="99" y="14"/>
                      <a:pt x="99" y="14"/>
                    </a:cubicBezTo>
                    <a:cubicBezTo>
                      <a:pt x="93" y="14"/>
                      <a:pt x="93" y="14"/>
                      <a:pt x="93" y="14"/>
                    </a:cubicBezTo>
                    <a:close/>
                    <a:moveTo>
                      <a:pt x="93" y="89"/>
                    </a:moveTo>
                    <a:cubicBezTo>
                      <a:pt x="93" y="25"/>
                      <a:pt x="93" y="25"/>
                      <a:pt x="93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93" y="89"/>
                      <a:pt x="93" y="89"/>
                      <a:pt x="93" y="89"/>
                    </a:cubicBezTo>
                    <a:close/>
                    <a:moveTo>
                      <a:pt x="121" y="89"/>
                    </a:moveTo>
                    <a:cubicBezTo>
                      <a:pt x="108" y="25"/>
                      <a:pt x="108" y="25"/>
                      <a:pt x="108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22" y="63"/>
                      <a:pt x="122" y="63"/>
                      <a:pt x="122" y="63"/>
                    </a:cubicBezTo>
                    <a:cubicBezTo>
                      <a:pt x="123" y="68"/>
                      <a:pt x="123" y="72"/>
                      <a:pt x="124" y="76"/>
                    </a:cubicBezTo>
                    <a:cubicBezTo>
                      <a:pt x="125" y="73"/>
                      <a:pt x="125" y="69"/>
                      <a:pt x="126" y="6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40" y="25"/>
                      <a:pt x="140" y="25"/>
                      <a:pt x="140" y="25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1" y="89"/>
                      <a:pt x="121" y="89"/>
                      <a:pt x="121" y="89"/>
                    </a:cubicBezTo>
                    <a:close/>
                    <a:moveTo>
                      <a:pt x="173" y="68"/>
                    </a:moveTo>
                    <a:cubicBezTo>
                      <a:pt x="179" y="70"/>
                      <a:pt x="179" y="70"/>
                      <a:pt x="179" y="70"/>
                    </a:cubicBezTo>
                    <a:cubicBezTo>
                      <a:pt x="178" y="76"/>
                      <a:pt x="177" y="81"/>
                      <a:pt x="174" y="85"/>
                    </a:cubicBezTo>
                    <a:cubicBezTo>
                      <a:pt x="171" y="89"/>
                      <a:pt x="168" y="90"/>
                      <a:pt x="164" y="90"/>
                    </a:cubicBezTo>
                    <a:cubicBezTo>
                      <a:pt x="159" y="90"/>
                      <a:pt x="155" y="87"/>
                      <a:pt x="152" y="82"/>
                    </a:cubicBezTo>
                    <a:cubicBezTo>
                      <a:pt x="149" y="76"/>
                      <a:pt x="147" y="68"/>
                      <a:pt x="147" y="58"/>
                    </a:cubicBezTo>
                    <a:cubicBezTo>
                      <a:pt x="147" y="47"/>
                      <a:pt x="149" y="39"/>
                      <a:pt x="152" y="33"/>
                    </a:cubicBezTo>
                    <a:cubicBezTo>
                      <a:pt x="155" y="27"/>
                      <a:pt x="159" y="24"/>
                      <a:pt x="164" y="24"/>
                    </a:cubicBezTo>
                    <a:cubicBezTo>
                      <a:pt x="168" y="24"/>
                      <a:pt x="172" y="27"/>
                      <a:pt x="175" y="33"/>
                    </a:cubicBezTo>
                    <a:cubicBezTo>
                      <a:pt x="178" y="38"/>
                      <a:pt x="180" y="46"/>
                      <a:pt x="180" y="57"/>
                    </a:cubicBezTo>
                    <a:cubicBezTo>
                      <a:pt x="180" y="58"/>
                      <a:pt x="180" y="59"/>
                      <a:pt x="179" y="60"/>
                    </a:cubicBezTo>
                    <a:cubicBezTo>
                      <a:pt x="153" y="60"/>
                      <a:pt x="153" y="60"/>
                      <a:pt x="153" y="60"/>
                    </a:cubicBezTo>
                    <a:cubicBezTo>
                      <a:pt x="154" y="67"/>
                      <a:pt x="155" y="72"/>
                      <a:pt x="157" y="76"/>
                    </a:cubicBezTo>
                    <a:cubicBezTo>
                      <a:pt x="159" y="80"/>
                      <a:pt x="161" y="81"/>
                      <a:pt x="164" y="81"/>
                    </a:cubicBezTo>
                    <a:cubicBezTo>
                      <a:pt x="166" y="81"/>
                      <a:pt x="168" y="80"/>
                      <a:pt x="170" y="78"/>
                    </a:cubicBezTo>
                    <a:cubicBezTo>
                      <a:pt x="171" y="76"/>
                      <a:pt x="172" y="73"/>
                      <a:pt x="173" y="68"/>
                    </a:cubicBezTo>
                    <a:close/>
                    <a:moveTo>
                      <a:pt x="154" y="51"/>
                    </a:moveTo>
                    <a:cubicBezTo>
                      <a:pt x="173" y="51"/>
                      <a:pt x="173" y="51"/>
                      <a:pt x="173" y="51"/>
                    </a:cubicBezTo>
                    <a:cubicBezTo>
                      <a:pt x="173" y="46"/>
                      <a:pt x="172" y="42"/>
                      <a:pt x="171" y="39"/>
                    </a:cubicBezTo>
                    <a:cubicBezTo>
                      <a:pt x="169" y="35"/>
                      <a:pt x="167" y="33"/>
                      <a:pt x="164" y="33"/>
                    </a:cubicBezTo>
                    <a:cubicBezTo>
                      <a:pt x="161" y="33"/>
                      <a:pt x="159" y="34"/>
                      <a:pt x="157" y="38"/>
                    </a:cubicBezTo>
                    <a:cubicBezTo>
                      <a:pt x="155" y="41"/>
                      <a:pt x="154" y="45"/>
                      <a:pt x="154" y="51"/>
                    </a:cubicBezTo>
                    <a:close/>
                    <a:moveTo>
                      <a:pt x="190" y="89"/>
                    </a:moveTo>
                    <a:cubicBezTo>
                      <a:pt x="190" y="25"/>
                      <a:pt x="190" y="25"/>
                      <a:pt x="190" y="25"/>
                    </a:cubicBezTo>
                    <a:cubicBezTo>
                      <a:pt x="196" y="25"/>
                      <a:pt x="196" y="25"/>
                      <a:pt x="196" y="25"/>
                    </a:cubicBezTo>
                    <a:cubicBezTo>
                      <a:pt x="196" y="35"/>
                      <a:pt x="196" y="35"/>
                      <a:pt x="196" y="35"/>
                    </a:cubicBezTo>
                    <a:cubicBezTo>
                      <a:pt x="197" y="30"/>
                      <a:pt x="198" y="27"/>
                      <a:pt x="200" y="26"/>
                    </a:cubicBezTo>
                    <a:cubicBezTo>
                      <a:pt x="201" y="25"/>
                      <a:pt x="202" y="24"/>
                      <a:pt x="203" y="24"/>
                    </a:cubicBezTo>
                    <a:cubicBezTo>
                      <a:pt x="205" y="24"/>
                      <a:pt x="207" y="25"/>
                      <a:pt x="209" y="27"/>
                    </a:cubicBezTo>
                    <a:cubicBezTo>
                      <a:pt x="207" y="37"/>
                      <a:pt x="207" y="37"/>
                      <a:pt x="207" y="37"/>
                    </a:cubicBezTo>
                    <a:cubicBezTo>
                      <a:pt x="206" y="36"/>
                      <a:pt x="205" y="35"/>
                      <a:pt x="203" y="35"/>
                    </a:cubicBezTo>
                    <a:cubicBezTo>
                      <a:pt x="202" y="35"/>
                      <a:pt x="201" y="36"/>
                      <a:pt x="200" y="37"/>
                    </a:cubicBezTo>
                    <a:cubicBezTo>
                      <a:pt x="199" y="39"/>
                      <a:pt x="198" y="41"/>
                      <a:pt x="197" y="43"/>
                    </a:cubicBezTo>
                    <a:cubicBezTo>
                      <a:pt x="197" y="47"/>
                      <a:pt x="196" y="51"/>
                      <a:pt x="196" y="56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0" y="89"/>
                      <a:pt x="190" y="89"/>
                      <a:pt x="190" y="89"/>
                    </a:cubicBezTo>
                    <a:close/>
                    <a:moveTo>
                      <a:pt x="214" y="70"/>
                    </a:moveTo>
                    <a:cubicBezTo>
                      <a:pt x="220" y="68"/>
                      <a:pt x="220" y="68"/>
                      <a:pt x="220" y="68"/>
                    </a:cubicBezTo>
                    <a:cubicBezTo>
                      <a:pt x="221" y="73"/>
                      <a:pt x="221" y="76"/>
                      <a:pt x="223" y="78"/>
                    </a:cubicBezTo>
                    <a:cubicBezTo>
                      <a:pt x="224" y="80"/>
                      <a:pt x="227" y="81"/>
                      <a:pt x="229" y="81"/>
                    </a:cubicBezTo>
                    <a:cubicBezTo>
                      <a:pt x="232" y="81"/>
                      <a:pt x="234" y="80"/>
                      <a:pt x="235" y="78"/>
                    </a:cubicBezTo>
                    <a:cubicBezTo>
                      <a:pt x="237" y="76"/>
                      <a:pt x="237" y="74"/>
                      <a:pt x="237" y="71"/>
                    </a:cubicBezTo>
                    <a:cubicBezTo>
                      <a:pt x="237" y="69"/>
                      <a:pt x="237" y="67"/>
                      <a:pt x="236" y="66"/>
                    </a:cubicBezTo>
                    <a:cubicBezTo>
                      <a:pt x="235" y="65"/>
                      <a:pt x="233" y="63"/>
                      <a:pt x="230" y="62"/>
                    </a:cubicBezTo>
                    <a:cubicBezTo>
                      <a:pt x="225" y="60"/>
                      <a:pt x="222" y="58"/>
                      <a:pt x="220" y="57"/>
                    </a:cubicBezTo>
                    <a:cubicBezTo>
                      <a:pt x="219" y="55"/>
                      <a:pt x="218" y="53"/>
                      <a:pt x="217" y="51"/>
                    </a:cubicBezTo>
                    <a:cubicBezTo>
                      <a:pt x="216" y="48"/>
                      <a:pt x="215" y="45"/>
                      <a:pt x="215" y="42"/>
                    </a:cubicBezTo>
                    <a:cubicBezTo>
                      <a:pt x="215" y="39"/>
                      <a:pt x="216" y="37"/>
                      <a:pt x="216" y="34"/>
                    </a:cubicBezTo>
                    <a:cubicBezTo>
                      <a:pt x="217" y="32"/>
                      <a:pt x="218" y="30"/>
                      <a:pt x="219" y="28"/>
                    </a:cubicBezTo>
                    <a:cubicBezTo>
                      <a:pt x="220" y="27"/>
                      <a:pt x="222" y="26"/>
                      <a:pt x="223" y="25"/>
                    </a:cubicBezTo>
                    <a:cubicBezTo>
                      <a:pt x="225" y="24"/>
                      <a:pt x="226" y="24"/>
                      <a:pt x="228" y="24"/>
                    </a:cubicBezTo>
                    <a:cubicBezTo>
                      <a:pt x="231" y="24"/>
                      <a:pt x="233" y="25"/>
                      <a:pt x="235" y="26"/>
                    </a:cubicBezTo>
                    <a:cubicBezTo>
                      <a:pt x="238" y="27"/>
                      <a:pt x="239" y="29"/>
                      <a:pt x="240" y="32"/>
                    </a:cubicBezTo>
                    <a:cubicBezTo>
                      <a:pt x="241" y="34"/>
                      <a:pt x="242" y="38"/>
                      <a:pt x="242" y="42"/>
                    </a:cubicBezTo>
                    <a:cubicBezTo>
                      <a:pt x="236" y="43"/>
                      <a:pt x="236" y="43"/>
                      <a:pt x="236" y="43"/>
                    </a:cubicBezTo>
                    <a:cubicBezTo>
                      <a:pt x="236" y="40"/>
                      <a:pt x="235" y="37"/>
                      <a:pt x="234" y="35"/>
                    </a:cubicBezTo>
                    <a:cubicBezTo>
                      <a:pt x="233" y="34"/>
                      <a:pt x="231" y="33"/>
                      <a:pt x="229" y="33"/>
                    </a:cubicBezTo>
                    <a:cubicBezTo>
                      <a:pt x="226" y="33"/>
                      <a:pt x="224" y="34"/>
                      <a:pt x="223" y="35"/>
                    </a:cubicBezTo>
                    <a:cubicBezTo>
                      <a:pt x="222" y="37"/>
                      <a:pt x="221" y="39"/>
                      <a:pt x="221" y="41"/>
                    </a:cubicBezTo>
                    <a:cubicBezTo>
                      <a:pt x="221" y="42"/>
                      <a:pt x="221" y="44"/>
                      <a:pt x="222" y="45"/>
                    </a:cubicBezTo>
                    <a:cubicBezTo>
                      <a:pt x="222" y="46"/>
                      <a:pt x="223" y="47"/>
                      <a:pt x="224" y="48"/>
                    </a:cubicBezTo>
                    <a:cubicBezTo>
                      <a:pt x="225" y="48"/>
                      <a:pt x="226" y="49"/>
                      <a:pt x="229" y="50"/>
                    </a:cubicBezTo>
                    <a:cubicBezTo>
                      <a:pt x="234" y="52"/>
                      <a:pt x="236" y="54"/>
                      <a:pt x="238" y="55"/>
                    </a:cubicBezTo>
                    <a:cubicBezTo>
                      <a:pt x="240" y="57"/>
                      <a:pt x="241" y="59"/>
                      <a:pt x="242" y="61"/>
                    </a:cubicBezTo>
                    <a:cubicBezTo>
                      <a:pt x="243" y="63"/>
                      <a:pt x="243" y="67"/>
                      <a:pt x="243" y="70"/>
                    </a:cubicBezTo>
                    <a:cubicBezTo>
                      <a:pt x="243" y="74"/>
                      <a:pt x="243" y="77"/>
                      <a:pt x="242" y="80"/>
                    </a:cubicBezTo>
                    <a:cubicBezTo>
                      <a:pt x="241" y="84"/>
                      <a:pt x="239" y="86"/>
                      <a:pt x="237" y="88"/>
                    </a:cubicBezTo>
                    <a:cubicBezTo>
                      <a:pt x="235" y="89"/>
                      <a:pt x="232" y="90"/>
                      <a:pt x="229" y="90"/>
                    </a:cubicBezTo>
                    <a:cubicBezTo>
                      <a:pt x="225" y="90"/>
                      <a:pt x="221" y="89"/>
                      <a:pt x="219" y="85"/>
                    </a:cubicBezTo>
                    <a:cubicBezTo>
                      <a:pt x="217" y="82"/>
                      <a:pt x="215" y="77"/>
                      <a:pt x="214" y="70"/>
                    </a:cubicBezTo>
                    <a:close/>
                    <a:moveTo>
                      <a:pt x="254" y="14"/>
                    </a:moveTo>
                    <a:cubicBezTo>
                      <a:pt x="254" y="1"/>
                      <a:pt x="254" y="1"/>
                      <a:pt x="254" y="1"/>
                    </a:cubicBezTo>
                    <a:cubicBezTo>
                      <a:pt x="260" y="1"/>
                      <a:pt x="260" y="1"/>
                      <a:pt x="260" y="1"/>
                    </a:cubicBezTo>
                    <a:cubicBezTo>
                      <a:pt x="260" y="14"/>
                      <a:pt x="260" y="14"/>
                      <a:pt x="260" y="14"/>
                    </a:cubicBezTo>
                    <a:cubicBezTo>
                      <a:pt x="254" y="14"/>
                      <a:pt x="254" y="14"/>
                      <a:pt x="254" y="14"/>
                    </a:cubicBezTo>
                    <a:close/>
                    <a:moveTo>
                      <a:pt x="254" y="89"/>
                    </a:moveTo>
                    <a:cubicBezTo>
                      <a:pt x="254" y="25"/>
                      <a:pt x="254" y="25"/>
                      <a:pt x="254" y="25"/>
                    </a:cubicBezTo>
                    <a:cubicBezTo>
                      <a:pt x="260" y="25"/>
                      <a:pt x="260" y="25"/>
                      <a:pt x="260" y="25"/>
                    </a:cubicBezTo>
                    <a:cubicBezTo>
                      <a:pt x="260" y="89"/>
                      <a:pt x="260" y="89"/>
                      <a:pt x="260" y="89"/>
                    </a:cubicBezTo>
                    <a:cubicBezTo>
                      <a:pt x="254" y="89"/>
                      <a:pt x="254" y="89"/>
                      <a:pt x="254" y="89"/>
                    </a:cubicBezTo>
                    <a:close/>
                    <a:moveTo>
                      <a:pt x="286" y="79"/>
                    </a:moveTo>
                    <a:cubicBezTo>
                      <a:pt x="287" y="89"/>
                      <a:pt x="287" y="89"/>
                      <a:pt x="287" y="89"/>
                    </a:cubicBezTo>
                    <a:cubicBezTo>
                      <a:pt x="285" y="89"/>
                      <a:pt x="284" y="90"/>
                      <a:pt x="282" y="90"/>
                    </a:cubicBezTo>
                    <a:cubicBezTo>
                      <a:pt x="280" y="90"/>
                      <a:pt x="278" y="89"/>
                      <a:pt x="277" y="88"/>
                    </a:cubicBezTo>
                    <a:cubicBezTo>
                      <a:pt x="276" y="87"/>
                      <a:pt x="275" y="85"/>
                      <a:pt x="275" y="83"/>
                    </a:cubicBezTo>
                    <a:cubicBezTo>
                      <a:pt x="274" y="81"/>
                      <a:pt x="274" y="77"/>
                      <a:pt x="274" y="70"/>
                    </a:cubicBezTo>
                    <a:cubicBezTo>
                      <a:pt x="274" y="34"/>
                      <a:pt x="274" y="34"/>
                      <a:pt x="274" y="34"/>
                    </a:cubicBezTo>
                    <a:cubicBezTo>
                      <a:pt x="270" y="34"/>
                      <a:pt x="270" y="34"/>
                      <a:pt x="270" y="34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4" y="25"/>
                      <a:pt x="274" y="25"/>
                      <a:pt x="274" y="25"/>
                    </a:cubicBezTo>
                    <a:cubicBezTo>
                      <a:pt x="274" y="10"/>
                      <a:pt x="274" y="10"/>
                      <a:pt x="274" y="10"/>
                    </a:cubicBezTo>
                    <a:cubicBezTo>
                      <a:pt x="280" y="3"/>
                      <a:pt x="280" y="3"/>
                      <a:pt x="280" y="3"/>
                    </a:cubicBezTo>
                    <a:cubicBezTo>
                      <a:pt x="280" y="25"/>
                      <a:pt x="280" y="25"/>
                      <a:pt x="280" y="25"/>
                    </a:cubicBezTo>
                    <a:cubicBezTo>
                      <a:pt x="286" y="25"/>
                      <a:pt x="286" y="25"/>
                      <a:pt x="286" y="25"/>
                    </a:cubicBezTo>
                    <a:cubicBezTo>
                      <a:pt x="286" y="34"/>
                      <a:pt x="286" y="34"/>
                      <a:pt x="286" y="34"/>
                    </a:cubicBezTo>
                    <a:cubicBezTo>
                      <a:pt x="280" y="34"/>
                      <a:pt x="280" y="34"/>
                      <a:pt x="280" y="34"/>
                    </a:cubicBezTo>
                    <a:cubicBezTo>
                      <a:pt x="280" y="71"/>
                      <a:pt x="280" y="71"/>
                      <a:pt x="280" y="71"/>
                    </a:cubicBezTo>
                    <a:cubicBezTo>
                      <a:pt x="280" y="74"/>
                      <a:pt x="280" y="76"/>
                      <a:pt x="280" y="77"/>
                    </a:cubicBezTo>
                    <a:cubicBezTo>
                      <a:pt x="280" y="78"/>
                      <a:pt x="281" y="78"/>
                      <a:pt x="281" y="79"/>
                    </a:cubicBezTo>
                    <a:cubicBezTo>
                      <a:pt x="282" y="79"/>
                      <a:pt x="282" y="80"/>
                      <a:pt x="283" y="80"/>
                    </a:cubicBezTo>
                    <a:cubicBezTo>
                      <a:pt x="284" y="80"/>
                      <a:pt x="285" y="80"/>
                      <a:pt x="286" y="79"/>
                    </a:cubicBezTo>
                    <a:close/>
                    <a:moveTo>
                      <a:pt x="295" y="113"/>
                    </a:moveTo>
                    <a:cubicBezTo>
                      <a:pt x="295" y="103"/>
                      <a:pt x="295" y="103"/>
                      <a:pt x="295" y="103"/>
                    </a:cubicBezTo>
                    <a:cubicBezTo>
                      <a:pt x="296" y="104"/>
                      <a:pt x="297" y="104"/>
                      <a:pt x="298" y="104"/>
                    </a:cubicBezTo>
                    <a:cubicBezTo>
                      <a:pt x="299" y="104"/>
                      <a:pt x="300" y="104"/>
                      <a:pt x="301" y="103"/>
                    </a:cubicBezTo>
                    <a:cubicBezTo>
                      <a:pt x="302" y="102"/>
                      <a:pt x="303" y="101"/>
                      <a:pt x="303" y="100"/>
                    </a:cubicBezTo>
                    <a:cubicBezTo>
                      <a:pt x="303" y="99"/>
                      <a:pt x="304" y="96"/>
                      <a:pt x="305" y="92"/>
                    </a:cubicBezTo>
                    <a:cubicBezTo>
                      <a:pt x="305" y="91"/>
                      <a:pt x="305" y="90"/>
                      <a:pt x="305" y="89"/>
                    </a:cubicBezTo>
                    <a:cubicBezTo>
                      <a:pt x="292" y="25"/>
                      <a:pt x="292" y="25"/>
                      <a:pt x="292" y="25"/>
                    </a:cubicBezTo>
                    <a:cubicBezTo>
                      <a:pt x="298" y="25"/>
                      <a:pt x="298" y="25"/>
                      <a:pt x="298" y="25"/>
                    </a:cubicBezTo>
                    <a:cubicBezTo>
                      <a:pt x="306" y="62"/>
                      <a:pt x="306" y="62"/>
                      <a:pt x="306" y="62"/>
                    </a:cubicBezTo>
                    <a:cubicBezTo>
                      <a:pt x="307" y="67"/>
                      <a:pt x="308" y="72"/>
                      <a:pt x="308" y="77"/>
                    </a:cubicBezTo>
                    <a:cubicBezTo>
                      <a:pt x="309" y="72"/>
                      <a:pt x="310" y="67"/>
                      <a:pt x="311" y="62"/>
                    </a:cubicBezTo>
                    <a:cubicBezTo>
                      <a:pt x="318" y="25"/>
                      <a:pt x="318" y="25"/>
                      <a:pt x="318" y="25"/>
                    </a:cubicBezTo>
                    <a:cubicBezTo>
                      <a:pt x="324" y="25"/>
                      <a:pt x="324" y="25"/>
                      <a:pt x="324" y="25"/>
                    </a:cubicBezTo>
                    <a:cubicBezTo>
                      <a:pt x="311" y="90"/>
                      <a:pt x="311" y="90"/>
                      <a:pt x="311" y="90"/>
                    </a:cubicBezTo>
                    <a:cubicBezTo>
                      <a:pt x="309" y="97"/>
                      <a:pt x="308" y="102"/>
                      <a:pt x="308" y="104"/>
                    </a:cubicBezTo>
                    <a:cubicBezTo>
                      <a:pt x="306" y="108"/>
                      <a:pt x="305" y="111"/>
                      <a:pt x="304" y="112"/>
                    </a:cubicBezTo>
                    <a:cubicBezTo>
                      <a:pt x="303" y="114"/>
                      <a:pt x="301" y="115"/>
                      <a:pt x="299" y="115"/>
                    </a:cubicBezTo>
                    <a:cubicBezTo>
                      <a:pt x="298" y="115"/>
                      <a:pt x="297" y="114"/>
                      <a:pt x="295" y="113"/>
                    </a:cubicBezTo>
                    <a:close/>
                    <a:moveTo>
                      <a:pt x="346" y="57"/>
                    </a:moveTo>
                    <a:cubicBezTo>
                      <a:pt x="346" y="45"/>
                      <a:pt x="348" y="37"/>
                      <a:pt x="351" y="31"/>
                    </a:cubicBezTo>
                    <a:cubicBezTo>
                      <a:pt x="354" y="26"/>
                      <a:pt x="358" y="24"/>
                      <a:pt x="362" y="24"/>
                    </a:cubicBezTo>
                    <a:cubicBezTo>
                      <a:pt x="367" y="24"/>
                      <a:pt x="371" y="27"/>
                      <a:pt x="374" y="32"/>
                    </a:cubicBezTo>
                    <a:cubicBezTo>
                      <a:pt x="377" y="38"/>
                      <a:pt x="379" y="46"/>
                      <a:pt x="379" y="56"/>
                    </a:cubicBezTo>
                    <a:cubicBezTo>
                      <a:pt x="379" y="64"/>
                      <a:pt x="378" y="71"/>
                      <a:pt x="376" y="76"/>
                    </a:cubicBezTo>
                    <a:cubicBezTo>
                      <a:pt x="375" y="80"/>
                      <a:pt x="373" y="84"/>
                      <a:pt x="371" y="86"/>
                    </a:cubicBezTo>
                    <a:cubicBezTo>
                      <a:pt x="368" y="89"/>
                      <a:pt x="365" y="90"/>
                      <a:pt x="362" y="90"/>
                    </a:cubicBezTo>
                    <a:cubicBezTo>
                      <a:pt x="357" y="90"/>
                      <a:pt x="353" y="87"/>
                      <a:pt x="350" y="82"/>
                    </a:cubicBezTo>
                    <a:cubicBezTo>
                      <a:pt x="347" y="76"/>
                      <a:pt x="346" y="68"/>
                      <a:pt x="346" y="57"/>
                    </a:cubicBezTo>
                    <a:close/>
                    <a:moveTo>
                      <a:pt x="352" y="57"/>
                    </a:moveTo>
                    <a:cubicBezTo>
                      <a:pt x="352" y="65"/>
                      <a:pt x="353" y="71"/>
                      <a:pt x="355" y="75"/>
                    </a:cubicBezTo>
                    <a:cubicBezTo>
                      <a:pt x="357" y="79"/>
                      <a:pt x="359" y="81"/>
                      <a:pt x="362" y="81"/>
                    </a:cubicBezTo>
                    <a:cubicBezTo>
                      <a:pt x="365" y="81"/>
                      <a:pt x="368" y="79"/>
                      <a:pt x="369" y="75"/>
                    </a:cubicBezTo>
                    <a:cubicBezTo>
                      <a:pt x="371" y="71"/>
                      <a:pt x="372" y="65"/>
                      <a:pt x="372" y="57"/>
                    </a:cubicBezTo>
                    <a:cubicBezTo>
                      <a:pt x="372" y="49"/>
                      <a:pt x="371" y="43"/>
                      <a:pt x="369" y="39"/>
                    </a:cubicBezTo>
                    <a:cubicBezTo>
                      <a:pt x="368" y="35"/>
                      <a:pt x="365" y="33"/>
                      <a:pt x="362" y="33"/>
                    </a:cubicBezTo>
                    <a:cubicBezTo>
                      <a:pt x="359" y="33"/>
                      <a:pt x="357" y="35"/>
                      <a:pt x="355" y="39"/>
                    </a:cubicBezTo>
                    <a:cubicBezTo>
                      <a:pt x="353" y="43"/>
                      <a:pt x="352" y="49"/>
                      <a:pt x="352" y="57"/>
                    </a:cubicBezTo>
                    <a:close/>
                    <a:moveTo>
                      <a:pt x="391" y="89"/>
                    </a:moveTo>
                    <a:cubicBezTo>
                      <a:pt x="391" y="34"/>
                      <a:pt x="391" y="34"/>
                      <a:pt x="391" y="34"/>
                    </a:cubicBezTo>
                    <a:cubicBezTo>
                      <a:pt x="385" y="34"/>
                      <a:pt x="385" y="34"/>
                      <a:pt x="385" y="34"/>
                    </a:cubicBezTo>
                    <a:cubicBezTo>
                      <a:pt x="385" y="25"/>
                      <a:pt x="385" y="25"/>
                      <a:pt x="385" y="25"/>
                    </a:cubicBezTo>
                    <a:cubicBezTo>
                      <a:pt x="391" y="25"/>
                      <a:pt x="391" y="25"/>
                      <a:pt x="391" y="25"/>
                    </a:cubicBezTo>
                    <a:cubicBezTo>
                      <a:pt x="391" y="19"/>
                      <a:pt x="391" y="19"/>
                      <a:pt x="391" y="19"/>
                    </a:cubicBezTo>
                    <a:cubicBezTo>
                      <a:pt x="391" y="14"/>
                      <a:pt x="391" y="11"/>
                      <a:pt x="391" y="9"/>
                    </a:cubicBezTo>
                    <a:cubicBezTo>
                      <a:pt x="392" y="6"/>
                      <a:pt x="393" y="4"/>
                      <a:pt x="394" y="2"/>
                    </a:cubicBezTo>
                    <a:cubicBezTo>
                      <a:pt x="396" y="0"/>
                      <a:pt x="398" y="0"/>
                      <a:pt x="400" y="0"/>
                    </a:cubicBezTo>
                    <a:cubicBezTo>
                      <a:pt x="402" y="0"/>
                      <a:pt x="404" y="0"/>
                      <a:pt x="406" y="1"/>
                    </a:cubicBezTo>
                    <a:cubicBezTo>
                      <a:pt x="405" y="10"/>
                      <a:pt x="405" y="10"/>
                      <a:pt x="405" y="10"/>
                    </a:cubicBezTo>
                    <a:cubicBezTo>
                      <a:pt x="404" y="10"/>
                      <a:pt x="403" y="9"/>
                      <a:pt x="401" y="9"/>
                    </a:cubicBezTo>
                    <a:cubicBezTo>
                      <a:pt x="400" y="9"/>
                      <a:pt x="398" y="10"/>
                      <a:pt x="398" y="12"/>
                    </a:cubicBezTo>
                    <a:cubicBezTo>
                      <a:pt x="397" y="13"/>
                      <a:pt x="397" y="16"/>
                      <a:pt x="397" y="19"/>
                    </a:cubicBezTo>
                    <a:cubicBezTo>
                      <a:pt x="397" y="25"/>
                      <a:pt x="397" y="25"/>
                      <a:pt x="397" y="25"/>
                    </a:cubicBezTo>
                    <a:cubicBezTo>
                      <a:pt x="403" y="25"/>
                      <a:pt x="403" y="25"/>
                      <a:pt x="403" y="25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397" y="34"/>
                      <a:pt x="397" y="34"/>
                      <a:pt x="397" y="34"/>
                    </a:cubicBezTo>
                    <a:cubicBezTo>
                      <a:pt x="397" y="89"/>
                      <a:pt x="397" y="89"/>
                      <a:pt x="397" y="89"/>
                    </a:cubicBezTo>
                    <a:cubicBezTo>
                      <a:pt x="391" y="89"/>
                      <a:pt x="391" y="89"/>
                      <a:pt x="391" y="89"/>
                    </a:cubicBezTo>
                    <a:close/>
                    <a:moveTo>
                      <a:pt x="428" y="89"/>
                    </a:moveTo>
                    <a:cubicBezTo>
                      <a:pt x="428" y="1"/>
                      <a:pt x="428" y="1"/>
                      <a:pt x="428" y="1"/>
                    </a:cubicBezTo>
                    <a:cubicBezTo>
                      <a:pt x="463" y="1"/>
                      <a:pt x="463" y="1"/>
                      <a:pt x="463" y="1"/>
                    </a:cubicBezTo>
                    <a:cubicBezTo>
                      <a:pt x="463" y="11"/>
                      <a:pt x="463" y="11"/>
                      <a:pt x="463" y="11"/>
                    </a:cubicBezTo>
                    <a:cubicBezTo>
                      <a:pt x="434" y="11"/>
                      <a:pt x="434" y="11"/>
                      <a:pt x="434" y="11"/>
                    </a:cubicBezTo>
                    <a:cubicBezTo>
                      <a:pt x="434" y="38"/>
                      <a:pt x="434" y="38"/>
                      <a:pt x="434" y="38"/>
                    </a:cubicBezTo>
                    <a:cubicBezTo>
                      <a:pt x="461" y="38"/>
                      <a:pt x="461" y="38"/>
                      <a:pt x="461" y="38"/>
                    </a:cubicBezTo>
                    <a:cubicBezTo>
                      <a:pt x="461" y="49"/>
                      <a:pt x="461" y="49"/>
                      <a:pt x="461" y="49"/>
                    </a:cubicBezTo>
                    <a:cubicBezTo>
                      <a:pt x="434" y="49"/>
                      <a:pt x="434" y="49"/>
                      <a:pt x="434" y="49"/>
                    </a:cubicBezTo>
                    <a:cubicBezTo>
                      <a:pt x="434" y="79"/>
                      <a:pt x="434" y="79"/>
                      <a:pt x="434" y="79"/>
                    </a:cubicBezTo>
                    <a:cubicBezTo>
                      <a:pt x="464" y="79"/>
                      <a:pt x="464" y="79"/>
                      <a:pt x="464" y="79"/>
                    </a:cubicBezTo>
                    <a:cubicBezTo>
                      <a:pt x="464" y="89"/>
                      <a:pt x="464" y="89"/>
                      <a:pt x="464" y="89"/>
                    </a:cubicBezTo>
                    <a:cubicBezTo>
                      <a:pt x="428" y="89"/>
                      <a:pt x="428" y="89"/>
                      <a:pt x="428" y="89"/>
                    </a:cubicBezTo>
                    <a:close/>
                    <a:moveTo>
                      <a:pt x="475" y="89"/>
                    </a:moveTo>
                    <a:cubicBezTo>
                      <a:pt x="475" y="1"/>
                      <a:pt x="475" y="1"/>
                      <a:pt x="475" y="1"/>
                    </a:cubicBezTo>
                    <a:cubicBezTo>
                      <a:pt x="481" y="1"/>
                      <a:pt x="481" y="1"/>
                      <a:pt x="481" y="1"/>
                    </a:cubicBezTo>
                    <a:cubicBezTo>
                      <a:pt x="481" y="89"/>
                      <a:pt x="481" y="89"/>
                      <a:pt x="481" y="89"/>
                    </a:cubicBezTo>
                    <a:cubicBezTo>
                      <a:pt x="475" y="89"/>
                      <a:pt x="475" y="89"/>
                      <a:pt x="475" y="89"/>
                    </a:cubicBezTo>
                    <a:close/>
                    <a:moveTo>
                      <a:pt x="518" y="68"/>
                    </a:moveTo>
                    <a:cubicBezTo>
                      <a:pt x="524" y="70"/>
                      <a:pt x="524" y="70"/>
                      <a:pt x="524" y="70"/>
                    </a:cubicBezTo>
                    <a:cubicBezTo>
                      <a:pt x="523" y="76"/>
                      <a:pt x="522" y="81"/>
                      <a:pt x="519" y="85"/>
                    </a:cubicBezTo>
                    <a:cubicBezTo>
                      <a:pt x="516" y="89"/>
                      <a:pt x="513" y="90"/>
                      <a:pt x="509" y="90"/>
                    </a:cubicBezTo>
                    <a:cubicBezTo>
                      <a:pt x="504" y="90"/>
                      <a:pt x="500" y="87"/>
                      <a:pt x="497" y="82"/>
                    </a:cubicBezTo>
                    <a:cubicBezTo>
                      <a:pt x="494" y="76"/>
                      <a:pt x="492" y="68"/>
                      <a:pt x="492" y="58"/>
                    </a:cubicBezTo>
                    <a:cubicBezTo>
                      <a:pt x="492" y="47"/>
                      <a:pt x="494" y="39"/>
                      <a:pt x="497" y="33"/>
                    </a:cubicBezTo>
                    <a:cubicBezTo>
                      <a:pt x="500" y="27"/>
                      <a:pt x="504" y="24"/>
                      <a:pt x="509" y="24"/>
                    </a:cubicBezTo>
                    <a:cubicBezTo>
                      <a:pt x="513" y="24"/>
                      <a:pt x="517" y="27"/>
                      <a:pt x="520" y="33"/>
                    </a:cubicBezTo>
                    <a:cubicBezTo>
                      <a:pt x="523" y="38"/>
                      <a:pt x="524" y="46"/>
                      <a:pt x="524" y="57"/>
                    </a:cubicBezTo>
                    <a:cubicBezTo>
                      <a:pt x="524" y="58"/>
                      <a:pt x="524" y="59"/>
                      <a:pt x="524" y="60"/>
                    </a:cubicBezTo>
                    <a:cubicBezTo>
                      <a:pt x="498" y="60"/>
                      <a:pt x="498" y="60"/>
                      <a:pt x="498" y="60"/>
                    </a:cubicBezTo>
                    <a:cubicBezTo>
                      <a:pt x="499" y="67"/>
                      <a:pt x="500" y="72"/>
                      <a:pt x="502" y="76"/>
                    </a:cubicBezTo>
                    <a:cubicBezTo>
                      <a:pt x="504" y="80"/>
                      <a:pt x="506" y="81"/>
                      <a:pt x="509" y="81"/>
                    </a:cubicBezTo>
                    <a:cubicBezTo>
                      <a:pt x="511" y="81"/>
                      <a:pt x="513" y="80"/>
                      <a:pt x="514" y="78"/>
                    </a:cubicBezTo>
                    <a:cubicBezTo>
                      <a:pt x="516" y="76"/>
                      <a:pt x="517" y="73"/>
                      <a:pt x="518" y="68"/>
                    </a:cubicBezTo>
                    <a:close/>
                    <a:moveTo>
                      <a:pt x="499" y="51"/>
                    </a:moveTo>
                    <a:cubicBezTo>
                      <a:pt x="518" y="51"/>
                      <a:pt x="518" y="51"/>
                      <a:pt x="518" y="51"/>
                    </a:cubicBezTo>
                    <a:cubicBezTo>
                      <a:pt x="518" y="46"/>
                      <a:pt x="517" y="42"/>
                      <a:pt x="516" y="39"/>
                    </a:cubicBezTo>
                    <a:cubicBezTo>
                      <a:pt x="514" y="35"/>
                      <a:pt x="512" y="33"/>
                      <a:pt x="509" y="33"/>
                    </a:cubicBezTo>
                    <a:cubicBezTo>
                      <a:pt x="506" y="33"/>
                      <a:pt x="504" y="34"/>
                      <a:pt x="502" y="38"/>
                    </a:cubicBezTo>
                    <a:cubicBezTo>
                      <a:pt x="500" y="41"/>
                      <a:pt x="499" y="45"/>
                      <a:pt x="499" y="51"/>
                    </a:cubicBezTo>
                    <a:close/>
                    <a:moveTo>
                      <a:pt x="558" y="66"/>
                    </a:moveTo>
                    <a:cubicBezTo>
                      <a:pt x="564" y="67"/>
                      <a:pt x="564" y="67"/>
                      <a:pt x="564" y="67"/>
                    </a:cubicBezTo>
                    <a:cubicBezTo>
                      <a:pt x="564" y="74"/>
                      <a:pt x="562" y="80"/>
                      <a:pt x="559" y="84"/>
                    </a:cubicBezTo>
                    <a:cubicBezTo>
                      <a:pt x="557" y="88"/>
                      <a:pt x="553" y="90"/>
                      <a:pt x="550" y="90"/>
                    </a:cubicBezTo>
                    <a:cubicBezTo>
                      <a:pt x="545" y="90"/>
                      <a:pt x="541" y="87"/>
                      <a:pt x="538" y="82"/>
                    </a:cubicBezTo>
                    <a:cubicBezTo>
                      <a:pt x="535" y="76"/>
                      <a:pt x="534" y="68"/>
                      <a:pt x="534" y="57"/>
                    </a:cubicBezTo>
                    <a:cubicBezTo>
                      <a:pt x="534" y="50"/>
                      <a:pt x="534" y="44"/>
                      <a:pt x="536" y="39"/>
                    </a:cubicBezTo>
                    <a:cubicBezTo>
                      <a:pt x="537" y="34"/>
                      <a:pt x="539" y="30"/>
                      <a:pt x="541" y="28"/>
                    </a:cubicBezTo>
                    <a:cubicBezTo>
                      <a:pt x="544" y="25"/>
                      <a:pt x="547" y="24"/>
                      <a:pt x="550" y="24"/>
                    </a:cubicBezTo>
                    <a:cubicBezTo>
                      <a:pt x="553" y="24"/>
                      <a:pt x="557" y="26"/>
                      <a:pt x="559" y="29"/>
                    </a:cubicBezTo>
                    <a:cubicBezTo>
                      <a:pt x="561" y="33"/>
                      <a:pt x="563" y="38"/>
                      <a:pt x="564" y="44"/>
                    </a:cubicBezTo>
                    <a:cubicBezTo>
                      <a:pt x="558" y="46"/>
                      <a:pt x="558" y="46"/>
                      <a:pt x="558" y="46"/>
                    </a:cubicBezTo>
                    <a:cubicBezTo>
                      <a:pt x="557" y="41"/>
                      <a:pt x="556" y="38"/>
                      <a:pt x="555" y="36"/>
                    </a:cubicBezTo>
                    <a:cubicBezTo>
                      <a:pt x="554" y="34"/>
                      <a:pt x="552" y="33"/>
                      <a:pt x="550" y="33"/>
                    </a:cubicBezTo>
                    <a:cubicBezTo>
                      <a:pt x="547" y="33"/>
                      <a:pt x="544" y="35"/>
                      <a:pt x="543" y="39"/>
                    </a:cubicBezTo>
                    <a:cubicBezTo>
                      <a:pt x="541" y="42"/>
                      <a:pt x="540" y="49"/>
                      <a:pt x="540" y="57"/>
                    </a:cubicBezTo>
                    <a:cubicBezTo>
                      <a:pt x="540" y="66"/>
                      <a:pt x="541" y="72"/>
                      <a:pt x="542" y="76"/>
                    </a:cubicBezTo>
                    <a:cubicBezTo>
                      <a:pt x="544" y="80"/>
                      <a:pt x="547" y="81"/>
                      <a:pt x="550" y="81"/>
                    </a:cubicBezTo>
                    <a:cubicBezTo>
                      <a:pt x="552" y="81"/>
                      <a:pt x="554" y="80"/>
                      <a:pt x="555" y="78"/>
                    </a:cubicBezTo>
                    <a:cubicBezTo>
                      <a:pt x="557" y="75"/>
                      <a:pt x="558" y="71"/>
                      <a:pt x="558" y="66"/>
                    </a:cubicBezTo>
                    <a:close/>
                    <a:moveTo>
                      <a:pt x="586" y="79"/>
                    </a:moveTo>
                    <a:cubicBezTo>
                      <a:pt x="587" y="89"/>
                      <a:pt x="587" y="89"/>
                      <a:pt x="587" y="89"/>
                    </a:cubicBezTo>
                    <a:cubicBezTo>
                      <a:pt x="585" y="89"/>
                      <a:pt x="584" y="90"/>
                      <a:pt x="582" y="90"/>
                    </a:cubicBezTo>
                    <a:cubicBezTo>
                      <a:pt x="580" y="90"/>
                      <a:pt x="578" y="89"/>
                      <a:pt x="577" y="88"/>
                    </a:cubicBezTo>
                    <a:cubicBezTo>
                      <a:pt x="576" y="87"/>
                      <a:pt x="575" y="85"/>
                      <a:pt x="575" y="83"/>
                    </a:cubicBezTo>
                    <a:cubicBezTo>
                      <a:pt x="574" y="81"/>
                      <a:pt x="574" y="77"/>
                      <a:pt x="574" y="70"/>
                    </a:cubicBezTo>
                    <a:cubicBezTo>
                      <a:pt x="574" y="34"/>
                      <a:pt x="574" y="34"/>
                      <a:pt x="574" y="34"/>
                    </a:cubicBezTo>
                    <a:cubicBezTo>
                      <a:pt x="570" y="34"/>
                      <a:pt x="570" y="34"/>
                      <a:pt x="570" y="34"/>
                    </a:cubicBezTo>
                    <a:cubicBezTo>
                      <a:pt x="570" y="25"/>
                      <a:pt x="570" y="25"/>
                      <a:pt x="570" y="25"/>
                    </a:cubicBezTo>
                    <a:cubicBezTo>
                      <a:pt x="574" y="25"/>
                      <a:pt x="574" y="25"/>
                      <a:pt x="574" y="25"/>
                    </a:cubicBezTo>
                    <a:cubicBezTo>
                      <a:pt x="574" y="10"/>
                      <a:pt x="574" y="10"/>
                      <a:pt x="574" y="10"/>
                    </a:cubicBezTo>
                    <a:cubicBezTo>
                      <a:pt x="580" y="3"/>
                      <a:pt x="580" y="3"/>
                      <a:pt x="580" y="3"/>
                    </a:cubicBezTo>
                    <a:cubicBezTo>
                      <a:pt x="580" y="25"/>
                      <a:pt x="580" y="25"/>
                      <a:pt x="580" y="25"/>
                    </a:cubicBezTo>
                    <a:cubicBezTo>
                      <a:pt x="586" y="25"/>
                      <a:pt x="586" y="25"/>
                      <a:pt x="586" y="25"/>
                    </a:cubicBezTo>
                    <a:cubicBezTo>
                      <a:pt x="586" y="34"/>
                      <a:pt x="586" y="34"/>
                      <a:pt x="586" y="34"/>
                    </a:cubicBezTo>
                    <a:cubicBezTo>
                      <a:pt x="580" y="34"/>
                      <a:pt x="580" y="34"/>
                      <a:pt x="580" y="34"/>
                    </a:cubicBezTo>
                    <a:cubicBezTo>
                      <a:pt x="580" y="71"/>
                      <a:pt x="580" y="71"/>
                      <a:pt x="580" y="71"/>
                    </a:cubicBezTo>
                    <a:cubicBezTo>
                      <a:pt x="580" y="74"/>
                      <a:pt x="580" y="76"/>
                      <a:pt x="580" y="77"/>
                    </a:cubicBezTo>
                    <a:cubicBezTo>
                      <a:pt x="580" y="78"/>
                      <a:pt x="581" y="78"/>
                      <a:pt x="581" y="79"/>
                    </a:cubicBezTo>
                    <a:cubicBezTo>
                      <a:pt x="582" y="79"/>
                      <a:pt x="582" y="80"/>
                      <a:pt x="583" y="80"/>
                    </a:cubicBezTo>
                    <a:cubicBezTo>
                      <a:pt x="584" y="80"/>
                      <a:pt x="585" y="80"/>
                      <a:pt x="586" y="79"/>
                    </a:cubicBezTo>
                    <a:close/>
                    <a:moveTo>
                      <a:pt x="595" y="89"/>
                    </a:moveTo>
                    <a:cubicBezTo>
                      <a:pt x="595" y="25"/>
                      <a:pt x="595" y="25"/>
                      <a:pt x="595" y="25"/>
                    </a:cubicBezTo>
                    <a:cubicBezTo>
                      <a:pt x="601" y="25"/>
                      <a:pt x="601" y="25"/>
                      <a:pt x="601" y="25"/>
                    </a:cubicBezTo>
                    <a:cubicBezTo>
                      <a:pt x="601" y="35"/>
                      <a:pt x="601" y="35"/>
                      <a:pt x="601" y="35"/>
                    </a:cubicBezTo>
                    <a:cubicBezTo>
                      <a:pt x="602" y="30"/>
                      <a:pt x="603" y="27"/>
                      <a:pt x="605" y="26"/>
                    </a:cubicBezTo>
                    <a:cubicBezTo>
                      <a:pt x="606" y="25"/>
                      <a:pt x="607" y="24"/>
                      <a:pt x="608" y="24"/>
                    </a:cubicBezTo>
                    <a:cubicBezTo>
                      <a:pt x="610" y="24"/>
                      <a:pt x="612" y="25"/>
                      <a:pt x="614" y="27"/>
                    </a:cubicBezTo>
                    <a:cubicBezTo>
                      <a:pt x="612" y="37"/>
                      <a:pt x="612" y="37"/>
                      <a:pt x="612" y="37"/>
                    </a:cubicBezTo>
                    <a:cubicBezTo>
                      <a:pt x="611" y="36"/>
                      <a:pt x="609" y="35"/>
                      <a:pt x="608" y="35"/>
                    </a:cubicBezTo>
                    <a:cubicBezTo>
                      <a:pt x="607" y="35"/>
                      <a:pt x="606" y="36"/>
                      <a:pt x="605" y="37"/>
                    </a:cubicBezTo>
                    <a:cubicBezTo>
                      <a:pt x="603" y="39"/>
                      <a:pt x="603" y="41"/>
                      <a:pt x="602" y="43"/>
                    </a:cubicBezTo>
                    <a:cubicBezTo>
                      <a:pt x="602" y="47"/>
                      <a:pt x="601" y="51"/>
                      <a:pt x="601" y="56"/>
                    </a:cubicBezTo>
                    <a:cubicBezTo>
                      <a:pt x="601" y="89"/>
                      <a:pt x="601" y="89"/>
                      <a:pt x="601" y="89"/>
                    </a:cubicBezTo>
                    <a:cubicBezTo>
                      <a:pt x="595" y="89"/>
                      <a:pt x="595" y="89"/>
                      <a:pt x="595" y="89"/>
                    </a:cubicBezTo>
                    <a:close/>
                    <a:moveTo>
                      <a:pt x="619" y="57"/>
                    </a:moveTo>
                    <a:cubicBezTo>
                      <a:pt x="619" y="45"/>
                      <a:pt x="621" y="37"/>
                      <a:pt x="625" y="31"/>
                    </a:cubicBezTo>
                    <a:cubicBezTo>
                      <a:pt x="628" y="26"/>
                      <a:pt x="632" y="24"/>
                      <a:pt x="636" y="24"/>
                    </a:cubicBezTo>
                    <a:cubicBezTo>
                      <a:pt x="641" y="24"/>
                      <a:pt x="645" y="27"/>
                      <a:pt x="648" y="32"/>
                    </a:cubicBezTo>
                    <a:cubicBezTo>
                      <a:pt x="651" y="38"/>
                      <a:pt x="652" y="46"/>
                      <a:pt x="652" y="56"/>
                    </a:cubicBezTo>
                    <a:cubicBezTo>
                      <a:pt x="652" y="64"/>
                      <a:pt x="652" y="71"/>
                      <a:pt x="650" y="76"/>
                    </a:cubicBezTo>
                    <a:cubicBezTo>
                      <a:pt x="649" y="80"/>
                      <a:pt x="647" y="84"/>
                      <a:pt x="644" y="86"/>
                    </a:cubicBezTo>
                    <a:cubicBezTo>
                      <a:pt x="642" y="89"/>
                      <a:pt x="639" y="90"/>
                      <a:pt x="636" y="90"/>
                    </a:cubicBezTo>
                    <a:cubicBezTo>
                      <a:pt x="631" y="90"/>
                      <a:pt x="627" y="87"/>
                      <a:pt x="624" y="82"/>
                    </a:cubicBezTo>
                    <a:cubicBezTo>
                      <a:pt x="621" y="76"/>
                      <a:pt x="619" y="68"/>
                      <a:pt x="619" y="57"/>
                    </a:cubicBezTo>
                    <a:close/>
                    <a:moveTo>
                      <a:pt x="626" y="57"/>
                    </a:moveTo>
                    <a:cubicBezTo>
                      <a:pt x="626" y="65"/>
                      <a:pt x="627" y="71"/>
                      <a:pt x="628" y="75"/>
                    </a:cubicBezTo>
                    <a:cubicBezTo>
                      <a:pt x="630" y="79"/>
                      <a:pt x="633" y="81"/>
                      <a:pt x="636" y="81"/>
                    </a:cubicBezTo>
                    <a:cubicBezTo>
                      <a:pt x="639" y="81"/>
                      <a:pt x="641" y="79"/>
                      <a:pt x="643" y="75"/>
                    </a:cubicBezTo>
                    <a:cubicBezTo>
                      <a:pt x="645" y="71"/>
                      <a:pt x="646" y="65"/>
                      <a:pt x="646" y="57"/>
                    </a:cubicBezTo>
                    <a:cubicBezTo>
                      <a:pt x="646" y="49"/>
                      <a:pt x="645" y="43"/>
                      <a:pt x="643" y="39"/>
                    </a:cubicBezTo>
                    <a:cubicBezTo>
                      <a:pt x="641" y="35"/>
                      <a:pt x="639" y="33"/>
                      <a:pt x="636" y="33"/>
                    </a:cubicBezTo>
                    <a:cubicBezTo>
                      <a:pt x="633" y="33"/>
                      <a:pt x="630" y="35"/>
                      <a:pt x="628" y="39"/>
                    </a:cubicBezTo>
                    <a:cubicBezTo>
                      <a:pt x="627" y="43"/>
                      <a:pt x="626" y="49"/>
                      <a:pt x="626" y="57"/>
                    </a:cubicBezTo>
                    <a:close/>
                    <a:moveTo>
                      <a:pt x="663" y="89"/>
                    </a:moveTo>
                    <a:cubicBezTo>
                      <a:pt x="663" y="25"/>
                      <a:pt x="663" y="25"/>
                      <a:pt x="663" y="25"/>
                    </a:cubicBezTo>
                    <a:cubicBezTo>
                      <a:pt x="668" y="25"/>
                      <a:pt x="668" y="25"/>
                      <a:pt x="668" y="25"/>
                    </a:cubicBezTo>
                    <a:cubicBezTo>
                      <a:pt x="668" y="34"/>
                      <a:pt x="668" y="34"/>
                      <a:pt x="668" y="34"/>
                    </a:cubicBezTo>
                    <a:cubicBezTo>
                      <a:pt x="671" y="27"/>
                      <a:pt x="675" y="24"/>
                      <a:pt x="679" y="24"/>
                    </a:cubicBezTo>
                    <a:cubicBezTo>
                      <a:pt x="682" y="24"/>
                      <a:pt x="683" y="25"/>
                      <a:pt x="685" y="26"/>
                    </a:cubicBezTo>
                    <a:cubicBezTo>
                      <a:pt x="687" y="27"/>
                      <a:pt x="688" y="29"/>
                      <a:pt x="689" y="31"/>
                    </a:cubicBezTo>
                    <a:cubicBezTo>
                      <a:pt x="690" y="34"/>
                      <a:pt x="691" y="36"/>
                      <a:pt x="691" y="39"/>
                    </a:cubicBezTo>
                    <a:cubicBezTo>
                      <a:pt x="691" y="41"/>
                      <a:pt x="691" y="45"/>
                      <a:pt x="691" y="50"/>
                    </a:cubicBezTo>
                    <a:cubicBezTo>
                      <a:pt x="691" y="89"/>
                      <a:pt x="691" y="89"/>
                      <a:pt x="691" y="89"/>
                    </a:cubicBezTo>
                    <a:cubicBezTo>
                      <a:pt x="685" y="89"/>
                      <a:pt x="685" y="89"/>
                      <a:pt x="685" y="89"/>
                    </a:cubicBezTo>
                    <a:cubicBezTo>
                      <a:pt x="685" y="50"/>
                      <a:pt x="685" y="50"/>
                      <a:pt x="685" y="50"/>
                    </a:cubicBezTo>
                    <a:cubicBezTo>
                      <a:pt x="685" y="46"/>
                      <a:pt x="685" y="43"/>
                      <a:pt x="685" y="40"/>
                    </a:cubicBezTo>
                    <a:cubicBezTo>
                      <a:pt x="684" y="38"/>
                      <a:pt x="683" y="36"/>
                      <a:pt x="682" y="35"/>
                    </a:cubicBezTo>
                    <a:cubicBezTo>
                      <a:pt x="681" y="34"/>
                      <a:pt x="680" y="33"/>
                      <a:pt x="678" y="33"/>
                    </a:cubicBezTo>
                    <a:cubicBezTo>
                      <a:pt x="676" y="33"/>
                      <a:pt x="673" y="35"/>
                      <a:pt x="672" y="38"/>
                    </a:cubicBezTo>
                    <a:cubicBezTo>
                      <a:pt x="670" y="40"/>
                      <a:pt x="669" y="46"/>
                      <a:pt x="669" y="54"/>
                    </a:cubicBezTo>
                    <a:cubicBezTo>
                      <a:pt x="669" y="89"/>
                      <a:pt x="669" y="89"/>
                      <a:pt x="669" y="89"/>
                    </a:cubicBezTo>
                    <a:cubicBezTo>
                      <a:pt x="663" y="89"/>
                      <a:pt x="663" y="89"/>
                      <a:pt x="663" y="89"/>
                    </a:cubicBezTo>
                    <a:close/>
                    <a:moveTo>
                      <a:pt x="704" y="14"/>
                    </a:moveTo>
                    <a:cubicBezTo>
                      <a:pt x="704" y="1"/>
                      <a:pt x="704" y="1"/>
                      <a:pt x="704" y="1"/>
                    </a:cubicBezTo>
                    <a:cubicBezTo>
                      <a:pt x="710" y="1"/>
                      <a:pt x="710" y="1"/>
                      <a:pt x="710" y="1"/>
                    </a:cubicBezTo>
                    <a:cubicBezTo>
                      <a:pt x="710" y="14"/>
                      <a:pt x="710" y="14"/>
                      <a:pt x="710" y="14"/>
                    </a:cubicBezTo>
                    <a:cubicBezTo>
                      <a:pt x="704" y="14"/>
                      <a:pt x="704" y="14"/>
                      <a:pt x="704" y="14"/>
                    </a:cubicBezTo>
                    <a:close/>
                    <a:moveTo>
                      <a:pt x="704" y="89"/>
                    </a:moveTo>
                    <a:cubicBezTo>
                      <a:pt x="704" y="25"/>
                      <a:pt x="704" y="25"/>
                      <a:pt x="704" y="25"/>
                    </a:cubicBezTo>
                    <a:cubicBezTo>
                      <a:pt x="710" y="25"/>
                      <a:pt x="710" y="25"/>
                      <a:pt x="710" y="25"/>
                    </a:cubicBezTo>
                    <a:cubicBezTo>
                      <a:pt x="710" y="89"/>
                      <a:pt x="710" y="89"/>
                      <a:pt x="710" y="89"/>
                    </a:cubicBezTo>
                    <a:cubicBezTo>
                      <a:pt x="704" y="89"/>
                      <a:pt x="704" y="89"/>
                      <a:pt x="704" y="89"/>
                    </a:cubicBezTo>
                    <a:close/>
                    <a:moveTo>
                      <a:pt x="746" y="66"/>
                    </a:moveTo>
                    <a:cubicBezTo>
                      <a:pt x="752" y="67"/>
                      <a:pt x="752" y="67"/>
                      <a:pt x="752" y="67"/>
                    </a:cubicBezTo>
                    <a:cubicBezTo>
                      <a:pt x="751" y="74"/>
                      <a:pt x="749" y="80"/>
                      <a:pt x="747" y="84"/>
                    </a:cubicBezTo>
                    <a:cubicBezTo>
                      <a:pt x="744" y="88"/>
                      <a:pt x="741" y="90"/>
                      <a:pt x="737" y="90"/>
                    </a:cubicBezTo>
                    <a:cubicBezTo>
                      <a:pt x="732" y="90"/>
                      <a:pt x="728" y="87"/>
                      <a:pt x="726" y="82"/>
                    </a:cubicBezTo>
                    <a:cubicBezTo>
                      <a:pt x="723" y="76"/>
                      <a:pt x="721" y="68"/>
                      <a:pt x="721" y="57"/>
                    </a:cubicBezTo>
                    <a:cubicBezTo>
                      <a:pt x="721" y="50"/>
                      <a:pt x="722" y="44"/>
                      <a:pt x="723" y="39"/>
                    </a:cubicBezTo>
                    <a:cubicBezTo>
                      <a:pt x="724" y="34"/>
                      <a:pt x="726" y="30"/>
                      <a:pt x="729" y="28"/>
                    </a:cubicBezTo>
                    <a:cubicBezTo>
                      <a:pt x="731" y="25"/>
                      <a:pt x="734" y="24"/>
                      <a:pt x="737" y="24"/>
                    </a:cubicBezTo>
                    <a:cubicBezTo>
                      <a:pt x="741" y="24"/>
                      <a:pt x="744" y="26"/>
                      <a:pt x="746" y="29"/>
                    </a:cubicBezTo>
                    <a:cubicBezTo>
                      <a:pt x="749" y="33"/>
                      <a:pt x="750" y="38"/>
                      <a:pt x="751" y="44"/>
                    </a:cubicBezTo>
                    <a:cubicBezTo>
                      <a:pt x="745" y="46"/>
                      <a:pt x="745" y="46"/>
                      <a:pt x="745" y="46"/>
                    </a:cubicBezTo>
                    <a:cubicBezTo>
                      <a:pt x="745" y="41"/>
                      <a:pt x="744" y="38"/>
                      <a:pt x="742" y="36"/>
                    </a:cubicBezTo>
                    <a:cubicBezTo>
                      <a:pt x="741" y="34"/>
                      <a:pt x="739" y="33"/>
                      <a:pt x="737" y="33"/>
                    </a:cubicBezTo>
                    <a:cubicBezTo>
                      <a:pt x="734" y="33"/>
                      <a:pt x="732" y="35"/>
                      <a:pt x="730" y="39"/>
                    </a:cubicBezTo>
                    <a:cubicBezTo>
                      <a:pt x="728" y="42"/>
                      <a:pt x="727" y="49"/>
                      <a:pt x="727" y="57"/>
                    </a:cubicBezTo>
                    <a:cubicBezTo>
                      <a:pt x="727" y="66"/>
                      <a:pt x="728" y="72"/>
                      <a:pt x="730" y="76"/>
                    </a:cubicBezTo>
                    <a:cubicBezTo>
                      <a:pt x="732" y="80"/>
                      <a:pt x="734" y="81"/>
                      <a:pt x="737" y="81"/>
                    </a:cubicBezTo>
                    <a:cubicBezTo>
                      <a:pt x="739" y="81"/>
                      <a:pt x="741" y="80"/>
                      <a:pt x="743" y="78"/>
                    </a:cubicBezTo>
                    <a:cubicBezTo>
                      <a:pt x="744" y="75"/>
                      <a:pt x="745" y="71"/>
                      <a:pt x="746" y="66"/>
                    </a:cubicBezTo>
                    <a:close/>
                    <a:moveTo>
                      <a:pt x="774" y="61"/>
                    </a:moveTo>
                    <a:cubicBezTo>
                      <a:pt x="780" y="60"/>
                      <a:pt x="780" y="60"/>
                      <a:pt x="780" y="60"/>
                    </a:cubicBezTo>
                    <a:cubicBezTo>
                      <a:pt x="780" y="64"/>
                      <a:pt x="781" y="68"/>
                      <a:pt x="782" y="71"/>
                    </a:cubicBezTo>
                    <a:cubicBezTo>
                      <a:pt x="783" y="73"/>
                      <a:pt x="785" y="76"/>
                      <a:pt x="787" y="77"/>
                    </a:cubicBezTo>
                    <a:cubicBezTo>
                      <a:pt x="789" y="79"/>
                      <a:pt x="792" y="80"/>
                      <a:pt x="794" y="80"/>
                    </a:cubicBezTo>
                    <a:cubicBezTo>
                      <a:pt x="797" y="80"/>
                      <a:pt x="799" y="79"/>
                      <a:pt x="801" y="78"/>
                    </a:cubicBezTo>
                    <a:cubicBezTo>
                      <a:pt x="803" y="77"/>
                      <a:pt x="804" y="75"/>
                      <a:pt x="805" y="73"/>
                    </a:cubicBezTo>
                    <a:cubicBezTo>
                      <a:pt x="806" y="70"/>
                      <a:pt x="806" y="68"/>
                      <a:pt x="806" y="65"/>
                    </a:cubicBezTo>
                    <a:cubicBezTo>
                      <a:pt x="806" y="62"/>
                      <a:pt x="806" y="60"/>
                      <a:pt x="805" y="58"/>
                    </a:cubicBezTo>
                    <a:cubicBezTo>
                      <a:pt x="804" y="56"/>
                      <a:pt x="803" y="54"/>
                      <a:pt x="801" y="53"/>
                    </a:cubicBezTo>
                    <a:cubicBezTo>
                      <a:pt x="799" y="52"/>
                      <a:pt x="796" y="50"/>
                      <a:pt x="792" y="48"/>
                    </a:cubicBezTo>
                    <a:cubicBezTo>
                      <a:pt x="788" y="46"/>
                      <a:pt x="785" y="45"/>
                      <a:pt x="783" y="43"/>
                    </a:cubicBezTo>
                    <a:cubicBezTo>
                      <a:pt x="780" y="41"/>
                      <a:pt x="779" y="38"/>
                      <a:pt x="778" y="35"/>
                    </a:cubicBezTo>
                    <a:cubicBezTo>
                      <a:pt x="776" y="31"/>
                      <a:pt x="776" y="28"/>
                      <a:pt x="776" y="24"/>
                    </a:cubicBezTo>
                    <a:cubicBezTo>
                      <a:pt x="776" y="19"/>
                      <a:pt x="777" y="15"/>
                      <a:pt x="778" y="11"/>
                    </a:cubicBezTo>
                    <a:cubicBezTo>
                      <a:pt x="779" y="8"/>
                      <a:pt x="781" y="5"/>
                      <a:pt x="784" y="3"/>
                    </a:cubicBezTo>
                    <a:cubicBezTo>
                      <a:pt x="787" y="1"/>
                      <a:pt x="790" y="0"/>
                      <a:pt x="793" y="0"/>
                    </a:cubicBezTo>
                    <a:cubicBezTo>
                      <a:pt x="796" y="0"/>
                      <a:pt x="800" y="1"/>
                      <a:pt x="802" y="3"/>
                    </a:cubicBezTo>
                    <a:cubicBezTo>
                      <a:pt x="805" y="5"/>
                      <a:pt x="807" y="8"/>
                      <a:pt x="809" y="12"/>
                    </a:cubicBezTo>
                    <a:cubicBezTo>
                      <a:pt x="810" y="16"/>
                      <a:pt x="811" y="21"/>
                      <a:pt x="811" y="26"/>
                    </a:cubicBezTo>
                    <a:cubicBezTo>
                      <a:pt x="805" y="27"/>
                      <a:pt x="805" y="27"/>
                      <a:pt x="805" y="27"/>
                    </a:cubicBezTo>
                    <a:cubicBezTo>
                      <a:pt x="805" y="21"/>
                      <a:pt x="803" y="17"/>
                      <a:pt x="802" y="14"/>
                    </a:cubicBezTo>
                    <a:cubicBezTo>
                      <a:pt x="800" y="11"/>
                      <a:pt x="797" y="10"/>
                      <a:pt x="793" y="10"/>
                    </a:cubicBezTo>
                    <a:cubicBezTo>
                      <a:pt x="789" y="10"/>
                      <a:pt x="786" y="11"/>
                      <a:pt x="785" y="14"/>
                    </a:cubicBezTo>
                    <a:cubicBezTo>
                      <a:pt x="783" y="16"/>
                      <a:pt x="782" y="19"/>
                      <a:pt x="782" y="23"/>
                    </a:cubicBezTo>
                    <a:cubicBezTo>
                      <a:pt x="782" y="26"/>
                      <a:pt x="783" y="29"/>
                      <a:pt x="784" y="31"/>
                    </a:cubicBezTo>
                    <a:cubicBezTo>
                      <a:pt x="785" y="33"/>
                      <a:pt x="788" y="35"/>
                      <a:pt x="794" y="37"/>
                    </a:cubicBezTo>
                    <a:cubicBezTo>
                      <a:pt x="799" y="39"/>
                      <a:pt x="802" y="41"/>
                      <a:pt x="804" y="43"/>
                    </a:cubicBezTo>
                    <a:cubicBezTo>
                      <a:pt x="807" y="45"/>
                      <a:pt x="809" y="48"/>
                      <a:pt x="810" y="52"/>
                    </a:cubicBezTo>
                    <a:cubicBezTo>
                      <a:pt x="812" y="55"/>
                      <a:pt x="812" y="59"/>
                      <a:pt x="812" y="64"/>
                    </a:cubicBezTo>
                    <a:cubicBezTo>
                      <a:pt x="812" y="69"/>
                      <a:pt x="812" y="73"/>
                      <a:pt x="810" y="77"/>
                    </a:cubicBezTo>
                    <a:cubicBezTo>
                      <a:pt x="809" y="81"/>
                      <a:pt x="807" y="85"/>
                      <a:pt x="804" y="87"/>
                    </a:cubicBezTo>
                    <a:cubicBezTo>
                      <a:pt x="801" y="89"/>
                      <a:pt x="798" y="90"/>
                      <a:pt x="795" y="90"/>
                    </a:cubicBezTo>
                    <a:cubicBezTo>
                      <a:pt x="790" y="90"/>
                      <a:pt x="787" y="89"/>
                      <a:pt x="784" y="87"/>
                    </a:cubicBezTo>
                    <a:cubicBezTo>
                      <a:pt x="781" y="85"/>
                      <a:pt x="778" y="81"/>
                      <a:pt x="777" y="76"/>
                    </a:cubicBezTo>
                    <a:cubicBezTo>
                      <a:pt x="775" y="72"/>
                      <a:pt x="774" y="67"/>
                      <a:pt x="774" y="61"/>
                    </a:cubicBezTo>
                    <a:close/>
                    <a:moveTo>
                      <a:pt x="847" y="66"/>
                    </a:moveTo>
                    <a:cubicBezTo>
                      <a:pt x="853" y="67"/>
                      <a:pt x="853" y="67"/>
                      <a:pt x="853" y="67"/>
                    </a:cubicBezTo>
                    <a:cubicBezTo>
                      <a:pt x="852" y="74"/>
                      <a:pt x="851" y="80"/>
                      <a:pt x="848" y="84"/>
                    </a:cubicBezTo>
                    <a:cubicBezTo>
                      <a:pt x="845" y="88"/>
                      <a:pt x="842" y="90"/>
                      <a:pt x="838" y="90"/>
                    </a:cubicBezTo>
                    <a:cubicBezTo>
                      <a:pt x="834" y="90"/>
                      <a:pt x="830" y="87"/>
                      <a:pt x="827" y="82"/>
                    </a:cubicBezTo>
                    <a:cubicBezTo>
                      <a:pt x="824" y="76"/>
                      <a:pt x="822" y="68"/>
                      <a:pt x="822" y="57"/>
                    </a:cubicBezTo>
                    <a:cubicBezTo>
                      <a:pt x="822" y="50"/>
                      <a:pt x="823" y="44"/>
                      <a:pt x="824" y="39"/>
                    </a:cubicBezTo>
                    <a:cubicBezTo>
                      <a:pt x="826" y="34"/>
                      <a:pt x="827" y="30"/>
                      <a:pt x="830" y="28"/>
                    </a:cubicBezTo>
                    <a:cubicBezTo>
                      <a:pt x="833" y="25"/>
                      <a:pt x="835" y="24"/>
                      <a:pt x="838" y="24"/>
                    </a:cubicBezTo>
                    <a:cubicBezTo>
                      <a:pt x="842" y="24"/>
                      <a:pt x="845" y="26"/>
                      <a:pt x="848" y="29"/>
                    </a:cubicBezTo>
                    <a:cubicBezTo>
                      <a:pt x="850" y="33"/>
                      <a:pt x="852" y="38"/>
                      <a:pt x="852" y="44"/>
                    </a:cubicBezTo>
                    <a:cubicBezTo>
                      <a:pt x="847" y="46"/>
                      <a:pt x="847" y="46"/>
                      <a:pt x="847" y="46"/>
                    </a:cubicBezTo>
                    <a:cubicBezTo>
                      <a:pt x="846" y="41"/>
                      <a:pt x="845" y="38"/>
                      <a:pt x="844" y="36"/>
                    </a:cubicBezTo>
                    <a:cubicBezTo>
                      <a:pt x="842" y="34"/>
                      <a:pt x="841" y="33"/>
                      <a:pt x="839" y="33"/>
                    </a:cubicBezTo>
                    <a:cubicBezTo>
                      <a:pt x="836" y="33"/>
                      <a:pt x="833" y="35"/>
                      <a:pt x="831" y="39"/>
                    </a:cubicBezTo>
                    <a:cubicBezTo>
                      <a:pt x="829" y="42"/>
                      <a:pt x="828" y="49"/>
                      <a:pt x="828" y="57"/>
                    </a:cubicBezTo>
                    <a:cubicBezTo>
                      <a:pt x="828" y="66"/>
                      <a:pt x="829" y="72"/>
                      <a:pt x="831" y="76"/>
                    </a:cubicBezTo>
                    <a:cubicBezTo>
                      <a:pt x="833" y="80"/>
                      <a:pt x="835" y="81"/>
                      <a:pt x="838" y="81"/>
                    </a:cubicBezTo>
                    <a:cubicBezTo>
                      <a:pt x="841" y="81"/>
                      <a:pt x="843" y="80"/>
                      <a:pt x="844" y="78"/>
                    </a:cubicBezTo>
                    <a:cubicBezTo>
                      <a:pt x="846" y="75"/>
                      <a:pt x="847" y="71"/>
                      <a:pt x="847" y="66"/>
                    </a:cubicBezTo>
                    <a:close/>
                    <a:moveTo>
                      <a:pt x="862" y="14"/>
                    </a:moveTo>
                    <a:cubicBezTo>
                      <a:pt x="862" y="1"/>
                      <a:pt x="862" y="1"/>
                      <a:pt x="862" y="1"/>
                    </a:cubicBezTo>
                    <a:cubicBezTo>
                      <a:pt x="868" y="1"/>
                      <a:pt x="868" y="1"/>
                      <a:pt x="868" y="1"/>
                    </a:cubicBezTo>
                    <a:cubicBezTo>
                      <a:pt x="868" y="14"/>
                      <a:pt x="868" y="14"/>
                      <a:pt x="868" y="14"/>
                    </a:cubicBezTo>
                    <a:cubicBezTo>
                      <a:pt x="862" y="14"/>
                      <a:pt x="862" y="14"/>
                      <a:pt x="862" y="14"/>
                    </a:cubicBezTo>
                    <a:close/>
                    <a:moveTo>
                      <a:pt x="862" y="89"/>
                    </a:moveTo>
                    <a:cubicBezTo>
                      <a:pt x="862" y="25"/>
                      <a:pt x="862" y="25"/>
                      <a:pt x="862" y="25"/>
                    </a:cubicBezTo>
                    <a:cubicBezTo>
                      <a:pt x="868" y="25"/>
                      <a:pt x="868" y="25"/>
                      <a:pt x="868" y="25"/>
                    </a:cubicBezTo>
                    <a:cubicBezTo>
                      <a:pt x="868" y="89"/>
                      <a:pt x="868" y="89"/>
                      <a:pt x="868" y="89"/>
                    </a:cubicBezTo>
                    <a:cubicBezTo>
                      <a:pt x="862" y="89"/>
                      <a:pt x="862" y="89"/>
                      <a:pt x="862" y="89"/>
                    </a:cubicBezTo>
                    <a:close/>
                    <a:moveTo>
                      <a:pt x="904" y="68"/>
                    </a:moveTo>
                    <a:cubicBezTo>
                      <a:pt x="911" y="70"/>
                      <a:pt x="911" y="70"/>
                      <a:pt x="911" y="70"/>
                    </a:cubicBezTo>
                    <a:cubicBezTo>
                      <a:pt x="910" y="76"/>
                      <a:pt x="908" y="81"/>
                      <a:pt x="905" y="85"/>
                    </a:cubicBezTo>
                    <a:cubicBezTo>
                      <a:pt x="903" y="89"/>
                      <a:pt x="899" y="90"/>
                      <a:pt x="895" y="90"/>
                    </a:cubicBezTo>
                    <a:cubicBezTo>
                      <a:pt x="890" y="90"/>
                      <a:pt x="886" y="87"/>
                      <a:pt x="883" y="82"/>
                    </a:cubicBezTo>
                    <a:cubicBezTo>
                      <a:pt x="880" y="76"/>
                      <a:pt x="878" y="68"/>
                      <a:pt x="878" y="58"/>
                    </a:cubicBezTo>
                    <a:cubicBezTo>
                      <a:pt x="878" y="47"/>
                      <a:pt x="880" y="39"/>
                      <a:pt x="883" y="33"/>
                    </a:cubicBezTo>
                    <a:cubicBezTo>
                      <a:pt x="886" y="27"/>
                      <a:pt x="890" y="24"/>
                      <a:pt x="895" y="24"/>
                    </a:cubicBezTo>
                    <a:cubicBezTo>
                      <a:pt x="899" y="24"/>
                      <a:pt x="903" y="27"/>
                      <a:pt x="906" y="33"/>
                    </a:cubicBezTo>
                    <a:cubicBezTo>
                      <a:pt x="909" y="38"/>
                      <a:pt x="911" y="46"/>
                      <a:pt x="911" y="57"/>
                    </a:cubicBezTo>
                    <a:cubicBezTo>
                      <a:pt x="911" y="58"/>
                      <a:pt x="911" y="59"/>
                      <a:pt x="911" y="60"/>
                    </a:cubicBezTo>
                    <a:cubicBezTo>
                      <a:pt x="885" y="60"/>
                      <a:pt x="885" y="60"/>
                      <a:pt x="885" y="60"/>
                    </a:cubicBezTo>
                    <a:cubicBezTo>
                      <a:pt x="885" y="67"/>
                      <a:pt x="886" y="72"/>
                      <a:pt x="888" y="76"/>
                    </a:cubicBezTo>
                    <a:cubicBezTo>
                      <a:pt x="890" y="80"/>
                      <a:pt x="892" y="81"/>
                      <a:pt x="895" y="81"/>
                    </a:cubicBezTo>
                    <a:cubicBezTo>
                      <a:pt x="897" y="81"/>
                      <a:pt x="899" y="80"/>
                      <a:pt x="901" y="78"/>
                    </a:cubicBezTo>
                    <a:cubicBezTo>
                      <a:pt x="902" y="76"/>
                      <a:pt x="903" y="73"/>
                      <a:pt x="904" y="68"/>
                    </a:cubicBezTo>
                    <a:close/>
                    <a:moveTo>
                      <a:pt x="885" y="51"/>
                    </a:moveTo>
                    <a:cubicBezTo>
                      <a:pt x="904" y="51"/>
                      <a:pt x="904" y="51"/>
                      <a:pt x="904" y="51"/>
                    </a:cubicBezTo>
                    <a:cubicBezTo>
                      <a:pt x="904" y="46"/>
                      <a:pt x="903" y="42"/>
                      <a:pt x="902" y="39"/>
                    </a:cubicBezTo>
                    <a:cubicBezTo>
                      <a:pt x="900" y="35"/>
                      <a:pt x="898" y="33"/>
                      <a:pt x="895" y="33"/>
                    </a:cubicBezTo>
                    <a:cubicBezTo>
                      <a:pt x="892" y="33"/>
                      <a:pt x="890" y="34"/>
                      <a:pt x="888" y="38"/>
                    </a:cubicBezTo>
                    <a:cubicBezTo>
                      <a:pt x="886" y="41"/>
                      <a:pt x="885" y="45"/>
                      <a:pt x="885" y="51"/>
                    </a:cubicBezTo>
                    <a:close/>
                    <a:moveTo>
                      <a:pt x="922" y="89"/>
                    </a:moveTo>
                    <a:cubicBezTo>
                      <a:pt x="922" y="25"/>
                      <a:pt x="922" y="25"/>
                      <a:pt x="922" y="25"/>
                    </a:cubicBezTo>
                    <a:cubicBezTo>
                      <a:pt x="927" y="25"/>
                      <a:pt x="927" y="25"/>
                      <a:pt x="927" y="25"/>
                    </a:cubicBezTo>
                    <a:cubicBezTo>
                      <a:pt x="927" y="34"/>
                      <a:pt x="927" y="34"/>
                      <a:pt x="927" y="34"/>
                    </a:cubicBezTo>
                    <a:cubicBezTo>
                      <a:pt x="930" y="27"/>
                      <a:pt x="933" y="24"/>
                      <a:pt x="938" y="24"/>
                    </a:cubicBezTo>
                    <a:cubicBezTo>
                      <a:pt x="940" y="24"/>
                      <a:pt x="942" y="25"/>
                      <a:pt x="944" y="26"/>
                    </a:cubicBezTo>
                    <a:cubicBezTo>
                      <a:pt x="946" y="27"/>
                      <a:pt x="947" y="29"/>
                      <a:pt x="948" y="31"/>
                    </a:cubicBezTo>
                    <a:cubicBezTo>
                      <a:pt x="949" y="34"/>
                      <a:pt x="949" y="36"/>
                      <a:pt x="950" y="39"/>
                    </a:cubicBezTo>
                    <a:cubicBezTo>
                      <a:pt x="950" y="41"/>
                      <a:pt x="950" y="45"/>
                      <a:pt x="950" y="50"/>
                    </a:cubicBezTo>
                    <a:cubicBezTo>
                      <a:pt x="950" y="89"/>
                      <a:pt x="950" y="89"/>
                      <a:pt x="950" y="89"/>
                    </a:cubicBezTo>
                    <a:cubicBezTo>
                      <a:pt x="944" y="89"/>
                      <a:pt x="944" y="89"/>
                      <a:pt x="944" y="89"/>
                    </a:cubicBezTo>
                    <a:cubicBezTo>
                      <a:pt x="944" y="50"/>
                      <a:pt x="944" y="50"/>
                      <a:pt x="944" y="50"/>
                    </a:cubicBezTo>
                    <a:cubicBezTo>
                      <a:pt x="944" y="46"/>
                      <a:pt x="944" y="43"/>
                      <a:pt x="944" y="40"/>
                    </a:cubicBezTo>
                    <a:cubicBezTo>
                      <a:pt x="943" y="38"/>
                      <a:pt x="942" y="36"/>
                      <a:pt x="941" y="35"/>
                    </a:cubicBezTo>
                    <a:cubicBezTo>
                      <a:pt x="940" y="34"/>
                      <a:pt x="939" y="33"/>
                      <a:pt x="937" y="33"/>
                    </a:cubicBezTo>
                    <a:cubicBezTo>
                      <a:pt x="934" y="33"/>
                      <a:pt x="932" y="35"/>
                      <a:pt x="930" y="38"/>
                    </a:cubicBezTo>
                    <a:cubicBezTo>
                      <a:pt x="929" y="40"/>
                      <a:pt x="928" y="46"/>
                      <a:pt x="928" y="54"/>
                    </a:cubicBezTo>
                    <a:cubicBezTo>
                      <a:pt x="928" y="89"/>
                      <a:pt x="928" y="89"/>
                      <a:pt x="928" y="89"/>
                    </a:cubicBezTo>
                    <a:cubicBezTo>
                      <a:pt x="922" y="89"/>
                      <a:pt x="922" y="89"/>
                      <a:pt x="922" y="89"/>
                    </a:cubicBezTo>
                    <a:close/>
                    <a:moveTo>
                      <a:pt x="986" y="66"/>
                    </a:moveTo>
                    <a:cubicBezTo>
                      <a:pt x="992" y="67"/>
                      <a:pt x="992" y="67"/>
                      <a:pt x="992" y="67"/>
                    </a:cubicBezTo>
                    <a:cubicBezTo>
                      <a:pt x="991" y="74"/>
                      <a:pt x="989" y="80"/>
                      <a:pt x="987" y="84"/>
                    </a:cubicBezTo>
                    <a:cubicBezTo>
                      <a:pt x="984" y="88"/>
                      <a:pt x="981" y="90"/>
                      <a:pt x="977" y="90"/>
                    </a:cubicBezTo>
                    <a:cubicBezTo>
                      <a:pt x="972" y="90"/>
                      <a:pt x="968" y="87"/>
                      <a:pt x="966" y="82"/>
                    </a:cubicBezTo>
                    <a:cubicBezTo>
                      <a:pt x="963" y="76"/>
                      <a:pt x="961" y="68"/>
                      <a:pt x="961" y="57"/>
                    </a:cubicBezTo>
                    <a:cubicBezTo>
                      <a:pt x="961" y="50"/>
                      <a:pt x="962" y="44"/>
                      <a:pt x="963" y="39"/>
                    </a:cubicBezTo>
                    <a:cubicBezTo>
                      <a:pt x="964" y="34"/>
                      <a:pt x="966" y="30"/>
                      <a:pt x="969" y="28"/>
                    </a:cubicBezTo>
                    <a:cubicBezTo>
                      <a:pt x="971" y="25"/>
                      <a:pt x="974" y="24"/>
                      <a:pt x="977" y="24"/>
                    </a:cubicBezTo>
                    <a:cubicBezTo>
                      <a:pt x="981" y="24"/>
                      <a:pt x="984" y="26"/>
                      <a:pt x="986" y="29"/>
                    </a:cubicBezTo>
                    <a:cubicBezTo>
                      <a:pt x="989" y="33"/>
                      <a:pt x="990" y="38"/>
                      <a:pt x="991" y="44"/>
                    </a:cubicBezTo>
                    <a:cubicBezTo>
                      <a:pt x="985" y="46"/>
                      <a:pt x="985" y="46"/>
                      <a:pt x="985" y="46"/>
                    </a:cubicBezTo>
                    <a:cubicBezTo>
                      <a:pt x="985" y="41"/>
                      <a:pt x="984" y="38"/>
                      <a:pt x="982" y="36"/>
                    </a:cubicBezTo>
                    <a:cubicBezTo>
                      <a:pt x="981" y="34"/>
                      <a:pt x="979" y="33"/>
                      <a:pt x="977" y="33"/>
                    </a:cubicBezTo>
                    <a:cubicBezTo>
                      <a:pt x="974" y="33"/>
                      <a:pt x="972" y="35"/>
                      <a:pt x="970" y="39"/>
                    </a:cubicBezTo>
                    <a:cubicBezTo>
                      <a:pt x="968" y="42"/>
                      <a:pt x="967" y="49"/>
                      <a:pt x="967" y="57"/>
                    </a:cubicBezTo>
                    <a:cubicBezTo>
                      <a:pt x="967" y="66"/>
                      <a:pt x="968" y="72"/>
                      <a:pt x="970" y="76"/>
                    </a:cubicBezTo>
                    <a:cubicBezTo>
                      <a:pt x="972" y="80"/>
                      <a:pt x="974" y="81"/>
                      <a:pt x="977" y="81"/>
                    </a:cubicBezTo>
                    <a:cubicBezTo>
                      <a:pt x="979" y="81"/>
                      <a:pt x="981" y="80"/>
                      <a:pt x="983" y="78"/>
                    </a:cubicBezTo>
                    <a:cubicBezTo>
                      <a:pt x="984" y="75"/>
                      <a:pt x="985" y="71"/>
                      <a:pt x="986" y="66"/>
                    </a:cubicBezTo>
                    <a:close/>
                    <a:moveTo>
                      <a:pt x="1024" y="68"/>
                    </a:moveTo>
                    <a:cubicBezTo>
                      <a:pt x="1031" y="70"/>
                      <a:pt x="1031" y="70"/>
                      <a:pt x="1031" y="70"/>
                    </a:cubicBezTo>
                    <a:cubicBezTo>
                      <a:pt x="1030" y="76"/>
                      <a:pt x="1028" y="81"/>
                      <a:pt x="1025" y="85"/>
                    </a:cubicBezTo>
                    <a:cubicBezTo>
                      <a:pt x="1023" y="89"/>
                      <a:pt x="1019" y="90"/>
                      <a:pt x="1015" y="90"/>
                    </a:cubicBezTo>
                    <a:cubicBezTo>
                      <a:pt x="1010" y="90"/>
                      <a:pt x="1006" y="87"/>
                      <a:pt x="1003" y="82"/>
                    </a:cubicBezTo>
                    <a:cubicBezTo>
                      <a:pt x="1000" y="76"/>
                      <a:pt x="998" y="68"/>
                      <a:pt x="998" y="58"/>
                    </a:cubicBezTo>
                    <a:cubicBezTo>
                      <a:pt x="998" y="47"/>
                      <a:pt x="1000" y="39"/>
                      <a:pt x="1003" y="33"/>
                    </a:cubicBezTo>
                    <a:cubicBezTo>
                      <a:pt x="1006" y="27"/>
                      <a:pt x="1010" y="24"/>
                      <a:pt x="1015" y="24"/>
                    </a:cubicBezTo>
                    <a:cubicBezTo>
                      <a:pt x="1020" y="24"/>
                      <a:pt x="1023" y="27"/>
                      <a:pt x="1026" y="33"/>
                    </a:cubicBezTo>
                    <a:cubicBezTo>
                      <a:pt x="1029" y="38"/>
                      <a:pt x="1031" y="46"/>
                      <a:pt x="1031" y="57"/>
                    </a:cubicBezTo>
                    <a:cubicBezTo>
                      <a:pt x="1031" y="58"/>
                      <a:pt x="1031" y="59"/>
                      <a:pt x="1031" y="60"/>
                    </a:cubicBezTo>
                    <a:cubicBezTo>
                      <a:pt x="1005" y="60"/>
                      <a:pt x="1005" y="60"/>
                      <a:pt x="1005" y="60"/>
                    </a:cubicBezTo>
                    <a:cubicBezTo>
                      <a:pt x="1005" y="67"/>
                      <a:pt x="1006" y="72"/>
                      <a:pt x="1008" y="76"/>
                    </a:cubicBezTo>
                    <a:cubicBezTo>
                      <a:pt x="1010" y="80"/>
                      <a:pt x="1012" y="81"/>
                      <a:pt x="1015" y="81"/>
                    </a:cubicBezTo>
                    <a:cubicBezTo>
                      <a:pt x="1017" y="81"/>
                      <a:pt x="1019" y="80"/>
                      <a:pt x="1021" y="78"/>
                    </a:cubicBezTo>
                    <a:cubicBezTo>
                      <a:pt x="1022" y="76"/>
                      <a:pt x="1024" y="73"/>
                      <a:pt x="1024" y="68"/>
                    </a:cubicBezTo>
                    <a:close/>
                    <a:moveTo>
                      <a:pt x="1005" y="51"/>
                    </a:moveTo>
                    <a:cubicBezTo>
                      <a:pt x="1024" y="51"/>
                      <a:pt x="1024" y="51"/>
                      <a:pt x="1024" y="51"/>
                    </a:cubicBezTo>
                    <a:cubicBezTo>
                      <a:pt x="1024" y="46"/>
                      <a:pt x="1023" y="42"/>
                      <a:pt x="1022" y="39"/>
                    </a:cubicBezTo>
                    <a:cubicBezTo>
                      <a:pt x="1020" y="35"/>
                      <a:pt x="1018" y="33"/>
                      <a:pt x="1015" y="33"/>
                    </a:cubicBezTo>
                    <a:cubicBezTo>
                      <a:pt x="1012" y="33"/>
                      <a:pt x="1010" y="34"/>
                      <a:pt x="1008" y="38"/>
                    </a:cubicBezTo>
                    <a:cubicBezTo>
                      <a:pt x="1006" y="41"/>
                      <a:pt x="1005" y="45"/>
                      <a:pt x="1005" y="51"/>
                    </a:cubicBezTo>
                    <a:close/>
                    <a:moveTo>
                      <a:pt x="1080" y="81"/>
                    </a:moveTo>
                    <a:cubicBezTo>
                      <a:pt x="1077" y="84"/>
                      <a:pt x="1075" y="87"/>
                      <a:pt x="1073" y="88"/>
                    </a:cubicBezTo>
                    <a:cubicBezTo>
                      <a:pt x="1071" y="90"/>
                      <a:pt x="1069" y="90"/>
                      <a:pt x="1067" y="90"/>
                    </a:cubicBezTo>
                    <a:cubicBezTo>
                      <a:pt x="1063" y="90"/>
                      <a:pt x="1060" y="89"/>
                      <a:pt x="1058" y="85"/>
                    </a:cubicBezTo>
                    <a:cubicBezTo>
                      <a:pt x="1056" y="82"/>
                      <a:pt x="1055" y="77"/>
                      <a:pt x="1055" y="72"/>
                    </a:cubicBezTo>
                    <a:cubicBezTo>
                      <a:pt x="1055" y="69"/>
                      <a:pt x="1055" y="66"/>
                      <a:pt x="1056" y="64"/>
                    </a:cubicBezTo>
                    <a:cubicBezTo>
                      <a:pt x="1057" y="61"/>
                      <a:pt x="1058" y="59"/>
                      <a:pt x="1059" y="57"/>
                    </a:cubicBezTo>
                    <a:cubicBezTo>
                      <a:pt x="1060" y="56"/>
                      <a:pt x="1062" y="55"/>
                      <a:pt x="1063" y="54"/>
                    </a:cubicBezTo>
                    <a:cubicBezTo>
                      <a:pt x="1064" y="53"/>
                      <a:pt x="1066" y="53"/>
                      <a:pt x="1068" y="52"/>
                    </a:cubicBezTo>
                    <a:cubicBezTo>
                      <a:pt x="1073" y="51"/>
                      <a:pt x="1077" y="50"/>
                      <a:pt x="1079" y="49"/>
                    </a:cubicBezTo>
                    <a:cubicBezTo>
                      <a:pt x="1079" y="47"/>
                      <a:pt x="1079" y="46"/>
                      <a:pt x="1079" y="46"/>
                    </a:cubicBezTo>
                    <a:cubicBezTo>
                      <a:pt x="1079" y="41"/>
                      <a:pt x="1079" y="38"/>
                      <a:pt x="1077" y="36"/>
                    </a:cubicBezTo>
                    <a:cubicBezTo>
                      <a:pt x="1076" y="34"/>
                      <a:pt x="1074" y="33"/>
                      <a:pt x="1071" y="33"/>
                    </a:cubicBezTo>
                    <a:cubicBezTo>
                      <a:pt x="1068" y="33"/>
                      <a:pt x="1066" y="34"/>
                      <a:pt x="1064" y="35"/>
                    </a:cubicBezTo>
                    <a:cubicBezTo>
                      <a:pt x="1063" y="37"/>
                      <a:pt x="1062" y="40"/>
                      <a:pt x="1062" y="45"/>
                    </a:cubicBezTo>
                    <a:cubicBezTo>
                      <a:pt x="1056" y="43"/>
                      <a:pt x="1056" y="43"/>
                      <a:pt x="1056" y="43"/>
                    </a:cubicBezTo>
                    <a:cubicBezTo>
                      <a:pt x="1056" y="39"/>
                      <a:pt x="1057" y="35"/>
                      <a:pt x="1058" y="33"/>
                    </a:cubicBezTo>
                    <a:cubicBezTo>
                      <a:pt x="1060" y="30"/>
                      <a:pt x="1061" y="28"/>
                      <a:pt x="1064" y="26"/>
                    </a:cubicBezTo>
                    <a:cubicBezTo>
                      <a:pt x="1066" y="25"/>
                      <a:pt x="1069" y="24"/>
                      <a:pt x="1072" y="24"/>
                    </a:cubicBezTo>
                    <a:cubicBezTo>
                      <a:pt x="1075" y="24"/>
                      <a:pt x="1077" y="25"/>
                      <a:pt x="1079" y="26"/>
                    </a:cubicBezTo>
                    <a:cubicBezTo>
                      <a:pt x="1081" y="27"/>
                      <a:pt x="1082" y="29"/>
                      <a:pt x="1083" y="31"/>
                    </a:cubicBezTo>
                    <a:cubicBezTo>
                      <a:pt x="1084" y="33"/>
                      <a:pt x="1084" y="35"/>
                      <a:pt x="1085" y="38"/>
                    </a:cubicBezTo>
                    <a:cubicBezTo>
                      <a:pt x="1085" y="40"/>
                      <a:pt x="1085" y="43"/>
                      <a:pt x="1085" y="48"/>
                    </a:cubicBezTo>
                    <a:cubicBezTo>
                      <a:pt x="1085" y="62"/>
                      <a:pt x="1085" y="62"/>
                      <a:pt x="1085" y="62"/>
                    </a:cubicBezTo>
                    <a:cubicBezTo>
                      <a:pt x="1085" y="72"/>
                      <a:pt x="1085" y="79"/>
                      <a:pt x="1085" y="81"/>
                    </a:cubicBezTo>
                    <a:cubicBezTo>
                      <a:pt x="1086" y="84"/>
                      <a:pt x="1086" y="86"/>
                      <a:pt x="1087" y="89"/>
                    </a:cubicBezTo>
                    <a:cubicBezTo>
                      <a:pt x="1081" y="89"/>
                      <a:pt x="1081" y="89"/>
                      <a:pt x="1081" y="89"/>
                    </a:cubicBezTo>
                    <a:cubicBezTo>
                      <a:pt x="1080" y="87"/>
                      <a:pt x="1080" y="84"/>
                      <a:pt x="1080" y="81"/>
                    </a:cubicBezTo>
                    <a:close/>
                    <a:moveTo>
                      <a:pt x="1079" y="57"/>
                    </a:moveTo>
                    <a:cubicBezTo>
                      <a:pt x="1077" y="59"/>
                      <a:pt x="1074" y="60"/>
                      <a:pt x="1069" y="61"/>
                    </a:cubicBezTo>
                    <a:cubicBezTo>
                      <a:pt x="1067" y="62"/>
                      <a:pt x="1065" y="62"/>
                      <a:pt x="1064" y="63"/>
                    </a:cubicBezTo>
                    <a:cubicBezTo>
                      <a:pt x="1063" y="64"/>
                      <a:pt x="1062" y="65"/>
                      <a:pt x="1062" y="67"/>
                    </a:cubicBezTo>
                    <a:cubicBezTo>
                      <a:pt x="1061" y="68"/>
                      <a:pt x="1061" y="70"/>
                      <a:pt x="1061" y="72"/>
                    </a:cubicBezTo>
                    <a:cubicBezTo>
                      <a:pt x="1061" y="75"/>
                      <a:pt x="1062" y="77"/>
                      <a:pt x="1063" y="79"/>
                    </a:cubicBezTo>
                    <a:cubicBezTo>
                      <a:pt x="1064" y="81"/>
                      <a:pt x="1066" y="82"/>
                      <a:pt x="1068" y="82"/>
                    </a:cubicBezTo>
                    <a:cubicBezTo>
                      <a:pt x="1070" y="82"/>
                      <a:pt x="1072" y="81"/>
                      <a:pt x="1074" y="79"/>
                    </a:cubicBezTo>
                    <a:cubicBezTo>
                      <a:pt x="1076" y="77"/>
                      <a:pt x="1077" y="75"/>
                      <a:pt x="1078" y="72"/>
                    </a:cubicBezTo>
                    <a:cubicBezTo>
                      <a:pt x="1079" y="69"/>
                      <a:pt x="1079" y="66"/>
                      <a:pt x="1079" y="61"/>
                    </a:cubicBezTo>
                    <a:cubicBezTo>
                      <a:pt x="1079" y="57"/>
                      <a:pt x="1079" y="57"/>
                      <a:pt x="1079" y="57"/>
                    </a:cubicBezTo>
                    <a:close/>
                    <a:moveTo>
                      <a:pt x="1098" y="89"/>
                    </a:moveTo>
                    <a:cubicBezTo>
                      <a:pt x="1098" y="25"/>
                      <a:pt x="1098" y="25"/>
                      <a:pt x="1098" y="25"/>
                    </a:cubicBezTo>
                    <a:cubicBezTo>
                      <a:pt x="1103" y="25"/>
                      <a:pt x="1103" y="25"/>
                      <a:pt x="1103" y="25"/>
                    </a:cubicBezTo>
                    <a:cubicBezTo>
                      <a:pt x="1103" y="34"/>
                      <a:pt x="1103" y="34"/>
                      <a:pt x="1103" y="34"/>
                    </a:cubicBezTo>
                    <a:cubicBezTo>
                      <a:pt x="1106" y="27"/>
                      <a:pt x="1110" y="24"/>
                      <a:pt x="1114" y="24"/>
                    </a:cubicBezTo>
                    <a:cubicBezTo>
                      <a:pt x="1117" y="24"/>
                      <a:pt x="1119" y="25"/>
                      <a:pt x="1120" y="26"/>
                    </a:cubicBezTo>
                    <a:cubicBezTo>
                      <a:pt x="1122" y="27"/>
                      <a:pt x="1123" y="29"/>
                      <a:pt x="1124" y="31"/>
                    </a:cubicBezTo>
                    <a:cubicBezTo>
                      <a:pt x="1125" y="34"/>
                      <a:pt x="1126" y="36"/>
                      <a:pt x="1126" y="39"/>
                    </a:cubicBezTo>
                    <a:cubicBezTo>
                      <a:pt x="1126" y="41"/>
                      <a:pt x="1126" y="45"/>
                      <a:pt x="1126" y="50"/>
                    </a:cubicBezTo>
                    <a:cubicBezTo>
                      <a:pt x="1126" y="89"/>
                      <a:pt x="1126" y="89"/>
                      <a:pt x="1126" y="89"/>
                    </a:cubicBezTo>
                    <a:cubicBezTo>
                      <a:pt x="1121" y="89"/>
                      <a:pt x="1121" y="89"/>
                      <a:pt x="1121" y="89"/>
                    </a:cubicBezTo>
                    <a:cubicBezTo>
                      <a:pt x="1121" y="50"/>
                      <a:pt x="1121" y="50"/>
                      <a:pt x="1121" y="50"/>
                    </a:cubicBezTo>
                    <a:cubicBezTo>
                      <a:pt x="1121" y="46"/>
                      <a:pt x="1120" y="43"/>
                      <a:pt x="1120" y="40"/>
                    </a:cubicBezTo>
                    <a:cubicBezTo>
                      <a:pt x="1119" y="38"/>
                      <a:pt x="1119" y="36"/>
                      <a:pt x="1117" y="35"/>
                    </a:cubicBezTo>
                    <a:cubicBezTo>
                      <a:pt x="1116" y="34"/>
                      <a:pt x="1115" y="33"/>
                      <a:pt x="1113" y="33"/>
                    </a:cubicBezTo>
                    <a:cubicBezTo>
                      <a:pt x="1111" y="33"/>
                      <a:pt x="1109" y="35"/>
                      <a:pt x="1107" y="38"/>
                    </a:cubicBezTo>
                    <a:cubicBezTo>
                      <a:pt x="1105" y="40"/>
                      <a:pt x="1104" y="46"/>
                      <a:pt x="1104" y="54"/>
                    </a:cubicBezTo>
                    <a:cubicBezTo>
                      <a:pt x="1104" y="89"/>
                      <a:pt x="1104" y="89"/>
                      <a:pt x="1104" y="89"/>
                    </a:cubicBezTo>
                    <a:cubicBezTo>
                      <a:pt x="1098" y="89"/>
                      <a:pt x="1098" y="89"/>
                      <a:pt x="1098" y="89"/>
                    </a:cubicBezTo>
                    <a:close/>
                    <a:moveTo>
                      <a:pt x="1162" y="89"/>
                    </a:moveTo>
                    <a:cubicBezTo>
                      <a:pt x="1162" y="81"/>
                      <a:pt x="1162" y="81"/>
                      <a:pt x="1162" y="81"/>
                    </a:cubicBezTo>
                    <a:cubicBezTo>
                      <a:pt x="1160" y="87"/>
                      <a:pt x="1157" y="90"/>
                      <a:pt x="1152" y="90"/>
                    </a:cubicBezTo>
                    <a:cubicBezTo>
                      <a:pt x="1149" y="90"/>
                      <a:pt x="1147" y="89"/>
                      <a:pt x="1145" y="86"/>
                    </a:cubicBezTo>
                    <a:cubicBezTo>
                      <a:pt x="1142" y="83"/>
                      <a:pt x="1140" y="79"/>
                      <a:pt x="1139" y="74"/>
                    </a:cubicBezTo>
                    <a:cubicBezTo>
                      <a:pt x="1138" y="69"/>
                      <a:pt x="1137" y="64"/>
                      <a:pt x="1137" y="57"/>
                    </a:cubicBezTo>
                    <a:cubicBezTo>
                      <a:pt x="1137" y="51"/>
                      <a:pt x="1138" y="45"/>
                      <a:pt x="1139" y="40"/>
                    </a:cubicBezTo>
                    <a:cubicBezTo>
                      <a:pt x="1140" y="35"/>
                      <a:pt x="1142" y="31"/>
                      <a:pt x="1144" y="28"/>
                    </a:cubicBezTo>
                    <a:cubicBezTo>
                      <a:pt x="1146" y="25"/>
                      <a:pt x="1149" y="24"/>
                      <a:pt x="1152" y="24"/>
                    </a:cubicBezTo>
                    <a:cubicBezTo>
                      <a:pt x="1154" y="24"/>
                      <a:pt x="1156" y="25"/>
                      <a:pt x="1158" y="26"/>
                    </a:cubicBezTo>
                    <a:cubicBezTo>
                      <a:pt x="1159" y="28"/>
                      <a:pt x="1161" y="30"/>
                      <a:pt x="1162" y="33"/>
                    </a:cubicBezTo>
                    <a:cubicBezTo>
                      <a:pt x="1162" y="1"/>
                      <a:pt x="1162" y="1"/>
                      <a:pt x="1162" y="1"/>
                    </a:cubicBezTo>
                    <a:cubicBezTo>
                      <a:pt x="1167" y="1"/>
                      <a:pt x="1167" y="1"/>
                      <a:pt x="1167" y="1"/>
                    </a:cubicBezTo>
                    <a:cubicBezTo>
                      <a:pt x="1167" y="89"/>
                      <a:pt x="1167" y="89"/>
                      <a:pt x="1167" y="89"/>
                    </a:cubicBezTo>
                    <a:cubicBezTo>
                      <a:pt x="1162" y="89"/>
                      <a:pt x="1162" y="89"/>
                      <a:pt x="1162" y="89"/>
                    </a:cubicBezTo>
                    <a:close/>
                    <a:moveTo>
                      <a:pt x="1143" y="57"/>
                    </a:moveTo>
                    <a:cubicBezTo>
                      <a:pt x="1143" y="65"/>
                      <a:pt x="1144" y="71"/>
                      <a:pt x="1146" y="75"/>
                    </a:cubicBezTo>
                    <a:cubicBezTo>
                      <a:pt x="1148" y="79"/>
                      <a:pt x="1150" y="81"/>
                      <a:pt x="1153" y="81"/>
                    </a:cubicBezTo>
                    <a:cubicBezTo>
                      <a:pt x="1155" y="81"/>
                      <a:pt x="1158" y="80"/>
                      <a:pt x="1159" y="76"/>
                    </a:cubicBezTo>
                    <a:cubicBezTo>
                      <a:pt x="1161" y="72"/>
                      <a:pt x="1162" y="66"/>
                      <a:pt x="1162" y="58"/>
                    </a:cubicBezTo>
                    <a:cubicBezTo>
                      <a:pt x="1162" y="49"/>
                      <a:pt x="1161" y="43"/>
                      <a:pt x="1159" y="39"/>
                    </a:cubicBezTo>
                    <a:cubicBezTo>
                      <a:pt x="1157" y="35"/>
                      <a:pt x="1155" y="33"/>
                      <a:pt x="1152" y="33"/>
                    </a:cubicBezTo>
                    <a:cubicBezTo>
                      <a:pt x="1150" y="33"/>
                      <a:pt x="1148" y="35"/>
                      <a:pt x="1146" y="39"/>
                    </a:cubicBezTo>
                    <a:cubicBezTo>
                      <a:pt x="1144" y="43"/>
                      <a:pt x="1143" y="49"/>
                      <a:pt x="1143" y="57"/>
                    </a:cubicBezTo>
                    <a:close/>
                    <a:moveTo>
                      <a:pt x="1207" y="89"/>
                    </a:moveTo>
                    <a:cubicBezTo>
                      <a:pt x="1207" y="11"/>
                      <a:pt x="1207" y="11"/>
                      <a:pt x="1207" y="11"/>
                    </a:cubicBezTo>
                    <a:cubicBezTo>
                      <a:pt x="1191" y="11"/>
                      <a:pt x="1191" y="11"/>
                      <a:pt x="1191" y="11"/>
                    </a:cubicBezTo>
                    <a:cubicBezTo>
                      <a:pt x="1191" y="1"/>
                      <a:pt x="1191" y="1"/>
                      <a:pt x="1191" y="1"/>
                    </a:cubicBezTo>
                    <a:cubicBezTo>
                      <a:pt x="1230" y="1"/>
                      <a:pt x="1230" y="1"/>
                      <a:pt x="1230" y="1"/>
                    </a:cubicBezTo>
                    <a:cubicBezTo>
                      <a:pt x="1230" y="11"/>
                      <a:pt x="1230" y="11"/>
                      <a:pt x="1230" y="11"/>
                    </a:cubicBezTo>
                    <a:cubicBezTo>
                      <a:pt x="1214" y="11"/>
                      <a:pt x="1214" y="11"/>
                      <a:pt x="1214" y="11"/>
                    </a:cubicBezTo>
                    <a:cubicBezTo>
                      <a:pt x="1214" y="89"/>
                      <a:pt x="1214" y="89"/>
                      <a:pt x="1214" y="89"/>
                    </a:cubicBezTo>
                    <a:cubicBezTo>
                      <a:pt x="1207" y="89"/>
                      <a:pt x="1207" y="89"/>
                      <a:pt x="1207" y="89"/>
                    </a:cubicBezTo>
                    <a:close/>
                    <a:moveTo>
                      <a:pt x="1256" y="68"/>
                    </a:moveTo>
                    <a:cubicBezTo>
                      <a:pt x="1262" y="70"/>
                      <a:pt x="1262" y="70"/>
                      <a:pt x="1262" y="70"/>
                    </a:cubicBezTo>
                    <a:cubicBezTo>
                      <a:pt x="1261" y="76"/>
                      <a:pt x="1259" y="81"/>
                      <a:pt x="1257" y="85"/>
                    </a:cubicBezTo>
                    <a:cubicBezTo>
                      <a:pt x="1254" y="89"/>
                      <a:pt x="1251" y="90"/>
                      <a:pt x="1247" y="90"/>
                    </a:cubicBezTo>
                    <a:cubicBezTo>
                      <a:pt x="1241" y="90"/>
                      <a:pt x="1237" y="87"/>
                      <a:pt x="1234" y="82"/>
                    </a:cubicBezTo>
                    <a:cubicBezTo>
                      <a:pt x="1231" y="76"/>
                      <a:pt x="1230" y="68"/>
                      <a:pt x="1230" y="58"/>
                    </a:cubicBezTo>
                    <a:cubicBezTo>
                      <a:pt x="1230" y="47"/>
                      <a:pt x="1231" y="39"/>
                      <a:pt x="1234" y="33"/>
                    </a:cubicBezTo>
                    <a:cubicBezTo>
                      <a:pt x="1237" y="27"/>
                      <a:pt x="1241" y="24"/>
                      <a:pt x="1246" y="24"/>
                    </a:cubicBezTo>
                    <a:cubicBezTo>
                      <a:pt x="1251" y="24"/>
                      <a:pt x="1255" y="27"/>
                      <a:pt x="1258" y="33"/>
                    </a:cubicBezTo>
                    <a:cubicBezTo>
                      <a:pt x="1261" y="38"/>
                      <a:pt x="1262" y="46"/>
                      <a:pt x="1262" y="57"/>
                    </a:cubicBezTo>
                    <a:cubicBezTo>
                      <a:pt x="1262" y="58"/>
                      <a:pt x="1262" y="59"/>
                      <a:pt x="1262" y="60"/>
                    </a:cubicBezTo>
                    <a:cubicBezTo>
                      <a:pt x="1236" y="60"/>
                      <a:pt x="1236" y="60"/>
                      <a:pt x="1236" y="60"/>
                    </a:cubicBezTo>
                    <a:cubicBezTo>
                      <a:pt x="1236" y="67"/>
                      <a:pt x="1237" y="72"/>
                      <a:pt x="1239" y="76"/>
                    </a:cubicBezTo>
                    <a:cubicBezTo>
                      <a:pt x="1241" y="80"/>
                      <a:pt x="1244" y="81"/>
                      <a:pt x="1247" y="81"/>
                    </a:cubicBezTo>
                    <a:cubicBezTo>
                      <a:pt x="1249" y="81"/>
                      <a:pt x="1251" y="80"/>
                      <a:pt x="1252" y="78"/>
                    </a:cubicBezTo>
                    <a:cubicBezTo>
                      <a:pt x="1254" y="76"/>
                      <a:pt x="1255" y="73"/>
                      <a:pt x="1256" y="68"/>
                    </a:cubicBezTo>
                    <a:close/>
                    <a:moveTo>
                      <a:pt x="1236" y="51"/>
                    </a:moveTo>
                    <a:cubicBezTo>
                      <a:pt x="1256" y="51"/>
                      <a:pt x="1256" y="51"/>
                      <a:pt x="1256" y="51"/>
                    </a:cubicBezTo>
                    <a:cubicBezTo>
                      <a:pt x="1256" y="46"/>
                      <a:pt x="1255" y="42"/>
                      <a:pt x="1254" y="39"/>
                    </a:cubicBezTo>
                    <a:cubicBezTo>
                      <a:pt x="1252" y="35"/>
                      <a:pt x="1249" y="33"/>
                      <a:pt x="1246" y="33"/>
                    </a:cubicBezTo>
                    <a:cubicBezTo>
                      <a:pt x="1244" y="33"/>
                      <a:pt x="1241" y="34"/>
                      <a:pt x="1239" y="38"/>
                    </a:cubicBezTo>
                    <a:cubicBezTo>
                      <a:pt x="1238" y="41"/>
                      <a:pt x="1237" y="45"/>
                      <a:pt x="1236" y="51"/>
                    </a:cubicBezTo>
                    <a:close/>
                    <a:moveTo>
                      <a:pt x="1296" y="66"/>
                    </a:moveTo>
                    <a:cubicBezTo>
                      <a:pt x="1302" y="67"/>
                      <a:pt x="1302" y="67"/>
                      <a:pt x="1302" y="67"/>
                    </a:cubicBezTo>
                    <a:cubicBezTo>
                      <a:pt x="1301" y="74"/>
                      <a:pt x="1300" y="80"/>
                      <a:pt x="1297" y="84"/>
                    </a:cubicBezTo>
                    <a:cubicBezTo>
                      <a:pt x="1294" y="88"/>
                      <a:pt x="1291" y="90"/>
                      <a:pt x="1287" y="90"/>
                    </a:cubicBezTo>
                    <a:cubicBezTo>
                      <a:pt x="1282" y="90"/>
                      <a:pt x="1279" y="87"/>
                      <a:pt x="1276" y="82"/>
                    </a:cubicBezTo>
                    <a:cubicBezTo>
                      <a:pt x="1273" y="76"/>
                      <a:pt x="1271" y="68"/>
                      <a:pt x="1271" y="57"/>
                    </a:cubicBezTo>
                    <a:cubicBezTo>
                      <a:pt x="1271" y="50"/>
                      <a:pt x="1272" y="44"/>
                      <a:pt x="1273" y="39"/>
                    </a:cubicBezTo>
                    <a:cubicBezTo>
                      <a:pt x="1274" y="34"/>
                      <a:pt x="1276" y="30"/>
                      <a:pt x="1279" y="28"/>
                    </a:cubicBezTo>
                    <a:cubicBezTo>
                      <a:pt x="1281" y="25"/>
                      <a:pt x="1284" y="24"/>
                      <a:pt x="1287" y="24"/>
                    </a:cubicBezTo>
                    <a:cubicBezTo>
                      <a:pt x="1291" y="24"/>
                      <a:pt x="1294" y="26"/>
                      <a:pt x="1297" y="29"/>
                    </a:cubicBezTo>
                    <a:cubicBezTo>
                      <a:pt x="1299" y="33"/>
                      <a:pt x="1301" y="38"/>
                      <a:pt x="1301" y="44"/>
                    </a:cubicBezTo>
                    <a:cubicBezTo>
                      <a:pt x="1295" y="46"/>
                      <a:pt x="1295" y="46"/>
                      <a:pt x="1295" y="46"/>
                    </a:cubicBezTo>
                    <a:cubicBezTo>
                      <a:pt x="1295" y="41"/>
                      <a:pt x="1294" y="38"/>
                      <a:pt x="1293" y="36"/>
                    </a:cubicBezTo>
                    <a:cubicBezTo>
                      <a:pt x="1291" y="34"/>
                      <a:pt x="1289" y="33"/>
                      <a:pt x="1287" y="33"/>
                    </a:cubicBezTo>
                    <a:cubicBezTo>
                      <a:pt x="1284" y="33"/>
                      <a:pt x="1282" y="35"/>
                      <a:pt x="1280" y="39"/>
                    </a:cubicBezTo>
                    <a:cubicBezTo>
                      <a:pt x="1278" y="42"/>
                      <a:pt x="1277" y="49"/>
                      <a:pt x="1277" y="57"/>
                    </a:cubicBezTo>
                    <a:cubicBezTo>
                      <a:pt x="1277" y="66"/>
                      <a:pt x="1278" y="72"/>
                      <a:pt x="1280" y="76"/>
                    </a:cubicBezTo>
                    <a:cubicBezTo>
                      <a:pt x="1282" y="80"/>
                      <a:pt x="1284" y="81"/>
                      <a:pt x="1287" y="81"/>
                    </a:cubicBezTo>
                    <a:cubicBezTo>
                      <a:pt x="1289" y="81"/>
                      <a:pt x="1291" y="80"/>
                      <a:pt x="1293" y="78"/>
                    </a:cubicBezTo>
                    <a:cubicBezTo>
                      <a:pt x="1295" y="75"/>
                      <a:pt x="1296" y="71"/>
                      <a:pt x="1296" y="66"/>
                    </a:cubicBezTo>
                    <a:close/>
                    <a:moveTo>
                      <a:pt x="1311" y="89"/>
                    </a:moveTo>
                    <a:cubicBezTo>
                      <a:pt x="1311" y="1"/>
                      <a:pt x="1311" y="1"/>
                      <a:pt x="1311" y="1"/>
                    </a:cubicBezTo>
                    <a:cubicBezTo>
                      <a:pt x="1317" y="1"/>
                      <a:pt x="1317" y="1"/>
                      <a:pt x="1317" y="1"/>
                    </a:cubicBezTo>
                    <a:cubicBezTo>
                      <a:pt x="1317" y="33"/>
                      <a:pt x="1317" y="33"/>
                      <a:pt x="1317" y="33"/>
                    </a:cubicBezTo>
                    <a:cubicBezTo>
                      <a:pt x="1319" y="27"/>
                      <a:pt x="1323" y="24"/>
                      <a:pt x="1327" y="24"/>
                    </a:cubicBezTo>
                    <a:cubicBezTo>
                      <a:pt x="1330" y="24"/>
                      <a:pt x="1332" y="25"/>
                      <a:pt x="1334" y="27"/>
                    </a:cubicBezTo>
                    <a:cubicBezTo>
                      <a:pt x="1336" y="28"/>
                      <a:pt x="1337" y="31"/>
                      <a:pt x="1338" y="34"/>
                    </a:cubicBezTo>
                    <a:cubicBezTo>
                      <a:pt x="1339" y="38"/>
                      <a:pt x="1339" y="42"/>
                      <a:pt x="1339" y="49"/>
                    </a:cubicBezTo>
                    <a:cubicBezTo>
                      <a:pt x="1339" y="89"/>
                      <a:pt x="1339" y="89"/>
                      <a:pt x="1339" y="89"/>
                    </a:cubicBezTo>
                    <a:cubicBezTo>
                      <a:pt x="1333" y="89"/>
                      <a:pt x="1333" y="89"/>
                      <a:pt x="1333" y="89"/>
                    </a:cubicBezTo>
                    <a:cubicBezTo>
                      <a:pt x="1333" y="49"/>
                      <a:pt x="1333" y="49"/>
                      <a:pt x="1333" y="49"/>
                    </a:cubicBezTo>
                    <a:cubicBezTo>
                      <a:pt x="1333" y="43"/>
                      <a:pt x="1333" y="39"/>
                      <a:pt x="1331" y="37"/>
                    </a:cubicBezTo>
                    <a:cubicBezTo>
                      <a:pt x="1330" y="34"/>
                      <a:pt x="1328" y="33"/>
                      <a:pt x="1326" y="33"/>
                    </a:cubicBezTo>
                    <a:cubicBezTo>
                      <a:pt x="1324" y="33"/>
                      <a:pt x="1322" y="34"/>
                      <a:pt x="1321" y="36"/>
                    </a:cubicBezTo>
                    <a:cubicBezTo>
                      <a:pt x="1319" y="37"/>
                      <a:pt x="1318" y="40"/>
                      <a:pt x="1318" y="42"/>
                    </a:cubicBezTo>
                    <a:cubicBezTo>
                      <a:pt x="1317" y="45"/>
                      <a:pt x="1317" y="49"/>
                      <a:pt x="1317" y="54"/>
                    </a:cubicBezTo>
                    <a:cubicBezTo>
                      <a:pt x="1317" y="89"/>
                      <a:pt x="1317" y="89"/>
                      <a:pt x="1317" y="89"/>
                    </a:cubicBezTo>
                    <a:cubicBezTo>
                      <a:pt x="1311" y="89"/>
                      <a:pt x="1311" y="89"/>
                      <a:pt x="1311" y="89"/>
                    </a:cubicBezTo>
                    <a:close/>
                    <a:moveTo>
                      <a:pt x="1352" y="89"/>
                    </a:moveTo>
                    <a:cubicBezTo>
                      <a:pt x="1352" y="25"/>
                      <a:pt x="1352" y="25"/>
                      <a:pt x="1352" y="25"/>
                    </a:cubicBezTo>
                    <a:cubicBezTo>
                      <a:pt x="1357" y="25"/>
                      <a:pt x="1357" y="25"/>
                      <a:pt x="1357" y="25"/>
                    </a:cubicBezTo>
                    <a:cubicBezTo>
                      <a:pt x="1357" y="34"/>
                      <a:pt x="1357" y="34"/>
                      <a:pt x="1357" y="34"/>
                    </a:cubicBezTo>
                    <a:cubicBezTo>
                      <a:pt x="1360" y="27"/>
                      <a:pt x="1363" y="24"/>
                      <a:pt x="1368" y="24"/>
                    </a:cubicBezTo>
                    <a:cubicBezTo>
                      <a:pt x="1370" y="24"/>
                      <a:pt x="1372" y="25"/>
                      <a:pt x="1374" y="26"/>
                    </a:cubicBezTo>
                    <a:cubicBezTo>
                      <a:pt x="1376" y="27"/>
                      <a:pt x="1377" y="29"/>
                      <a:pt x="1378" y="31"/>
                    </a:cubicBezTo>
                    <a:cubicBezTo>
                      <a:pt x="1379" y="34"/>
                      <a:pt x="1380" y="36"/>
                      <a:pt x="1380" y="39"/>
                    </a:cubicBezTo>
                    <a:cubicBezTo>
                      <a:pt x="1380" y="41"/>
                      <a:pt x="1380" y="45"/>
                      <a:pt x="1380" y="50"/>
                    </a:cubicBezTo>
                    <a:cubicBezTo>
                      <a:pt x="1380" y="89"/>
                      <a:pt x="1380" y="89"/>
                      <a:pt x="1380" y="89"/>
                    </a:cubicBezTo>
                    <a:cubicBezTo>
                      <a:pt x="1374" y="89"/>
                      <a:pt x="1374" y="89"/>
                      <a:pt x="1374" y="89"/>
                    </a:cubicBezTo>
                    <a:cubicBezTo>
                      <a:pt x="1374" y="50"/>
                      <a:pt x="1374" y="50"/>
                      <a:pt x="1374" y="50"/>
                    </a:cubicBezTo>
                    <a:cubicBezTo>
                      <a:pt x="1374" y="46"/>
                      <a:pt x="1374" y="43"/>
                      <a:pt x="1374" y="40"/>
                    </a:cubicBezTo>
                    <a:cubicBezTo>
                      <a:pt x="1373" y="38"/>
                      <a:pt x="1372" y="36"/>
                      <a:pt x="1371" y="35"/>
                    </a:cubicBezTo>
                    <a:cubicBezTo>
                      <a:pt x="1370" y="34"/>
                      <a:pt x="1369" y="33"/>
                      <a:pt x="1367" y="33"/>
                    </a:cubicBezTo>
                    <a:cubicBezTo>
                      <a:pt x="1365" y="33"/>
                      <a:pt x="1362" y="35"/>
                      <a:pt x="1361" y="38"/>
                    </a:cubicBezTo>
                    <a:cubicBezTo>
                      <a:pt x="1359" y="40"/>
                      <a:pt x="1358" y="46"/>
                      <a:pt x="1358" y="54"/>
                    </a:cubicBezTo>
                    <a:cubicBezTo>
                      <a:pt x="1358" y="89"/>
                      <a:pt x="1358" y="89"/>
                      <a:pt x="1358" y="89"/>
                    </a:cubicBezTo>
                    <a:cubicBezTo>
                      <a:pt x="1352" y="89"/>
                      <a:pt x="1352" y="89"/>
                      <a:pt x="1352" y="89"/>
                    </a:cubicBezTo>
                    <a:close/>
                    <a:moveTo>
                      <a:pt x="1391" y="57"/>
                    </a:moveTo>
                    <a:cubicBezTo>
                      <a:pt x="1391" y="45"/>
                      <a:pt x="1393" y="37"/>
                      <a:pt x="1396" y="31"/>
                    </a:cubicBezTo>
                    <a:cubicBezTo>
                      <a:pt x="1399" y="26"/>
                      <a:pt x="1403" y="24"/>
                      <a:pt x="1407" y="24"/>
                    </a:cubicBezTo>
                    <a:cubicBezTo>
                      <a:pt x="1412" y="24"/>
                      <a:pt x="1416" y="27"/>
                      <a:pt x="1419" y="32"/>
                    </a:cubicBezTo>
                    <a:cubicBezTo>
                      <a:pt x="1422" y="38"/>
                      <a:pt x="1424" y="46"/>
                      <a:pt x="1424" y="56"/>
                    </a:cubicBezTo>
                    <a:cubicBezTo>
                      <a:pt x="1424" y="64"/>
                      <a:pt x="1423" y="71"/>
                      <a:pt x="1422" y="76"/>
                    </a:cubicBezTo>
                    <a:cubicBezTo>
                      <a:pt x="1420" y="80"/>
                      <a:pt x="1418" y="84"/>
                      <a:pt x="1416" y="86"/>
                    </a:cubicBezTo>
                    <a:cubicBezTo>
                      <a:pt x="1413" y="89"/>
                      <a:pt x="1410" y="90"/>
                      <a:pt x="1407" y="90"/>
                    </a:cubicBezTo>
                    <a:cubicBezTo>
                      <a:pt x="1402" y="90"/>
                      <a:pt x="1398" y="87"/>
                      <a:pt x="1395" y="82"/>
                    </a:cubicBezTo>
                    <a:cubicBezTo>
                      <a:pt x="1392" y="76"/>
                      <a:pt x="1391" y="68"/>
                      <a:pt x="1391" y="57"/>
                    </a:cubicBezTo>
                    <a:close/>
                    <a:moveTo>
                      <a:pt x="1397" y="57"/>
                    </a:moveTo>
                    <a:cubicBezTo>
                      <a:pt x="1397" y="65"/>
                      <a:pt x="1398" y="71"/>
                      <a:pt x="1400" y="75"/>
                    </a:cubicBezTo>
                    <a:cubicBezTo>
                      <a:pt x="1402" y="79"/>
                      <a:pt x="1404" y="81"/>
                      <a:pt x="1407" y="81"/>
                    </a:cubicBezTo>
                    <a:cubicBezTo>
                      <a:pt x="1410" y="81"/>
                      <a:pt x="1413" y="79"/>
                      <a:pt x="1415" y="75"/>
                    </a:cubicBezTo>
                    <a:cubicBezTo>
                      <a:pt x="1417" y="71"/>
                      <a:pt x="1418" y="65"/>
                      <a:pt x="1418" y="57"/>
                    </a:cubicBezTo>
                    <a:cubicBezTo>
                      <a:pt x="1418" y="49"/>
                      <a:pt x="1417" y="43"/>
                      <a:pt x="1415" y="39"/>
                    </a:cubicBezTo>
                    <a:cubicBezTo>
                      <a:pt x="1413" y="35"/>
                      <a:pt x="1410" y="33"/>
                      <a:pt x="1407" y="33"/>
                    </a:cubicBezTo>
                    <a:cubicBezTo>
                      <a:pt x="1404" y="33"/>
                      <a:pt x="1402" y="35"/>
                      <a:pt x="1400" y="39"/>
                    </a:cubicBezTo>
                    <a:cubicBezTo>
                      <a:pt x="1398" y="43"/>
                      <a:pt x="1397" y="49"/>
                      <a:pt x="1397" y="57"/>
                    </a:cubicBezTo>
                    <a:close/>
                    <a:moveTo>
                      <a:pt x="1434" y="89"/>
                    </a:moveTo>
                    <a:cubicBezTo>
                      <a:pt x="1434" y="1"/>
                      <a:pt x="1434" y="1"/>
                      <a:pt x="1434" y="1"/>
                    </a:cubicBezTo>
                    <a:cubicBezTo>
                      <a:pt x="1440" y="1"/>
                      <a:pt x="1440" y="1"/>
                      <a:pt x="1440" y="1"/>
                    </a:cubicBezTo>
                    <a:cubicBezTo>
                      <a:pt x="1440" y="89"/>
                      <a:pt x="1440" y="89"/>
                      <a:pt x="1440" y="89"/>
                    </a:cubicBezTo>
                    <a:cubicBezTo>
                      <a:pt x="1434" y="89"/>
                      <a:pt x="1434" y="89"/>
                      <a:pt x="1434" y="89"/>
                    </a:cubicBezTo>
                    <a:close/>
                    <a:moveTo>
                      <a:pt x="1451" y="57"/>
                    </a:moveTo>
                    <a:cubicBezTo>
                      <a:pt x="1451" y="45"/>
                      <a:pt x="1453" y="37"/>
                      <a:pt x="1456" y="31"/>
                    </a:cubicBezTo>
                    <a:cubicBezTo>
                      <a:pt x="1459" y="26"/>
                      <a:pt x="1463" y="24"/>
                      <a:pt x="1467" y="24"/>
                    </a:cubicBezTo>
                    <a:cubicBezTo>
                      <a:pt x="1472" y="24"/>
                      <a:pt x="1476" y="27"/>
                      <a:pt x="1479" y="32"/>
                    </a:cubicBezTo>
                    <a:cubicBezTo>
                      <a:pt x="1482" y="38"/>
                      <a:pt x="1484" y="46"/>
                      <a:pt x="1484" y="56"/>
                    </a:cubicBezTo>
                    <a:cubicBezTo>
                      <a:pt x="1484" y="64"/>
                      <a:pt x="1483" y="71"/>
                      <a:pt x="1482" y="76"/>
                    </a:cubicBezTo>
                    <a:cubicBezTo>
                      <a:pt x="1480" y="80"/>
                      <a:pt x="1478" y="84"/>
                      <a:pt x="1476" y="86"/>
                    </a:cubicBezTo>
                    <a:cubicBezTo>
                      <a:pt x="1473" y="89"/>
                      <a:pt x="1470" y="90"/>
                      <a:pt x="1467" y="90"/>
                    </a:cubicBezTo>
                    <a:cubicBezTo>
                      <a:pt x="1462" y="90"/>
                      <a:pt x="1459" y="87"/>
                      <a:pt x="1455" y="82"/>
                    </a:cubicBezTo>
                    <a:cubicBezTo>
                      <a:pt x="1452" y="76"/>
                      <a:pt x="1451" y="68"/>
                      <a:pt x="1451" y="57"/>
                    </a:cubicBezTo>
                    <a:close/>
                    <a:moveTo>
                      <a:pt x="1457" y="57"/>
                    </a:moveTo>
                    <a:cubicBezTo>
                      <a:pt x="1457" y="65"/>
                      <a:pt x="1458" y="71"/>
                      <a:pt x="1460" y="75"/>
                    </a:cubicBezTo>
                    <a:cubicBezTo>
                      <a:pt x="1462" y="79"/>
                      <a:pt x="1464" y="81"/>
                      <a:pt x="1467" y="81"/>
                    </a:cubicBezTo>
                    <a:cubicBezTo>
                      <a:pt x="1470" y="81"/>
                      <a:pt x="1473" y="79"/>
                      <a:pt x="1475" y="75"/>
                    </a:cubicBezTo>
                    <a:cubicBezTo>
                      <a:pt x="1477" y="71"/>
                      <a:pt x="1478" y="65"/>
                      <a:pt x="1478" y="57"/>
                    </a:cubicBezTo>
                    <a:cubicBezTo>
                      <a:pt x="1478" y="49"/>
                      <a:pt x="1477" y="43"/>
                      <a:pt x="1475" y="39"/>
                    </a:cubicBezTo>
                    <a:cubicBezTo>
                      <a:pt x="1473" y="35"/>
                      <a:pt x="1470" y="33"/>
                      <a:pt x="1467" y="33"/>
                    </a:cubicBezTo>
                    <a:cubicBezTo>
                      <a:pt x="1464" y="33"/>
                      <a:pt x="1462" y="35"/>
                      <a:pt x="1460" y="39"/>
                    </a:cubicBezTo>
                    <a:cubicBezTo>
                      <a:pt x="1458" y="43"/>
                      <a:pt x="1457" y="49"/>
                      <a:pt x="1457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ṡľíďe"/>
              <p:cNvSpPr/>
              <p:nvPr/>
            </p:nvSpPr>
            <p:spPr bwMode="auto">
              <a:xfrm>
                <a:off x="9003514" y="3864490"/>
                <a:ext cx="1155870" cy="372361"/>
              </a:xfrm>
              <a:custGeom>
                <a:avLst/>
                <a:gdLst>
                  <a:gd name="T0" fmla="*/ 15 w 359"/>
                  <a:gd name="T1" fmla="*/ 106 h 115"/>
                  <a:gd name="T2" fmla="*/ 15 w 359"/>
                  <a:gd name="T3" fmla="*/ 89 h 115"/>
                  <a:gd name="T4" fmla="*/ 7 w 359"/>
                  <a:gd name="T5" fmla="*/ 28 h 115"/>
                  <a:gd name="T6" fmla="*/ 31 w 359"/>
                  <a:gd name="T7" fmla="*/ 25 h 115"/>
                  <a:gd name="T8" fmla="*/ 15 w 359"/>
                  <a:gd name="T9" fmla="*/ 115 h 115"/>
                  <a:gd name="T10" fmla="*/ 9 w 359"/>
                  <a:gd name="T11" fmla="*/ 74 h 115"/>
                  <a:gd name="T12" fmla="*/ 23 w 359"/>
                  <a:gd name="T13" fmla="*/ 39 h 115"/>
                  <a:gd name="T14" fmla="*/ 43 w 359"/>
                  <a:gd name="T15" fmla="*/ 113 h 115"/>
                  <a:gd name="T16" fmla="*/ 51 w 359"/>
                  <a:gd name="T17" fmla="*/ 100 h 115"/>
                  <a:gd name="T18" fmla="*/ 47 w 359"/>
                  <a:gd name="T19" fmla="*/ 25 h 115"/>
                  <a:gd name="T20" fmla="*/ 66 w 359"/>
                  <a:gd name="T21" fmla="*/ 25 h 115"/>
                  <a:gd name="T22" fmla="*/ 52 w 359"/>
                  <a:gd name="T23" fmla="*/ 112 h 115"/>
                  <a:gd name="T24" fmla="*/ 99 w 359"/>
                  <a:gd name="T25" fmla="*/ 31 h 115"/>
                  <a:gd name="T26" fmla="*/ 125 w 359"/>
                  <a:gd name="T27" fmla="*/ 76 h 115"/>
                  <a:gd name="T28" fmla="*/ 94 w 359"/>
                  <a:gd name="T29" fmla="*/ 57 h 115"/>
                  <a:gd name="T30" fmla="*/ 118 w 359"/>
                  <a:gd name="T31" fmla="*/ 75 h 115"/>
                  <a:gd name="T32" fmla="*/ 103 w 359"/>
                  <a:gd name="T33" fmla="*/ 39 h 115"/>
                  <a:gd name="T34" fmla="*/ 134 w 359"/>
                  <a:gd name="T35" fmla="*/ 34 h 115"/>
                  <a:gd name="T36" fmla="*/ 140 w 359"/>
                  <a:gd name="T37" fmla="*/ 9 h 115"/>
                  <a:gd name="T38" fmla="*/ 153 w 359"/>
                  <a:gd name="T39" fmla="*/ 10 h 115"/>
                  <a:gd name="T40" fmla="*/ 145 w 359"/>
                  <a:gd name="T41" fmla="*/ 25 h 115"/>
                  <a:gd name="T42" fmla="*/ 145 w 359"/>
                  <a:gd name="T43" fmla="*/ 89 h 115"/>
                  <a:gd name="T44" fmla="*/ 209 w 359"/>
                  <a:gd name="T45" fmla="*/ 83 h 115"/>
                  <a:gd name="T46" fmla="*/ 174 w 359"/>
                  <a:gd name="T47" fmla="*/ 44 h 115"/>
                  <a:gd name="T48" fmla="*/ 209 w 359"/>
                  <a:gd name="T49" fmla="*/ 6 h 115"/>
                  <a:gd name="T50" fmla="*/ 197 w 359"/>
                  <a:gd name="T51" fmla="*/ 10 h 115"/>
                  <a:gd name="T52" fmla="*/ 182 w 359"/>
                  <a:gd name="T53" fmla="*/ 64 h 115"/>
                  <a:gd name="T54" fmla="*/ 210 w 359"/>
                  <a:gd name="T55" fmla="*/ 58 h 115"/>
                  <a:gd name="T56" fmla="*/ 233 w 359"/>
                  <a:gd name="T57" fmla="*/ 33 h 115"/>
                  <a:gd name="T58" fmla="*/ 256 w 359"/>
                  <a:gd name="T59" fmla="*/ 49 h 115"/>
                  <a:gd name="T60" fmla="*/ 248 w 359"/>
                  <a:gd name="T61" fmla="*/ 37 h 115"/>
                  <a:gd name="T62" fmla="*/ 233 w 359"/>
                  <a:gd name="T63" fmla="*/ 54 h 115"/>
                  <a:gd name="T64" fmla="*/ 269 w 359"/>
                  <a:gd name="T65" fmla="*/ 1 h 115"/>
                  <a:gd name="T66" fmla="*/ 269 w 359"/>
                  <a:gd name="T67" fmla="*/ 89 h 115"/>
                  <a:gd name="T68" fmla="*/ 269 w 359"/>
                  <a:gd name="T69" fmla="*/ 89 h 115"/>
                  <a:gd name="T70" fmla="*/ 293 w 359"/>
                  <a:gd name="T71" fmla="*/ 34 h 115"/>
                  <a:gd name="T72" fmla="*/ 316 w 359"/>
                  <a:gd name="T73" fmla="*/ 39 h 115"/>
                  <a:gd name="T74" fmla="*/ 310 w 359"/>
                  <a:gd name="T75" fmla="*/ 50 h 115"/>
                  <a:gd name="T76" fmla="*/ 296 w 359"/>
                  <a:gd name="T77" fmla="*/ 38 h 115"/>
                  <a:gd name="T78" fmla="*/ 352 w 359"/>
                  <a:gd name="T79" fmla="*/ 81 h 115"/>
                  <a:gd name="T80" fmla="*/ 327 w 359"/>
                  <a:gd name="T81" fmla="*/ 72 h 115"/>
                  <a:gd name="T82" fmla="*/ 340 w 359"/>
                  <a:gd name="T83" fmla="*/ 52 h 115"/>
                  <a:gd name="T84" fmla="*/ 343 w 359"/>
                  <a:gd name="T85" fmla="*/ 33 h 115"/>
                  <a:gd name="T86" fmla="*/ 330 w 359"/>
                  <a:gd name="T87" fmla="*/ 33 h 115"/>
                  <a:gd name="T88" fmla="*/ 355 w 359"/>
                  <a:gd name="T89" fmla="*/ 31 h 115"/>
                  <a:gd name="T90" fmla="*/ 357 w 359"/>
                  <a:gd name="T91" fmla="*/ 81 h 115"/>
                  <a:gd name="T92" fmla="*/ 351 w 359"/>
                  <a:gd name="T93" fmla="*/ 57 h 115"/>
                  <a:gd name="T94" fmla="*/ 333 w 359"/>
                  <a:gd name="T95" fmla="*/ 72 h 115"/>
                  <a:gd name="T96" fmla="*/ 350 w 359"/>
                  <a:gd name="T97" fmla="*/ 7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59" h="115">
                    <a:moveTo>
                      <a:pt x="1" y="94"/>
                    </a:moveTo>
                    <a:cubicBezTo>
                      <a:pt x="7" y="96"/>
                      <a:pt x="7" y="96"/>
                      <a:pt x="7" y="96"/>
                    </a:cubicBezTo>
                    <a:cubicBezTo>
                      <a:pt x="7" y="99"/>
                      <a:pt x="8" y="101"/>
                      <a:pt x="9" y="103"/>
                    </a:cubicBezTo>
                    <a:cubicBezTo>
                      <a:pt x="11" y="105"/>
                      <a:pt x="13" y="106"/>
                      <a:pt x="15" y="106"/>
                    </a:cubicBezTo>
                    <a:cubicBezTo>
                      <a:pt x="18" y="106"/>
                      <a:pt x="20" y="105"/>
                      <a:pt x="22" y="103"/>
                    </a:cubicBezTo>
                    <a:cubicBezTo>
                      <a:pt x="23" y="101"/>
                      <a:pt x="24" y="98"/>
                      <a:pt x="25" y="94"/>
                    </a:cubicBezTo>
                    <a:cubicBezTo>
                      <a:pt x="25" y="92"/>
                      <a:pt x="25" y="88"/>
                      <a:pt x="25" y="81"/>
                    </a:cubicBezTo>
                    <a:cubicBezTo>
                      <a:pt x="22" y="86"/>
                      <a:pt x="19" y="89"/>
                      <a:pt x="15" y="89"/>
                    </a:cubicBezTo>
                    <a:cubicBezTo>
                      <a:pt x="10" y="89"/>
                      <a:pt x="7" y="86"/>
                      <a:pt x="4" y="79"/>
                    </a:cubicBezTo>
                    <a:cubicBezTo>
                      <a:pt x="1" y="73"/>
                      <a:pt x="0" y="66"/>
                      <a:pt x="0" y="57"/>
                    </a:cubicBezTo>
                    <a:cubicBezTo>
                      <a:pt x="0" y="51"/>
                      <a:pt x="1" y="45"/>
                      <a:pt x="2" y="40"/>
                    </a:cubicBezTo>
                    <a:cubicBezTo>
                      <a:pt x="3" y="35"/>
                      <a:pt x="5" y="31"/>
                      <a:pt x="7" y="28"/>
                    </a:cubicBezTo>
                    <a:cubicBezTo>
                      <a:pt x="10" y="25"/>
                      <a:pt x="12" y="24"/>
                      <a:pt x="15" y="24"/>
                    </a:cubicBezTo>
                    <a:cubicBezTo>
                      <a:pt x="19" y="24"/>
                      <a:pt x="23" y="27"/>
                      <a:pt x="26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90"/>
                      <a:pt x="30" y="97"/>
                      <a:pt x="29" y="101"/>
                    </a:cubicBezTo>
                    <a:cubicBezTo>
                      <a:pt x="28" y="105"/>
                      <a:pt x="26" y="109"/>
                      <a:pt x="24" y="111"/>
                    </a:cubicBezTo>
                    <a:cubicBezTo>
                      <a:pt x="22" y="114"/>
                      <a:pt x="19" y="115"/>
                      <a:pt x="15" y="115"/>
                    </a:cubicBezTo>
                    <a:cubicBezTo>
                      <a:pt x="11" y="115"/>
                      <a:pt x="8" y="113"/>
                      <a:pt x="5" y="110"/>
                    </a:cubicBezTo>
                    <a:cubicBezTo>
                      <a:pt x="3" y="106"/>
                      <a:pt x="1" y="101"/>
                      <a:pt x="1" y="94"/>
                    </a:cubicBezTo>
                    <a:close/>
                    <a:moveTo>
                      <a:pt x="6" y="56"/>
                    </a:moveTo>
                    <a:cubicBezTo>
                      <a:pt x="6" y="64"/>
                      <a:pt x="7" y="70"/>
                      <a:pt x="9" y="74"/>
                    </a:cubicBezTo>
                    <a:cubicBezTo>
                      <a:pt x="11" y="78"/>
                      <a:pt x="13" y="80"/>
                      <a:pt x="16" y="80"/>
                    </a:cubicBezTo>
                    <a:cubicBezTo>
                      <a:pt x="19" y="80"/>
                      <a:pt x="21" y="78"/>
                      <a:pt x="23" y="74"/>
                    </a:cubicBezTo>
                    <a:cubicBezTo>
                      <a:pt x="25" y="70"/>
                      <a:pt x="25" y="64"/>
                      <a:pt x="25" y="56"/>
                    </a:cubicBezTo>
                    <a:cubicBezTo>
                      <a:pt x="25" y="49"/>
                      <a:pt x="25" y="43"/>
                      <a:pt x="23" y="39"/>
                    </a:cubicBezTo>
                    <a:cubicBezTo>
                      <a:pt x="21" y="35"/>
                      <a:pt x="18" y="33"/>
                      <a:pt x="16" y="33"/>
                    </a:cubicBezTo>
                    <a:cubicBezTo>
                      <a:pt x="13" y="33"/>
                      <a:pt x="11" y="35"/>
                      <a:pt x="9" y="39"/>
                    </a:cubicBezTo>
                    <a:cubicBezTo>
                      <a:pt x="7" y="43"/>
                      <a:pt x="6" y="48"/>
                      <a:pt x="6" y="56"/>
                    </a:cubicBezTo>
                    <a:close/>
                    <a:moveTo>
                      <a:pt x="43" y="113"/>
                    </a:moveTo>
                    <a:cubicBezTo>
                      <a:pt x="43" y="103"/>
                      <a:pt x="43" y="103"/>
                      <a:pt x="43" y="103"/>
                    </a:cubicBezTo>
                    <a:cubicBezTo>
                      <a:pt x="44" y="104"/>
                      <a:pt x="45" y="104"/>
                      <a:pt x="46" y="104"/>
                    </a:cubicBezTo>
                    <a:cubicBezTo>
                      <a:pt x="47" y="104"/>
                      <a:pt x="49" y="104"/>
                      <a:pt x="49" y="103"/>
                    </a:cubicBezTo>
                    <a:cubicBezTo>
                      <a:pt x="50" y="102"/>
                      <a:pt x="51" y="101"/>
                      <a:pt x="51" y="100"/>
                    </a:cubicBezTo>
                    <a:cubicBezTo>
                      <a:pt x="52" y="99"/>
                      <a:pt x="52" y="96"/>
                      <a:pt x="53" y="92"/>
                    </a:cubicBezTo>
                    <a:cubicBezTo>
                      <a:pt x="53" y="91"/>
                      <a:pt x="53" y="90"/>
                      <a:pt x="54" y="89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5" y="67"/>
                      <a:pt x="56" y="72"/>
                      <a:pt x="57" y="77"/>
                    </a:cubicBezTo>
                    <a:cubicBezTo>
                      <a:pt x="57" y="72"/>
                      <a:pt x="58" y="67"/>
                      <a:pt x="59" y="62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59" y="90"/>
                      <a:pt x="59" y="90"/>
                      <a:pt x="59" y="90"/>
                    </a:cubicBezTo>
                    <a:cubicBezTo>
                      <a:pt x="58" y="97"/>
                      <a:pt x="57" y="102"/>
                      <a:pt x="56" y="104"/>
                    </a:cubicBezTo>
                    <a:cubicBezTo>
                      <a:pt x="55" y="108"/>
                      <a:pt x="54" y="111"/>
                      <a:pt x="52" y="112"/>
                    </a:cubicBezTo>
                    <a:cubicBezTo>
                      <a:pt x="51" y="114"/>
                      <a:pt x="49" y="115"/>
                      <a:pt x="47" y="115"/>
                    </a:cubicBezTo>
                    <a:cubicBezTo>
                      <a:pt x="46" y="115"/>
                      <a:pt x="45" y="114"/>
                      <a:pt x="43" y="113"/>
                    </a:cubicBezTo>
                    <a:close/>
                    <a:moveTo>
                      <a:pt x="94" y="57"/>
                    </a:moveTo>
                    <a:cubicBezTo>
                      <a:pt x="94" y="45"/>
                      <a:pt x="96" y="37"/>
                      <a:pt x="99" y="31"/>
                    </a:cubicBezTo>
                    <a:cubicBezTo>
                      <a:pt x="102" y="26"/>
                      <a:pt x="106" y="24"/>
                      <a:pt x="110" y="24"/>
                    </a:cubicBezTo>
                    <a:cubicBezTo>
                      <a:pt x="115" y="24"/>
                      <a:pt x="119" y="27"/>
                      <a:pt x="122" y="32"/>
                    </a:cubicBezTo>
                    <a:cubicBezTo>
                      <a:pt x="125" y="38"/>
                      <a:pt x="127" y="46"/>
                      <a:pt x="127" y="56"/>
                    </a:cubicBezTo>
                    <a:cubicBezTo>
                      <a:pt x="127" y="64"/>
                      <a:pt x="126" y="71"/>
                      <a:pt x="125" y="76"/>
                    </a:cubicBezTo>
                    <a:cubicBezTo>
                      <a:pt x="123" y="80"/>
                      <a:pt x="121" y="84"/>
                      <a:pt x="119" y="86"/>
                    </a:cubicBezTo>
                    <a:cubicBezTo>
                      <a:pt x="116" y="89"/>
                      <a:pt x="113" y="90"/>
                      <a:pt x="110" y="90"/>
                    </a:cubicBezTo>
                    <a:cubicBezTo>
                      <a:pt x="106" y="90"/>
                      <a:pt x="102" y="87"/>
                      <a:pt x="99" y="82"/>
                    </a:cubicBezTo>
                    <a:cubicBezTo>
                      <a:pt x="95" y="76"/>
                      <a:pt x="94" y="68"/>
                      <a:pt x="94" y="57"/>
                    </a:cubicBezTo>
                    <a:close/>
                    <a:moveTo>
                      <a:pt x="100" y="57"/>
                    </a:moveTo>
                    <a:cubicBezTo>
                      <a:pt x="100" y="65"/>
                      <a:pt x="101" y="71"/>
                      <a:pt x="103" y="75"/>
                    </a:cubicBezTo>
                    <a:cubicBezTo>
                      <a:pt x="105" y="79"/>
                      <a:pt x="107" y="81"/>
                      <a:pt x="110" y="81"/>
                    </a:cubicBezTo>
                    <a:cubicBezTo>
                      <a:pt x="113" y="81"/>
                      <a:pt x="116" y="79"/>
                      <a:pt x="118" y="75"/>
                    </a:cubicBezTo>
                    <a:cubicBezTo>
                      <a:pt x="120" y="71"/>
                      <a:pt x="121" y="65"/>
                      <a:pt x="121" y="57"/>
                    </a:cubicBezTo>
                    <a:cubicBezTo>
                      <a:pt x="121" y="49"/>
                      <a:pt x="120" y="43"/>
                      <a:pt x="118" y="39"/>
                    </a:cubicBezTo>
                    <a:cubicBezTo>
                      <a:pt x="116" y="35"/>
                      <a:pt x="113" y="33"/>
                      <a:pt x="110" y="33"/>
                    </a:cubicBezTo>
                    <a:cubicBezTo>
                      <a:pt x="107" y="33"/>
                      <a:pt x="105" y="35"/>
                      <a:pt x="103" y="39"/>
                    </a:cubicBezTo>
                    <a:cubicBezTo>
                      <a:pt x="101" y="43"/>
                      <a:pt x="100" y="49"/>
                      <a:pt x="100" y="57"/>
                    </a:cubicBezTo>
                    <a:close/>
                    <a:moveTo>
                      <a:pt x="139" y="89"/>
                    </a:moveTo>
                    <a:cubicBezTo>
                      <a:pt x="139" y="34"/>
                      <a:pt x="139" y="34"/>
                      <a:pt x="139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9" y="25"/>
                      <a:pt x="139" y="25"/>
                      <a:pt x="139" y="25"/>
                    </a:cubicBezTo>
                    <a:cubicBezTo>
                      <a:pt x="139" y="19"/>
                      <a:pt x="139" y="19"/>
                      <a:pt x="139" y="19"/>
                    </a:cubicBezTo>
                    <a:cubicBezTo>
                      <a:pt x="139" y="14"/>
                      <a:pt x="139" y="11"/>
                      <a:pt x="140" y="9"/>
                    </a:cubicBezTo>
                    <a:cubicBezTo>
                      <a:pt x="140" y="6"/>
                      <a:pt x="141" y="4"/>
                      <a:pt x="143" y="2"/>
                    </a:cubicBezTo>
                    <a:cubicBezTo>
                      <a:pt x="144" y="0"/>
                      <a:pt x="146" y="0"/>
                      <a:pt x="149" y="0"/>
                    </a:cubicBezTo>
                    <a:cubicBezTo>
                      <a:pt x="150" y="0"/>
                      <a:pt x="152" y="0"/>
                      <a:pt x="154" y="1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0"/>
                      <a:pt x="151" y="9"/>
                      <a:pt x="150" y="9"/>
                    </a:cubicBezTo>
                    <a:cubicBezTo>
                      <a:pt x="148" y="9"/>
                      <a:pt x="147" y="10"/>
                      <a:pt x="146" y="12"/>
                    </a:cubicBezTo>
                    <a:cubicBezTo>
                      <a:pt x="145" y="13"/>
                      <a:pt x="145" y="16"/>
                      <a:pt x="145" y="19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52" y="25"/>
                      <a:pt x="152" y="25"/>
                      <a:pt x="152" y="25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5" y="89"/>
                      <a:pt x="145" y="89"/>
                      <a:pt x="145" y="89"/>
                    </a:cubicBezTo>
                    <a:cubicBezTo>
                      <a:pt x="139" y="89"/>
                      <a:pt x="139" y="89"/>
                      <a:pt x="139" y="89"/>
                    </a:cubicBezTo>
                    <a:close/>
                    <a:moveTo>
                      <a:pt x="210" y="58"/>
                    </a:moveTo>
                    <a:cubicBezTo>
                      <a:pt x="217" y="61"/>
                      <a:pt x="217" y="61"/>
                      <a:pt x="217" y="61"/>
                    </a:cubicBezTo>
                    <a:cubicBezTo>
                      <a:pt x="215" y="71"/>
                      <a:pt x="213" y="78"/>
                      <a:pt x="209" y="83"/>
                    </a:cubicBezTo>
                    <a:cubicBezTo>
                      <a:pt x="206" y="88"/>
                      <a:pt x="202" y="90"/>
                      <a:pt x="197" y="90"/>
                    </a:cubicBezTo>
                    <a:cubicBezTo>
                      <a:pt x="191" y="90"/>
                      <a:pt x="187" y="88"/>
                      <a:pt x="184" y="85"/>
                    </a:cubicBezTo>
                    <a:cubicBezTo>
                      <a:pt x="181" y="81"/>
                      <a:pt x="178" y="75"/>
                      <a:pt x="176" y="68"/>
                    </a:cubicBezTo>
                    <a:cubicBezTo>
                      <a:pt x="175" y="61"/>
                      <a:pt x="174" y="53"/>
                      <a:pt x="174" y="44"/>
                    </a:cubicBezTo>
                    <a:cubicBezTo>
                      <a:pt x="174" y="35"/>
                      <a:pt x="175" y="27"/>
                      <a:pt x="177" y="20"/>
                    </a:cubicBezTo>
                    <a:cubicBezTo>
                      <a:pt x="179" y="14"/>
                      <a:pt x="181" y="8"/>
                      <a:pt x="185" y="5"/>
                    </a:cubicBezTo>
                    <a:cubicBezTo>
                      <a:pt x="189" y="1"/>
                      <a:pt x="192" y="0"/>
                      <a:pt x="197" y="0"/>
                    </a:cubicBezTo>
                    <a:cubicBezTo>
                      <a:pt x="202" y="0"/>
                      <a:pt x="206" y="2"/>
                      <a:pt x="209" y="6"/>
                    </a:cubicBezTo>
                    <a:cubicBezTo>
                      <a:pt x="212" y="11"/>
                      <a:pt x="214" y="17"/>
                      <a:pt x="216" y="25"/>
                    </a:cubicBezTo>
                    <a:cubicBezTo>
                      <a:pt x="209" y="28"/>
                      <a:pt x="209" y="28"/>
                      <a:pt x="209" y="28"/>
                    </a:cubicBezTo>
                    <a:cubicBezTo>
                      <a:pt x="208" y="21"/>
                      <a:pt x="207" y="17"/>
                      <a:pt x="205" y="14"/>
                    </a:cubicBezTo>
                    <a:cubicBezTo>
                      <a:pt x="202" y="11"/>
                      <a:pt x="200" y="10"/>
                      <a:pt x="197" y="10"/>
                    </a:cubicBezTo>
                    <a:cubicBezTo>
                      <a:pt x="193" y="10"/>
                      <a:pt x="190" y="11"/>
                      <a:pt x="187" y="14"/>
                    </a:cubicBezTo>
                    <a:cubicBezTo>
                      <a:pt x="185" y="18"/>
                      <a:pt x="183" y="22"/>
                      <a:pt x="182" y="27"/>
                    </a:cubicBezTo>
                    <a:cubicBezTo>
                      <a:pt x="181" y="33"/>
                      <a:pt x="180" y="38"/>
                      <a:pt x="180" y="44"/>
                    </a:cubicBezTo>
                    <a:cubicBezTo>
                      <a:pt x="180" y="52"/>
                      <a:pt x="181" y="58"/>
                      <a:pt x="182" y="64"/>
                    </a:cubicBezTo>
                    <a:cubicBezTo>
                      <a:pt x="183" y="69"/>
                      <a:pt x="185" y="74"/>
                      <a:pt x="188" y="76"/>
                    </a:cubicBezTo>
                    <a:cubicBezTo>
                      <a:pt x="190" y="79"/>
                      <a:pt x="193" y="80"/>
                      <a:pt x="196" y="80"/>
                    </a:cubicBezTo>
                    <a:cubicBezTo>
                      <a:pt x="200" y="80"/>
                      <a:pt x="203" y="79"/>
                      <a:pt x="205" y="75"/>
                    </a:cubicBezTo>
                    <a:cubicBezTo>
                      <a:pt x="208" y="71"/>
                      <a:pt x="209" y="65"/>
                      <a:pt x="210" y="58"/>
                    </a:cubicBezTo>
                    <a:close/>
                    <a:moveTo>
                      <a:pt x="227" y="89"/>
                    </a:moveTo>
                    <a:cubicBezTo>
                      <a:pt x="227" y="1"/>
                      <a:pt x="227" y="1"/>
                      <a:pt x="227" y="1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33" y="33"/>
                      <a:pt x="233" y="33"/>
                      <a:pt x="233" y="33"/>
                    </a:cubicBezTo>
                    <a:cubicBezTo>
                      <a:pt x="236" y="27"/>
                      <a:pt x="240" y="24"/>
                      <a:pt x="244" y="24"/>
                    </a:cubicBezTo>
                    <a:cubicBezTo>
                      <a:pt x="246" y="24"/>
                      <a:pt x="249" y="25"/>
                      <a:pt x="251" y="27"/>
                    </a:cubicBezTo>
                    <a:cubicBezTo>
                      <a:pt x="253" y="28"/>
                      <a:pt x="254" y="31"/>
                      <a:pt x="255" y="34"/>
                    </a:cubicBezTo>
                    <a:cubicBezTo>
                      <a:pt x="256" y="38"/>
                      <a:pt x="256" y="42"/>
                      <a:pt x="256" y="49"/>
                    </a:cubicBezTo>
                    <a:cubicBezTo>
                      <a:pt x="256" y="89"/>
                      <a:pt x="256" y="89"/>
                      <a:pt x="256" y="89"/>
                    </a:cubicBezTo>
                    <a:cubicBezTo>
                      <a:pt x="250" y="89"/>
                      <a:pt x="250" y="89"/>
                      <a:pt x="250" y="89"/>
                    </a:cubicBezTo>
                    <a:cubicBezTo>
                      <a:pt x="250" y="49"/>
                      <a:pt x="250" y="49"/>
                      <a:pt x="250" y="49"/>
                    </a:cubicBezTo>
                    <a:cubicBezTo>
                      <a:pt x="250" y="43"/>
                      <a:pt x="249" y="39"/>
                      <a:pt x="248" y="37"/>
                    </a:cubicBezTo>
                    <a:cubicBezTo>
                      <a:pt x="247" y="34"/>
                      <a:pt x="245" y="33"/>
                      <a:pt x="243" y="33"/>
                    </a:cubicBezTo>
                    <a:cubicBezTo>
                      <a:pt x="241" y="33"/>
                      <a:pt x="239" y="34"/>
                      <a:pt x="238" y="36"/>
                    </a:cubicBezTo>
                    <a:cubicBezTo>
                      <a:pt x="236" y="37"/>
                      <a:pt x="235" y="40"/>
                      <a:pt x="234" y="42"/>
                    </a:cubicBezTo>
                    <a:cubicBezTo>
                      <a:pt x="234" y="45"/>
                      <a:pt x="233" y="49"/>
                      <a:pt x="233" y="54"/>
                    </a:cubicBezTo>
                    <a:cubicBezTo>
                      <a:pt x="233" y="89"/>
                      <a:pt x="233" y="89"/>
                      <a:pt x="233" y="89"/>
                    </a:cubicBezTo>
                    <a:cubicBezTo>
                      <a:pt x="227" y="89"/>
                      <a:pt x="227" y="89"/>
                      <a:pt x="227" y="89"/>
                    </a:cubicBezTo>
                    <a:close/>
                    <a:moveTo>
                      <a:pt x="269" y="14"/>
                    </a:moveTo>
                    <a:cubicBezTo>
                      <a:pt x="269" y="1"/>
                      <a:pt x="269" y="1"/>
                      <a:pt x="269" y="1"/>
                    </a:cubicBezTo>
                    <a:cubicBezTo>
                      <a:pt x="275" y="1"/>
                      <a:pt x="275" y="1"/>
                      <a:pt x="275" y="1"/>
                    </a:cubicBezTo>
                    <a:cubicBezTo>
                      <a:pt x="275" y="14"/>
                      <a:pt x="275" y="14"/>
                      <a:pt x="275" y="14"/>
                    </a:cubicBezTo>
                    <a:cubicBezTo>
                      <a:pt x="269" y="14"/>
                      <a:pt x="269" y="14"/>
                      <a:pt x="269" y="14"/>
                    </a:cubicBezTo>
                    <a:close/>
                    <a:moveTo>
                      <a:pt x="269" y="89"/>
                    </a:moveTo>
                    <a:cubicBezTo>
                      <a:pt x="269" y="25"/>
                      <a:pt x="269" y="25"/>
                      <a:pt x="269" y="25"/>
                    </a:cubicBezTo>
                    <a:cubicBezTo>
                      <a:pt x="275" y="25"/>
                      <a:pt x="275" y="25"/>
                      <a:pt x="275" y="25"/>
                    </a:cubicBezTo>
                    <a:cubicBezTo>
                      <a:pt x="275" y="89"/>
                      <a:pt x="275" y="89"/>
                      <a:pt x="275" y="89"/>
                    </a:cubicBezTo>
                    <a:cubicBezTo>
                      <a:pt x="269" y="89"/>
                      <a:pt x="269" y="89"/>
                      <a:pt x="269" y="89"/>
                    </a:cubicBezTo>
                    <a:close/>
                    <a:moveTo>
                      <a:pt x="287" y="89"/>
                    </a:moveTo>
                    <a:cubicBezTo>
                      <a:pt x="287" y="25"/>
                      <a:pt x="287" y="25"/>
                      <a:pt x="287" y="25"/>
                    </a:cubicBezTo>
                    <a:cubicBezTo>
                      <a:pt x="293" y="25"/>
                      <a:pt x="293" y="25"/>
                      <a:pt x="293" y="25"/>
                    </a:cubicBezTo>
                    <a:cubicBezTo>
                      <a:pt x="293" y="34"/>
                      <a:pt x="293" y="34"/>
                      <a:pt x="293" y="34"/>
                    </a:cubicBezTo>
                    <a:cubicBezTo>
                      <a:pt x="295" y="27"/>
                      <a:pt x="299" y="24"/>
                      <a:pt x="304" y="24"/>
                    </a:cubicBezTo>
                    <a:cubicBezTo>
                      <a:pt x="306" y="24"/>
                      <a:pt x="308" y="25"/>
                      <a:pt x="310" y="26"/>
                    </a:cubicBezTo>
                    <a:cubicBezTo>
                      <a:pt x="312" y="27"/>
                      <a:pt x="313" y="29"/>
                      <a:pt x="314" y="31"/>
                    </a:cubicBezTo>
                    <a:cubicBezTo>
                      <a:pt x="315" y="34"/>
                      <a:pt x="315" y="36"/>
                      <a:pt x="316" y="39"/>
                    </a:cubicBezTo>
                    <a:cubicBezTo>
                      <a:pt x="316" y="41"/>
                      <a:pt x="316" y="45"/>
                      <a:pt x="316" y="50"/>
                    </a:cubicBezTo>
                    <a:cubicBezTo>
                      <a:pt x="316" y="89"/>
                      <a:pt x="316" y="89"/>
                      <a:pt x="316" y="89"/>
                    </a:cubicBezTo>
                    <a:cubicBezTo>
                      <a:pt x="310" y="89"/>
                      <a:pt x="310" y="89"/>
                      <a:pt x="310" y="89"/>
                    </a:cubicBezTo>
                    <a:cubicBezTo>
                      <a:pt x="310" y="50"/>
                      <a:pt x="310" y="50"/>
                      <a:pt x="310" y="50"/>
                    </a:cubicBezTo>
                    <a:cubicBezTo>
                      <a:pt x="310" y="46"/>
                      <a:pt x="310" y="43"/>
                      <a:pt x="309" y="40"/>
                    </a:cubicBezTo>
                    <a:cubicBezTo>
                      <a:pt x="309" y="38"/>
                      <a:pt x="308" y="36"/>
                      <a:pt x="307" y="35"/>
                    </a:cubicBezTo>
                    <a:cubicBezTo>
                      <a:pt x="306" y="34"/>
                      <a:pt x="304" y="33"/>
                      <a:pt x="303" y="33"/>
                    </a:cubicBezTo>
                    <a:cubicBezTo>
                      <a:pt x="300" y="33"/>
                      <a:pt x="298" y="35"/>
                      <a:pt x="296" y="38"/>
                    </a:cubicBezTo>
                    <a:cubicBezTo>
                      <a:pt x="294" y="40"/>
                      <a:pt x="293" y="46"/>
                      <a:pt x="293" y="54"/>
                    </a:cubicBezTo>
                    <a:cubicBezTo>
                      <a:pt x="293" y="89"/>
                      <a:pt x="293" y="89"/>
                      <a:pt x="293" y="89"/>
                    </a:cubicBezTo>
                    <a:cubicBezTo>
                      <a:pt x="287" y="89"/>
                      <a:pt x="287" y="89"/>
                      <a:pt x="287" y="89"/>
                    </a:cubicBezTo>
                    <a:close/>
                    <a:moveTo>
                      <a:pt x="352" y="81"/>
                    </a:moveTo>
                    <a:cubicBezTo>
                      <a:pt x="349" y="84"/>
                      <a:pt x="347" y="87"/>
                      <a:pt x="345" y="88"/>
                    </a:cubicBezTo>
                    <a:cubicBezTo>
                      <a:pt x="343" y="90"/>
                      <a:pt x="341" y="90"/>
                      <a:pt x="339" y="90"/>
                    </a:cubicBezTo>
                    <a:cubicBezTo>
                      <a:pt x="335" y="90"/>
                      <a:pt x="332" y="89"/>
                      <a:pt x="330" y="85"/>
                    </a:cubicBezTo>
                    <a:cubicBezTo>
                      <a:pt x="328" y="82"/>
                      <a:pt x="327" y="77"/>
                      <a:pt x="327" y="72"/>
                    </a:cubicBezTo>
                    <a:cubicBezTo>
                      <a:pt x="327" y="69"/>
                      <a:pt x="327" y="66"/>
                      <a:pt x="328" y="64"/>
                    </a:cubicBezTo>
                    <a:cubicBezTo>
                      <a:pt x="329" y="61"/>
                      <a:pt x="330" y="59"/>
                      <a:pt x="331" y="57"/>
                    </a:cubicBezTo>
                    <a:cubicBezTo>
                      <a:pt x="332" y="56"/>
                      <a:pt x="334" y="55"/>
                      <a:pt x="335" y="54"/>
                    </a:cubicBezTo>
                    <a:cubicBezTo>
                      <a:pt x="336" y="53"/>
                      <a:pt x="338" y="53"/>
                      <a:pt x="340" y="52"/>
                    </a:cubicBezTo>
                    <a:cubicBezTo>
                      <a:pt x="345" y="51"/>
                      <a:pt x="349" y="50"/>
                      <a:pt x="351" y="49"/>
                    </a:cubicBezTo>
                    <a:cubicBezTo>
                      <a:pt x="351" y="47"/>
                      <a:pt x="351" y="46"/>
                      <a:pt x="351" y="46"/>
                    </a:cubicBezTo>
                    <a:cubicBezTo>
                      <a:pt x="351" y="41"/>
                      <a:pt x="351" y="38"/>
                      <a:pt x="349" y="36"/>
                    </a:cubicBezTo>
                    <a:cubicBezTo>
                      <a:pt x="348" y="34"/>
                      <a:pt x="346" y="33"/>
                      <a:pt x="343" y="33"/>
                    </a:cubicBezTo>
                    <a:cubicBezTo>
                      <a:pt x="340" y="33"/>
                      <a:pt x="338" y="34"/>
                      <a:pt x="336" y="35"/>
                    </a:cubicBezTo>
                    <a:cubicBezTo>
                      <a:pt x="335" y="37"/>
                      <a:pt x="334" y="40"/>
                      <a:pt x="334" y="45"/>
                    </a:cubicBezTo>
                    <a:cubicBezTo>
                      <a:pt x="328" y="43"/>
                      <a:pt x="328" y="43"/>
                      <a:pt x="328" y="43"/>
                    </a:cubicBezTo>
                    <a:cubicBezTo>
                      <a:pt x="328" y="39"/>
                      <a:pt x="329" y="35"/>
                      <a:pt x="330" y="33"/>
                    </a:cubicBezTo>
                    <a:cubicBezTo>
                      <a:pt x="332" y="30"/>
                      <a:pt x="333" y="28"/>
                      <a:pt x="336" y="26"/>
                    </a:cubicBezTo>
                    <a:cubicBezTo>
                      <a:pt x="338" y="25"/>
                      <a:pt x="341" y="24"/>
                      <a:pt x="344" y="24"/>
                    </a:cubicBezTo>
                    <a:cubicBezTo>
                      <a:pt x="347" y="24"/>
                      <a:pt x="349" y="25"/>
                      <a:pt x="351" y="26"/>
                    </a:cubicBezTo>
                    <a:cubicBezTo>
                      <a:pt x="353" y="27"/>
                      <a:pt x="354" y="29"/>
                      <a:pt x="355" y="31"/>
                    </a:cubicBezTo>
                    <a:cubicBezTo>
                      <a:pt x="356" y="33"/>
                      <a:pt x="356" y="35"/>
                      <a:pt x="357" y="38"/>
                    </a:cubicBezTo>
                    <a:cubicBezTo>
                      <a:pt x="357" y="40"/>
                      <a:pt x="357" y="43"/>
                      <a:pt x="357" y="48"/>
                    </a:cubicBezTo>
                    <a:cubicBezTo>
                      <a:pt x="357" y="62"/>
                      <a:pt x="357" y="62"/>
                      <a:pt x="357" y="62"/>
                    </a:cubicBezTo>
                    <a:cubicBezTo>
                      <a:pt x="357" y="72"/>
                      <a:pt x="357" y="79"/>
                      <a:pt x="357" y="81"/>
                    </a:cubicBezTo>
                    <a:cubicBezTo>
                      <a:pt x="358" y="84"/>
                      <a:pt x="358" y="86"/>
                      <a:pt x="359" y="89"/>
                    </a:cubicBezTo>
                    <a:cubicBezTo>
                      <a:pt x="353" y="89"/>
                      <a:pt x="353" y="89"/>
                      <a:pt x="353" y="89"/>
                    </a:cubicBezTo>
                    <a:cubicBezTo>
                      <a:pt x="352" y="87"/>
                      <a:pt x="352" y="84"/>
                      <a:pt x="352" y="81"/>
                    </a:cubicBezTo>
                    <a:close/>
                    <a:moveTo>
                      <a:pt x="351" y="57"/>
                    </a:moveTo>
                    <a:cubicBezTo>
                      <a:pt x="349" y="59"/>
                      <a:pt x="346" y="60"/>
                      <a:pt x="341" y="61"/>
                    </a:cubicBezTo>
                    <a:cubicBezTo>
                      <a:pt x="339" y="62"/>
                      <a:pt x="337" y="62"/>
                      <a:pt x="336" y="63"/>
                    </a:cubicBezTo>
                    <a:cubicBezTo>
                      <a:pt x="335" y="64"/>
                      <a:pt x="334" y="65"/>
                      <a:pt x="334" y="67"/>
                    </a:cubicBezTo>
                    <a:cubicBezTo>
                      <a:pt x="333" y="68"/>
                      <a:pt x="333" y="70"/>
                      <a:pt x="333" y="72"/>
                    </a:cubicBezTo>
                    <a:cubicBezTo>
                      <a:pt x="333" y="75"/>
                      <a:pt x="334" y="77"/>
                      <a:pt x="335" y="79"/>
                    </a:cubicBezTo>
                    <a:cubicBezTo>
                      <a:pt x="336" y="81"/>
                      <a:pt x="338" y="82"/>
                      <a:pt x="340" y="82"/>
                    </a:cubicBezTo>
                    <a:cubicBezTo>
                      <a:pt x="342" y="82"/>
                      <a:pt x="344" y="81"/>
                      <a:pt x="346" y="79"/>
                    </a:cubicBezTo>
                    <a:cubicBezTo>
                      <a:pt x="348" y="77"/>
                      <a:pt x="349" y="75"/>
                      <a:pt x="350" y="72"/>
                    </a:cubicBezTo>
                    <a:cubicBezTo>
                      <a:pt x="351" y="69"/>
                      <a:pt x="351" y="66"/>
                      <a:pt x="351" y="61"/>
                    </a:cubicBezTo>
                    <a:lnTo>
                      <a:pt x="35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 flipH="1">
            <a:off x="0" y="0"/>
            <a:ext cx="6496050" cy="5416345"/>
            <a:chOff x="4906913" y="0"/>
            <a:chExt cx="7285087" cy="6074237"/>
          </a:xfrm>
        </p:grpSpPr>
        <p:sp>
          <p:nvSpPr>
            <p:cNvPr id="2" name="ïṡlîďê"/>
            <p:cNvSpPr/>
            <p:nvPr userDrawn="1"/>
          </p:nvSpPr>
          <p:spPr>
            <a:xfrm>
              <a:off x="5721772" y="0"/>
              <a:ext cx="6470228" cy="6074237"/>
            </a:xfrm>
            <a:custGeom>
              <a:avLst/>
              <a:gdLst>
                <a:gd name="connsiteX0" fmla="*/ 2441939 w 6470228"/>
                <a:gd name="connsiteY0" fmla="*/ 0 h 6074237"/>
                <a:gd name="connsiteX1" fmla="*/ 6470228 w 6470228"/>
                <a:gd name="connsiteY1" fmla="*/ 0 h 6074237"/>
                <a:gd name="connsiteX2" fmla="*/ 6470228 w 6470228"/>
                <a:gd name="connsiteY2" fmla="*/ 2453916 h 6074237"/>
                <a:gd name="connsiteX3" fmla="*/ 4110930 w 6470228"/>
                <a:gd name="connsiteY3" fmla="*/ 5247423 h 6074237"/>
                <a:gd name="connsiteX4" fmla="*/ 826815 w 6470228"/>
                <a:gd name="connsiteY4" fmla="*/ 5524165 h 6074237"/>
                <a:gd name="connsiteX5" fmla="*/ 826816 w 6470228"/>
                <a:gd name="connsiteY5" fmla="*/ 5524165 h 6074237"/>
                <a:gd name="connsiteX6" fmla="*/ 550073 w 6470228"/>
                <a:gd name="connsiteY6" fmla="*/ 2240050 h 6074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0228" h="6074237">
                  <a:moveTo>
                    <a:pt x="2441939" y="0"/>
                  </a:moveTo>
                  <a:lnTo>
                    <a:pt x="6470228" y="0"/>
                  </a:lnTo>
                  <a:lnTo>
                    <a:pt x="6470228" y="2453916"/>
                  </a:lnTo>
                  <a:lnTo>
                    <a:pt x="4110930" y="5247423"/>
                  </a:lnTo>
                  <a:cubicBezTo>
                    <a:pt x="3280467" y="6230727"/>
                    <a:pt x="1810118" y="6354628"/>
                    <a:pt x="826815" y="5524165"/>
                  </a:cubicBezTo>
                  <a:lnTo>
                    <a:pt x="826816" y="5524165"/>
                  </a:lnTo>
                  <a:cubicBezTo>
                    <a:pt x="-156489" y="4693703"/>
                    <a:pt x="-280390" y="3223353"/>
                    <a:pt x="550073" y="2240050"/>
                  </a:cubicBezTo>
                  <a:close/>
                </a:path>
              </a:pathLst>
            </a:custGeom>
            <a:blipFill>
              <a:blip r:embed="rId2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 l="-10885" r="-1088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" name="ïšḻïḑè"/>
            <p:cNvSpPr/>
            <p:nvPr userDrawn="1"/>
          </p:nvSpPr>
          <p:spPr>
            <a:xfrm>
              <a:off x="4906913" y="0"/>
              <a:ext cx="3955516" cy="3655904"/>
            </a:xfrm>
            <a:custGeom>
              <a:avLst/>
              <a:gdLst>
                <a:gd name="connsiteX0" fmla="*/ 210268 w 3955516"/>
                <a:gd name="connsiteY0" fmla="*/ 3516016 h 3655904"/>
                <a:gd name="connsiteX1" fmla="*/ 210268 w 3955516"/>
                <a:gd name="connsiteY1" fmla="*/ 3516016 h 3655904"/>
                <a:gd name="connsiteX2" fmla="*/ 210268 w 3955516"/>
                <a:gd name="connsiteY2" fmla="*/ 3516016 h 3655904"/>
                <a:gd name="connsiteX3" fmla="*/ 2404025 w 3955516"/>
                <a:gd name="connsiteY3" fmla="*/ 0 h 3655904"/>
                <a:gd name="connsiteX4" fmla="*/ 3955516 w 3955516"/>
                <a:gd name="connsiteY4" fmla="*/ 0 h 3655904"/>
                <a:gd name="connsiteX5" fmla="*/ 1045452 w 3955516"/>
                <a:gd name="connsiteY5" fmla="*/ 3445637 h 3655904"/>
                <a:gd name="connsiteX6" fmla="*/ 309288 w 3955516"/>
                <a:gd name="connsiteY6" fmla="*/ 3583884 h 3655904"/>
                <a:gd name="connsiteX7" fmla="*/ 210268 w 3955516"/>
                <a:gd name="connsiteY7" fmla="*/ 3516016 h 3655904"/>
                <a:gd name="connsiteX8" fmla="*/ 126786 w 3955516"/>
                <a:gd name="connsiteY8" fmla="*/ 3429750 h 3655904"/>
                <a:gd name="connsiteX9" fmla="*/ 139890 w 3955516"/>
                <a:gd name="connsiteY9" fmla="*/ 2680831 h 365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55516" h="3655904">
                  <a:moveTo>
                    <a:pt x="210268" y="3516016"/>
                  </a:moveTo>
                  <a:lnTo>
                    <a:pt x="210268" y="3516016"/>
                  </a:lnTo>
                  <a:lnTo>
                    <a:pt x="210268" y="3516016"/>
                  </a:lnTo>
                  <a:close/>
                  <a:moveTo>
                    <a:pt x="2404025" y="0"/>
                  </a:moveTo>
                  <a:lnTo>
                    <a:pt x="3955516" y="0"/>
                  </a:lnTo>
                  <a:lnTo>
                    <a:pt x="1045452" y="3445637"/>
                  </a:lnTo>
                  <a:cubicBezTo>
                    <a:pt x="860656" y="3664444"/>
                    <a:pt x="551270" y="3715919"/>
                    <a:pt x="309288" y="3583884"/>
                  </a:cubicBezTo>
                  <a:lnTo>
                    <a:pt x="210268" y="3516016"/>
                  </a:lnTo>
                  <a:lnTo>
                    <a:pt x="126786" y="3429750"/>
                  </a:lnTo>
                  <a:cubicBezTo>
                    <a:pt x="-43881" y="3213275"/>
                    <a:pt x="-44906" y="2899638"/>
                    <a:pt x="139890" y="2680831"/>
                  </a:cubicBezTo>
                  <a:close/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î$ļïḓê"/>
            <p:cNvSpPr/>
            <p:nvPr userDrawn="1"/>
          </p:nvSpPr>
          <p:spPr>
            <a:xfrm>
              <a:off x="10490882" y="2022031"/>
              <a:ext cx="1697514" cy="2819365"/>
            </a:xfrm>
            <a:custGeom>
              <a:avLst/>
              <a:gdLst>
                <a:gd name="connsiteX0" fmla="*/ 1697514 w 1697514"/>
                <a:gd name="connsiteY0" fmla="*/ 0 h 2819365"/>
                <a:gd name="connsiteX1" fmla="*/ 1697514 w 1697514"/>
                <a:gd name="connsiteY1" fmla="*/ 1837030 h 2819365"/>
                <a:gd name="connsiteX2" fmla="*/ 1045452 w 1697514"/>
                <a:gd name="connsiteY2" fmla="*/ 2609099 h 2819365"/>
                <a:gd name="connsiteX3" fmla="*/ 210267 w 1697514"/>
                <a:gd name="connsiteY3" fmla="*/ 2679477 h 2819365"/>
                <a:gd name="connsiteX4" fmla="*/ 210268 w 1697514"/>
                <a:gd name="connsiteY4" fmla="*/ 2679478 h 2819365"/>
                <a:gd name="connsiteX5" fmla="*/ 139890 w 1697514"/>
                <a:gd name="connsiteY5" fmla="*/ 1844292 h 281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7514" h="2819365">
                  <a:moveTo>
                    <a:pt x="1697514" y="0"/>
                  </a:moveTo>
                  <a:lnTo>
                    <a:pt x="1697514" y="1837030"/>
                  </a:lnTo>
                  <a:lnTo>
                    <a:pt x="1045452" y="2609099"/>
                  </a:lnTo>
                  <a:cubicBezTo>
                    <a:pt x="834257" y="2859163"/>
                    <a:pt x="460332" y="2890672"/>
                    <a:pt x="210267" y="2679477"/>
                  </a:cubicBezTo>
                  <a:lnTo>
                    <a:pt x="210268" y="2679478"/>
                  </a:lnTo>
                  <a:cubicBezTo>
                    <a:pt x="-39796" y="2468282"/>
                    <a:pt x="-71306" y="2094357"/>
                    <a:pt x="139890" y="1844292"/>
                  </a:cubicBezTo>
                  <a:close/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iš1ïdé"/>
            <p:cNvSpPr/>
            <p:nvPr userDrawn="1"/>
          </p:nvSpPr>
          <p:spPr>
            <a:xfrm>
              <a:off x="10073794" y="2366994"/>
              <a:ext cx="2118206" cy="3564196"/>
            </a:xfrm>
            <a:custGeom>
              <a:avLst/>
              <a:gdLst>
                <a:gd name="connsiteX0" fmla="*/ 2118206 w 2118206"/>
                <a:gd name="connsiteY0" fmla="*/ 0 h 3564196"/>
                <a:gd name="connsiteX1" fmla="*/ 2118206 w 2118206"/>
                <a:gd name="connsiteY1" fmla="*/ 2396948 h 3564196"/>
                <a:gd name="connsiteX2" fmla="*/ 1364100 w 2118206"/>
                <a:gd name="connsiteY2" fmla="*/ 3289841 h 3564196"/>
                <a:gd name="connsiteX3" fmla="*/ 274355 w 2118206"/>
                <a:gd name="connsiteY3" fmla="*/ 3381670 h 3564196"/>
                <a:gd name="connsiteX4" fmla="*/ 274356 w 2118206"/>
                <a:gd name="connsiteY4" fmla="*/ 3381671 h 3564196"/>
                <a:gd name="connsiteX5" fmla="*/ 182527 w 2118206"/>
                <a:gd name="connsiteY5" fmla="*/ 2291926 h 3564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8206" h="3564196">
                  <a:moveTo>
                    <a:pt x="2118206" y="0"/>
                  </a:moveTo>
                  <a:lnTo>
                    <a:pt x="2118206" y="2396948"/>
                  </a:lnTo>
                  <a:lnTo>
                    <a:pt x="1364100" y="3289841"/>
                  </a:lnTo>
                  <a:cubicBezTo>
                    <a:pt x="1088533" y="3616123"/>
                    <a:pt x="600638" y="3657237"/>
                    <a:pt x="274355" y="3381670"/>
                  </a:cubicBezTo>
                  <a:lnTo>
                    <a:pt x="274356" y="3381671"/>
                  </a:lnTo>
                  <a:cubicBezTo>
                    <a:pt x="-51927" y="3106104"/>
                    <a:pt x="-93040" y="2618208"/>
                    <a:pt x="182527" y="2291926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îSlíḑè"/>
            <p:cNvSpPr/>
            <p:nvPr userDrawn="1"/>
          </p:nvSpPr>
          <p:spPr>
            <a:xfrm>
              <a:off x="5721772" y="0"/>
              <a:ext cx="6470228" cy="6074237"/>
            </a:xfrm>
            <a:custGeom>
              <a:avLst/>
              <a:gdLst>
                <a:gd name="connsiteX0" fmla="*/ 2441939 w 6470228"/>
                <a:gd name="connsiteY0" fmla="*/ 0 h 6074237"/>
                <a:gd name="connsiteX1" fmla="*/ 6470228 w 6470228"/>
                <a:gd name="connsiteY1" fmla="*/ 0 h 6074237"/>
                <a:gd name="connsiteX2" fmla="*/ 6470228 w 6470228"/>
                <a:gd name="connsiteY2" fmla="*/ 2453916 h 6074237"/>
                <a:gd name="connsiteX3" fmla="*/ 4110930 w 6470228"/>
                <a:gd name="connsiteY3" fmla="*/ 5247423 h 6074237"/>
                <a:gd name="connsiteX4" fmla="*/ 826815 w 6470228"/>
                <a:gd name="connsiteY4" fmla="*/ 5524165 h 6074237"/>
                <a:gd name="connsiteX5" fmla="*/ 826816 w 6470228"/>
                <a:gd name="connsiteY5" fmla="*/ 5524165 h 6074237"/>
                <a:gd name="connsiteX6" fmla="*/ 550073 w 6470228"/>
                <a:gd name="connsiteY6" fmla="*/ 2240050 h 6074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0228" h="6074237">
                  <a:moveTo>
                    <a:pt x="2441939" y="0"/>
                  </a:moveTo>
                  <a:lnTo>
                    <a:pt x="6470228" y="0"/>
                  </a:lnTo>
                  <a:lnTo>
                    <a:pt x="6470228" y="2453916"/>
                  </a:lnTo>
                  <a:lnTo>
                    <a:pt x="4110930" y="5247423"/>
                  </a:lnTo>
                  <a:cubicBezTo>
                    <a:pt x="3280467" y="6230727"/>
                    <a:pt x="1810118" y="6354628"/>
                    <a:pt x="826815" y="5524165"/>
                  </a:cubicBezTo>
                  <a:lnTo>
                    <a:pt x="826816" y="5524165"/>
                  </a:lnTo>
                  <a:cubicBezTo>
                    <a:pt x="-156489" y="4693703"/>
                    <a:pt x="-280390" y="3223353"/>
                    <a:pt x="550073" y="2240050"/>
                  </a:cubicBezTo>
                  <a:close/>
                </a:path>
              </a:pathLst>
            </a:custGeom>
            <a:solidFill>
              <a:schemeClr val="accent3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73100" y="2892248"/>
            <a:ext cx="10845798" cy="1621509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9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3100" y="5198484"/>
            <a:ext cx="108457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673102" y="4902213"/>
            <a:ext cx="10845798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11112501" y="4692303"/>
            <a:ext cx="1076284" cy="1986290"/>
            <a:chOff x="11761373" y="5661203"/>
            <a:chExt cx="427411" cy="788790"/>
          </a:xfrm>
        </p:grpSpPr>
        <p:sp>
          <p:nvSpPr>
            <p:cNvPr id="9" name="î$ľídé"/>
            <p:cNvSpPr/>
            <p:nvPr userDrawn="1"/>
          </p:nvSpPr>
          <p:spPr>
            <a:xfrm flipV="1">
              <a:off x="11845533" y="5881102"/>
              <a:ext cx="342524" cy="568891"/>
            </a:xfrm>
            <a:custGeom>
              <a:avLst/>
              <a:gdLst>
                <a:gd name="connsiteX0" fmla="*/ 1697514 w 1697514"/>
                <a:gd name="connsiteY0" fmla="*/ 0 h 2819365"/>
                <a:gd name="connsiteX1" fmla="*/ 1697514 w 1697514"/>
                <a:gd name="connsiteY1" fmla="*/ 1837030 h 2819365"/>
                <a:gd name="connsiteX2" fmla="*/ 1045452 w 1697514"/>
                <a:gd name="connsiteY2" fmla="*/ 2609099 h 2819365"/>
                <a:gd name="connsiteX3" fmla="*/ 210267 w 1697514"/>
                <a:gd name="connsiteY3" fmla="*/ 2679477 h 2819365"/>
                <a:gd name="connsiteX4" fmla="*/ 210268 w 1697514"/>
                <a:gd name="connsiteY4" fmla="*/ 2679478 h 2819365"/>
                <a:gd name="connsiteX5" fmla="*/ 139890 w 1697514"/>
                <a:gd name="connsiteY5" fmla="*/ 1844292 h 281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7514" h="2819365">
                  <a:moveTo>
                    <a:pt x="1697514" y="0"/>
                  </a:moveTo>
                  <a:lnTo>
                    <a:pt x="1697514" y="1837030"/>
                  </a:lnTo>
                  <a:lnTo>
                    <a:pt x="1045452" y="2609099"/>
                  </a:lnTo>
                  <a:cubicBezTo>
                    <a:pt x="834257" y="2859163"/>
                    <a:pt x="460332" y="2890672"/>
                    <a:pt x="210267" y="2679477"/>
                  </a:cubicBezTo>
                  <a:lnTo>
                    <a:pt x="210268" y="2679478"/>
                  </a:lnTo>
                  <a:cubicBezTo>
                    <a:pt x="-39796" y="2468282"/>
                    <a:pt x="-71306" y="2094357"/>
                    <a:pt x="139890" y="1844292"/>
                  </a:cubicBezTo>
                  <a:close/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iśľîḋé"/>
            <p:cNvSpPr/>
            <p:nvPr userDrawn="1"/>
          </p:nvSpPr>
          <p:spPr>
            <a:xfrm flipV="1">
              <a:off x="11761373" y="5661203"/>
              <a:ext cx="427411" cy="719183"/>
            </a:xfrm>
            <a:custGeom>
              <a:avLst/>
              <a:gdLst>
                <a:gd name="connsiteX0" fmla="*/ 2118206 w 2118206"/>
                <a:gd name="connsiteY0" fmla="*/ 0 h 3564196"/>
                <a:gd name="connsiteX1" fmla="*/ 2118206 w 2118206"/>
                <a:gd name="connsiteY1" fmla="*/ 2396948 h 3564196"/>
                <a:gd name="connsiteX2" fmla="*/ 1364100 w 2118206"/>
                <a:gd name="connsiteY2" fmla="*/ 3289841 h 3564196"/>
                <a:gd name="connsiteX3" fmla="*/ 274355 w 2118206"/>
                <a:gd name="connsiteY3" fmla="*/ 3381670 h 3564196"/>
                <a:gd name="connsiteX4" fmla="*/ 274356 w 2118206"/>
                <a:gd name="connsiteY4" fmla="*/ 3381671 h 3564196"/>
                <a:gd name="connsiteX5" fmla="*/ 182527 w 2118206"/>
                <a:gd name="connsiteY5" fmla="*/ 2291926 h 3564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18206" h="3564196">
                  <a:moveTo>
                    <a:pt x="2118206" y="0"/>
                  </a:moveTo>
                  <a:lnTo>
                    <a:pt x="2118206" y="2396948"/>
                  </a:lnTo>
                  <a:lnTo>
                    <a:pt x="1364100" y="3289841"/>
                  </a:lnTo>
                  <a:cubicBezTo>
                    <a:pt x="1088533" y="3616123"/>
                    <a:pt x="600638" y="3657237"/>
                    <a:pt x="274355" y="3381670"/>
                  </a:cubicBezTo>
                  <a:lnTo>
                    <a:pt x="274356" y="3381671"/>
                  </a:lnTo>
                  <a:cubicBezTo>
                    <a:pt x="-51927" y="3106104"/>
                    <a:pt x="-93040" y="2618208"/>
                    <a:pt x="182527" y="2291926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724571" y="535076"/>
            <a:ext cx="1795916" cy="404220"/>
            <a:chOff x="1071789" y="916886"/>
            <a:chExt cx="2217511" cy="499112"/>
          </a:xfrm>
        </p:grpSpPr>
        <p:grpSp>
          <p:nvGrpSpPr>
            <p:cNvPr id="12" name="ï$ļidê"/>
            <p:cNvGrpSpPr/>
            <p:nvPr userDrawn="1"/>
          </p:nvGrpSpPr>
          <p:grpSpPr>
            <a:xfrm>
              <a:off x="1071789" y="916886"/>
              <a:ext cx="496620" cy="499112"/>
              <a:chOff x="1905000" y="2476500"/>
              <a:chExt cx="1898650" cy="1908175"/>
            </a:xfrm>
          </p:grpSpPr>
          <p:sp>
            <p:nvSpPr>
              <p:cNvPr id="23" name="îšḻïďe"/>
              <p:cNvSpPr/>
              <p:nvPr/>
            </p:nvSpPr>
            <p:spPr bwMode="auto">
              <a:xfrm>
                <a:off x="1905000" y="2476500"/>
                <a:ext cx="1898650" cy="1908175"/>
              </a:xfrm>
              <a:prstGeom prst="ellipse">
                <a:avLst/>
              </a:prstGeom>
              <a:solidFill>
                <a:srgbClr val="0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îṥľide"/>
              <p:cNvSpPr/>
              <p:nvPr/>
            </p:nvSpPr>
            <p:spPr bwMode="auto">
              <a:xfrm>
                <a:off x="2217738" y="2790825"/>
                <a:ext cx="1273175" cy="12795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îş1íḑé"/>
              <p:cNvSpPr/>
              <p:nvPr/>
            </p:nvSpPr>
            <p:spPr bwMode="auto">
              <a:xfrm>
                <a:off x="1938338" y="3365500"/>
                <a:ext cx="230188" cy="155575"/>
              </a:xfrm>
              <a:custGeom>
                <a:avLst/>
                <a:gdLst>
                  <a:gd name="T0" fmla="*/ 25 w 70"/>
                  <a:gd name="T1" fmla="*/ 41 h 47"/>
                  <a:gd name="T2" fmla="*/ 30 w 70"/>
                  <a:gd name="T3" fmla="*/ 43 h 47"/>
                  <a:gd name="T4" fmla="*/ 35 w 70"/>
                  <a:gd name="T5" fmla="*/ 45 h 47"/>
                  <a:gd name="T6" fmla="*/ 53 w 70"/>
                  <a:gd name="T7" fmla="*/ 34 h 47"/>
                  <a:gd name="T8" fmla="*/ 61 w 70"/>
                  <a:gd name="T9" fmla="*/ 34 h 47"/>
                  <a:gd name="T10" fmla="*/ 68 w 70"/>
                  <a:gd name="T11" fmla="*/ 26 h 47"/>
                  <a:gd name="T12" fmla="*/ 70 w 70"/>
                  <a:gd name="T13" fmla="*/ 10 h 47"/>
                  <a:gd name="T14" fmla="*/ 67 w 70"/>
                  <a:gd name="T15" fmla="*/ 6 h 47"/>
                  <a:gd name="T16" fmla="*/ 61 w 70"/>
                  <a:gd name="T17" fmla="*/ 5 h 47"/>
                  <a:gd name="T18" fmla="*/ 60 w 70"/>
                  <a:gd name="T19" fmla="*/ 17 h 47"/>
                  <a:gd name="T20" fmla="*/ 55 w 70"/>
                  <a:gd name="T21" fmla="*/ 27 h 47"/>
                  <a:gd name="T22" fmla="*/ 52 w 70"/>
                  <a:gd name="T23" fmla="*/ 13 h 47"/>
                  <a:gd name="T24" fmla="*/ 41 w 70"/>
                  <a:gd name="T25" fmla="*/ 11 h 47"/>
                  <a:gd name="T26" fmla="*/ 32 w 70"/>
                  <a:gd name="T27" fmla="*/ 0 h 47"/>
                  <a:gd name="T28" fmla="*/ 17 w 70"/>
                  <a:gd name="T29" fmla="*/ 11 h 47"/>
                  <a:gd name="T30" fmla="*/ 0 w 70"/>
                  <a:gd name="T31" fmla="*/ 19 h 47"/>
                  <a:gd name="T32" fmla="*/ 15 w 70"/>
                  <a:gd name="T33" fmla="*/ 20 h 47"/>
                  <a:gd name="T34" fmla="*/ 28 w 70"/>
                  <a:gd name="T35" fmla="*/ 34 h 47"/>
                  <a:gd name="T36" fmla="*/ 43 w 70"/>
                  <a:gd name="T37" fmla="*/ 36 h 47"/>
                  <a:gd name="T38" fmla="*/ 25 w 70"/>
                  <a:gd name="T39" fmla="*/ 41 h 47"/>
                  <a:gd name="T40" fmla="*/ 23 w 70"/>
                  <a:gd name="T41" fmla="*/ 16 h 47"/>
                  <a:gd name="T42" fmla="*/ 24 w 70"/>
                  <a:gd name="T43" fmla="*/ 11 h 47"/>
                  <a:gd name="T44" fmla="*/ 30 w 70"/>
                  <a:gd name="T45" fmla="*/ 8 h 47"/>
                  <a:gd name="T46" fmla="*/ 36 w 70"/>
                  <a:gd name="T47" fmla="*/ 14 h 47"/>
                  <a:gd name="T48" fmla="*/ 36 w 70"/>
                  <a:gd name="T49" fmla="*/ 19 h 47"/>
                  <a:gd name="T50" fmla="*/ 29 w 70"/>
                  <a:gd name="T51" fmla="*/ 19 h 47"/>
                  <a:gd name="T52" fmla="*/ 23 w 70"/>
                  <a:gd name="T53" fmla="*/ 16 h 47"/>
                  <a:gd name="T54" fmla="*/ 39 w 70"/>
                  <a:gd name="T55" fmla="*/ 24 h 47"/>
                  <a:gd name="T56" fmla="*/ 39 w 70"/>
                  <a:gd name="T57" fmla="*/ 20 h 47"/>
                  <a:gd name="T58" fmla="*/ 41 w 70"/>
                  <a:gd name="T59" fmla="*/ 21 h 47"/>
                  <a:gd name="T60" fmla="*/ 41 w 70"/>
                  <a:gd name="T61" fmla="*/ 23 h 47"/>
                  <a:gd name="T62" fmla="*/ 39 w 70"/>
                  <a:gd name="T63" fmla="*/ 24 h 47"/>
                  <a:gd name="T64" fmla="*/ 44 w 70"/>
                  <a:gd name="T65" fmla="*/ 24 h 47"/>
                  <a:gd name="T66" fmla="*/ 44 w 70"/>
                  <a:gd name="T67" fmla="*/ 20 h 47"/>
                  <a:gd name="T68" fmla="*/ 46 w 70"/>
                  <a:gd name="T69" fmla="*/ 18 h 47"/>
                  <a:gd name="T70" fmla="*/ 46 w 70"/>
                  <a:gd name="T71" fmla="*/ 22 h 47"/>
                  <a:gd name="T72" fmla="*/ 44 w 70"/>
                  <a:gd name="T73" fmla="*/ 24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0" h="47">
                    <a:moveTo>
                      <a:pt x="25" y="41"/>
                    </a:moveTo>
                    <a:cubicBezTo>
                      <a:pt x="25" y="42"/>
                      <a:pt x="27" y="42"/>
                      <a:pt x="30" y="43"/>
                    </a:cubicBezTo>
                    <a:cubicBezTo>
                      <a:pt x="31" y="44"/>
                      <a:pt x="33" y="45"/>
                      <a:pt x="35" y="45"/>
                    </a:cubicBezTo>
                    <a:cubicBezTo>
                      <a:pt x="46" y="47"/>
                      <a:pt x="49" y="43"/>
                      <a:pt x="53" y="34"/>
                    </a:cubicBezTo>
                    <a:cubicBezTo>
                      <a:pt x="56" y="34"/>
                      <a:pt x="58" y="34"/>
                      <a:pt x="61" y="34"/>
                    </a:cubicBezTo>
                    <a:cubicBezTo>
                      <a:pt x="64" y="32"/>
                      <a:pt x="66" y="29"/>
                      <a:pt x="68" y="26"/>
                    </a:cubicBezTo>
                    <a:cubicBezTo>
                      <a:pt x="68" y="20"/>
                      <a:pt x="68" y="15"/>
                      <a:pt x="70" y="10"/>
                    </a:cubicBezTo>
                    <a:cubicBezTo>
                      <a:pt x="69" y="9"/>
                      <a:pt x="68" y="7"/>
                      <a:pt x="67" y="6"/>
                    </a:cubicBezTo>
                    <a:cubicBezTo>
                      <a:pt x="66" y="6"/>
                      <a:pt x="63" y="6"/>
                      <a:pt x="61" y="5"/>
                    </a:cubicBezTo>
                    <a:cubicBezTo>
                      <a:pt x="60" y="11"/>
                      <a:pt x="60" y="14"/>
                      <a:pt x="60" y="17"/>
                    </a:cubicBezTo>
                    <a:cubicBezTo>
                      <a:pt x="62" y="24"/>
                      <a:pt x="60" y="28"/>
                      <a:pt x="55" y="27"/>
                    </a:cubicBezTo>
                    <a:cubicBezTo>
                      <a:pt x="56" y="23"/>
                      <a:pt x="56" y="20"/>
                      <a:pt x="52" y="13"/>
                    </a:cubicBezTo>
                    <a:cubicBezTo>
                      <a:pt x="48" y="14"/>
                      <a:pt x="44" y="13"/>
                      <a:pt x="41" y="11"/>
                    </a:cubicBezTo>
                    <a:cubicBezTo>
                      <a:pt x="38" y="7"/>
                      <a:pt x="35" y="4"/>
                      <a:pt x="32" y="0"/>
                    </a:cubicBezTo>
                    <a:cubicBezTo>
                      <a:pt x="26" y="3"/>
                      <a:pt x="22" y="7"/>
                      <a:pt x="17" y="11"/>
                    </a:cubicBezTo>
                    <a:cubicBezTo>
                      <a:pt x="9" y="9"/>
                      <a:pt x="3" y="13"/>
                      <a:pt x="0" y="19"/>
                    </a:cubicBezTo>
                    <a:cubicBezTo>
                      <a:pt x="7" y="18"/>
                      <a:pt x="12" y="17"/>
                      <a:pt x="15" y="20"/>
                    </a:cubicBezTo>
                    <a:cubicBezTo>
                      <a:pt x="19" y="26"/>
                      <a:pt x="23" y="31"/>
                      <a:pt x="28" y="34"/>
                    </a:cubicBezTo>
                    <a:cubicBezTo>
                      <a:pt x="33" y="32"/>
                      <a:pt x="38" y="30"/>
                      <a:pt x="43" y="36"/>
                    </a:cubicBezTo>
                    <a:cubicBezTo>
                      <a:pt x="37" y="40"/>
                      <a:pt x="27" y="39"/>
                      <a:pt x="25" y="41"/>
                    </a:cubicBezTo>
                    <a:close/>
                    <a:moveTo>
                      <a:pt x="23" y="16"/>
                    </a:moveTo>
                    <a:cubicBezTo>
                      <a:pt x="24" y="14"/>
                      <a:pt x="23" y="13"/>
                      <a:pt x="24" y="11"/>
                    </a:cubicBezTo>
                    <a:cubicBezTo>
                      <a:pt x="26" y="7"/>
                      <a:pt x="29" y="6"/>
                      <a:pt x="30" y="8"/>
                    </a:cubicBezTo>
                    <a:cubicBezTo>
                      <a:pt x="32" y="10"/>
                      <a:pt x="34" y="12"/>
                      <a:pt x="36" y="14"/>
                    </a:cubicBezTo>
                    <a:cubicBezTo>
                      <a:pt x="37" y="16"/>
                      <a:pt x="37" y="17"/>
                      <a:pt x="36" y="19"/>
                    </a:cubicBezTo>
                    <a:cubicBezTo>
                      <a:pt x="34" y="19"/>
                      <a:pt x="31" y="19"/>
                      <a:pt x="29" y="19"/>
                    </a:cubicBezTo>
                    <a:cubicBezTo>
                      <a:pt x="26" y="19"/>
                      <a:pt x="24" y="18"/>
                      <a:pt x="23" y="16"/>
                    </a:cubicBezTo>
                    <a:close/>
                    <a:moveTo>
                      <a:pt x="39" y="24"/>
                    </a:moveTo>
                    <a:cubicBezTo>
                      <a:pt x="39" y="23"/>
                      <a:pt x="40" y="21"/>
                      <a:pt x="39" y="20"/>
                    </a:cubicBezTo>
                    <a:cubicBezTo>
                      <a:pt x="40" y="20"/>
                      <a:pt x="40" y="21"/>
                      <a:pt x="41" y="21"/>
                    </a:cubicBezTo>
                    <a:cubicBezTo>
                      <a:pt x="41" y="22"/>
                      <a:pt x="41" y="22"/>
                      <a:pt x="41" y="23"/>
                    </a:cubicBezTo>
                    <a:cubicBezTo>
                      <a:pt x="41" y="24"/>
                      <a:pt x="40" y="24"/>
                      <a:pt x="39" y="24"/>
                    </a:cubicBezTo>
                    <a:close/>
                    <a:moveTo>
                      <a:pt x="44" y="24"/>
                    </a:moveTo>
                    <a:cubicBezTo>
                      <a:pt x="44" y="22"/>
                      <a:pt x="44" y="21"/>
                      <a:pt x="44" y="20"/>
                    </a:cubicBezTo>
                    <a:cubicBezTo>
                      <a:pt x="45" y="19"/>
                      <a:pt x="46" y="19"/>
                      <a:pt x="46" y="18"/>
                    </a:cubicBezTo>
                    <a:cubicBezTo>
                      <a:pt x="46" y="19"/>
                      <a:pt x="46" y="21"/>
                      <a:pt x="46" y="22"/>
                    </a:cubicBezTo>
                    <a:cubicBezTo>
                      <a:pt x="45" y="23"/>
                      <a:pt x="45" y="23"/>
                      <a:pt x="44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Sḷîḑe"/>
              <p:cNvSpPr/>
              <p:nvPr/>
            </p:nvSpPr>
            <p:spPr bwMode="auto">
              <a:xfrm>
                <a:off x="2103438" y="2940050"/>
                <a:ext cx="165100" cy="147638"/>
              </a:xfrm>
              <a:custGeom>
                <a:avLst/>
                <a:gdLst>
                  <a:gd name="T0" fmla="*/ 0 w 50"/>
                  <a:gd name="T1" fmla="*/ 15 h 45"/>
                  <a:gd name="T2" fmla="*/ 1 w 50"/>
                  <a:gd name="T3" fmla="*/ 10 h 45"/>
                  <a:gd name="T4" fmla="*/ 2 w 50"/>
                  <a:gd name="T5" fmla="*/ 4 h 45"/>
                  <a:gd name="T6" fmla="*/ 8 w 50"/>
                  <a:gd name="T7" fmla="*/ 0 h 45"/>
                  <a:gd name="T8" fmla="*/ 12 w 50"/>
                  <a:gd name="T9" fmla="*/ 1 h 45"/>
                  <a:gd name="T10" fmla="*/ 24 w 50"/>
                  <a:gd name="T11" fmla="*/ 18 h 45"/>
                  <a:gd name="T12" fmla="*/ 33 w 50"/>
                  <a:gd name="T13" fmla="*/ 8 h 45"/>
                  <a:gd name="T14" fmla="*/ 40 w 50"/>
                  <a:gd name="T15" fmla="*/ 2 h 45"/>
                  <a:gd name="T16" fmla="*/ 44 w 50"/>
                  <a:gd name="T17" fmla="*/ 5 h 45"/>
                  <a:gd name="T18" fmla="*/ 39 w 50"/>
                  <a:gd name="T19" fmla="*/ 12 h 45"/>
                  <a:gd name="T20" fmla="*/ 50 w 50"/>
                  <a:gd name="T21" fmla="*/ 28 h 45"/>
                  <a:gd name="T22" fmla="*/ 43 w 50"/>
                  <a:gd name="T23" fmla="*/ 38 h 45"/>
                  <a:gd name="T24" fmla="*/ 38 w 50"/>
                  <a:gd name="T25" fmla="*/ 45 h 45"/>
                  <a:gd name="T26" fmla="*/ 26 w 50"/>
                  <a:gd name="T27" fmla="*/ 40 h 45"/>
                  <a:gd name="T28" fmla="*/ 19 w 50"/>
                  <a:gd name="T29" fmla="*/ 39 h 45"/>
                  <a:gd name="T30" fmla="*/ 25 w 50"/>
                  <a:gd name="T31" fmla="*/ 26 h 45"/>
                  <a:gd name="T32" fmla="*/ 21 w 50"/>
                  <a:gd name="T33" fmla="*/ 25 h 45"/>
                  <a:gd name="T34" fmla="*/ 13 w 50"/>
                  <a:gd name="T35" fmla="*/ 13 h 45"/>
                  <a:gd name="T36" fmla="*/ 8 w 50"/>
                  <a:gd name="T37" fmla="*/ 12 h 45"/>
                  <a:gd name="T38" fmla="*/ 0 w 50"/>
                  <a:gd name="T39" fmla="*/ 15 h 45"/>
                  <a:gd name="T40" fmla="*/ 27 w 50"/>
                  <a:gd name="T41" fmla="*/ 36 h 45"/>
                  <a:gd name="T42" fmla="*/ 41 w 50"/>
                  <a:gd name="T43" fmla="*/ 28 h 45"/>
                  <a:gd name="T44" fmla="*/ 35 w 50"/>
                  <a:gd name="T45" fmla="*/ 22 h 45"/>
                  <a:gd name="T46" fmla="*/ 27 w 50"/>
                  <a:gd name="T47" fmla="*/ 3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0" h="45">
                    <a:moveTo>
                      <a:pt x="0" y="15"/>
                    </a:moveTo>
                    <a:cubicBezTo>
                      <a:pt x="0" y="13"/>
                      <a:pt x="1" y="12"/>
                      <a:pt x="1" y="10"/>
                    </a:cubicBezTo>
                    <a:cubicBezTo>
                      <a:pt x="1" y="8"/>
                      <a:pt x="1" y="6"/>
                      <a:pt x="2" y="4"/>
                    </a:cubicBezTo>
                    <a:cubicBezTo>
                      <a:pt x="3" y="1"/>
                      <a:pt x="5" y="0"/>
                      <a:pt x="8" y="0"/>
                    </a:cubicBezTo>
                    <a:cubicBezTo>
                      <a:pt x="9" y="0"/>
                      <a:pt x="11" y="0"/>
                      <a:pt x="12" y="1"/>
                    </a:cubicBezTo>
                    <a:cubicBezTo>
                      <a:pt x="17" y="6"/>
                      <a:pt x="21" y="11"/>
                      <a:pt x="24" y="18"/>
                    </a:cubicBezTo>
                    <a:cubicBezTo>
                      <a:pt x="28" y="16"/>
                      <a:pt x="30" y="11"/>
                      <a:pt x="33" y="8"/>
                    </a:cubicBezTo>
                    <a:cubicBezTo>
                      <a:pt x="34" y="7"/>
                      <a:pt x="37" y="3"/>
                      <a:pt x="40" y="2"/>
                    </a:cubicBezTo>
                    <a:cubicBezTo>
                      <a:pt x="42" y="1"/>
                      <a:pt x="43" y="2"/>
                      <a:pt x="44" y="5"/>
                    </a:cubicBezTo>
                    <a:cubicBezTo>
                      <a:pt x="44" y="6"/>
                      <a:pt x="40" y="11"/>
                      <a:pt x="39" y="12"/>
                    </a:cubicBezTo>
                    <a:cubicBezTo>
                      <a:pt x="43" y="17"/>
                      <a:pt x="47" y="19"/>
                      <a:pt x="50" y="28"/>
                    </a:cubicBezTo>
                    <a:cubicBezTo>
                      <a:pt x="48" y="31"/>
                      <a:pt x="46" y="35"/>
                      <a:pt x="43" y="38"/>
                    </a:cubicBezTo>
                    <a:cubicBezTo>
                      <a:pt x="41" y="40"/>
                      <a:pt x="40" y="43"/>
                      <a:pt x="38" y="45"/>
                    </a:cubicBezTo>
                    <a:cubicBezTo>
                      <a:pt x="34" y="41"/>
                      <a:pt x="30" y="40"/>
                      <a:pt x="26" y="40"/>
                    </a:cubicBezTo>
                    <a:cubicBezTo>
                      <a:pt x="24" y="41"/>
                      <a:pt x="21" y="41"/>
                      <a:pt x="19" y="39"/>
                    </a:cubicBezTo>
                    <a:cubicBezTo>
                      <a:pt x="18" y="35"/>
                      <a:pt x="22" y="30"/>
                      <a:pt x="25" y="26"/>
                    </a:cubicBezTo>
                    <a:cubicBezTo>
                      <a:pt x="24" y="26"/>
                      <a:pt x="23" y="25"/>
                      <a:pt x="21" y="25"/>
                    </a:cubicBezTo>
                    <a:cubicBezTo>
                      <a:pt x="18" y="22"/>
                      <a:pt x="16" y="18"/>
                      <a:pt x="13" y="13"/>
                    </a:cubicBezTo>
                    <a:cubicBezTo>
                      <a:pt x="12" y="15"/>
                      <a:pt x="8" y="14"/>
                      <a:pt x="8" y="12"/>
                    </a:cubicBezTo>
                    <a:cubicBezTo>
                      <a:pt x="7" y="10"/>
                      <a:pt x="4" y="14"/>
                      <a:pt x="0" y="15"/>
                    </a:cubicBezTo>
                    <a:close/>
                    <a:moveTo>
                      <a:pt x="27" y="36"/>
                    </a:moveTo>
                    <a:cubicBezTo>
                      <a:pt x="32" y="38"/>
                      <a:pt x="37" y="35"/>
                      <a:pt x="41" y="28"/>
                    </a:cubicBezTo>
                    <a:cubicBezTo>
                      <a:pt x="41" y="25"/>
                      <a:pt x="38" y="23"/>
                      <a:pt x="35" y="22"/>
                    </a:cubicBezTo>
                    <a:cubicBezTo>
                      <a:pt x="31" y="26"/>
                      <a:pt x="30" y="30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íṡḻîḋe"/>
              <p:cNvSpPr/>
              <p:nvPr/>
            </p:nvSpPr>
            <p:spPr bwMode="auto">
              <a:xfrm>
                <a:off x="3422650" y="2962275"/>
                <a:ext cx="206375" cy="201613"/>
              </a:xfrm>
              <a:custGeom>
                <a:avLst/>
                <a:gdLst>
                  <a:gd name="T0" fmla="*/ 55 w 63"/>
                  <a:gd name="T1" fmla="*/ 4 h 61"/>
                  <a:gd name="T2" fmla="*/ 40 w 63"/>
                  <a:gd name="T3" fmla="*/ 10 h 61"/>
                  <a:gd name="T4" fmla="*/ 28 w 63"/>
                  <a:gd name="T5" fmla="*/ 12 h 61"/>
                  <a:gd name="T6" fmla="*/ 26 w 63"/>
                  <a:gd name="T7" fmla="*/ 4 h 61"/>
                  <a:gd name="T8" fmla="*/ 16 w 63"/>
                  <a:gd name="T9" fmla="*/ 1 h 61"/>
                  <a:gd name="T10" fmla="*/ 18 w 63"/>
                  <a:gd name="T11" fmla="*/ 7 h 61"/>
                  <a:gd name="T12" fmla="*/ 21 w 63"/>
                  <a:gd name="T13" fmla="*/ 17 h 61"/>
                  <a:gd name="T14" fmla="*/ 7 w 63"/>
                  <a:gd name="T15" fmla="*/ 15 h 61"/>
                  <a:gd name="T16" fmla="*/ 18 w 63"/>
                  <a:gd name="T17" fmla="*/ 31 h 61"/>
                  <a:gd name="T18" fmla="*/ 37 w 63"/>
                  <a:gd name="T19" fmla="*/ 28 h 61"/>
                  <a:gd name="T20" fmla="*/ 54 w 63"/>
                  <a:gd name="T21" fmla="*/ 45 h 61"/>
                  <a:gd name="T22" fmla="*/ 54 w 63"/>
                  <a:gd name="T23" fmla="*/ 35 h 61"/>
                  <a:gd name="T24" fmla="*/ 48 w 63"/>
                  <a:gd name="T25" fmla="*/ 31 h 61"/>
                  <a:gd name="T26" fmla="*/ 42 w 63"/>
                  <a:gd name="T27" fmla="*/ 26 h 61"/>
                  <a:gd name="T28" fmla="*/ 57 w 63"/>
                  <a:gd name="T29" fmla="*/ 19 h 61"/>
                  <a:gd name="T30" fmla="*/ 63 w 63"/>
                  <a:gd name="T31" fmla="*/ 9 h 61"/>
                  <a:gd name="T32" fmla="*/ 55 w 63"/>
                  <a:gd name="T33" fmla="*/ 4 h 61"/>
                  <a:gd name="T34" fmla="*/ 22 w 63"/>
                  <a:gd name="T35" fmla="*/ 34 h 61"/>
                  <a:gd name="T36" fmla="*/ 27 w 63"/>
                  <a:gd name="T37" fmla="*/ 56 h 61"/>
                  <a:gd name="T38" fmla="*/ 20 w 63"/>
                  <a:gd name="T39" fmla="*/ 56 h 61"/>
                  <a:gd name="T40" fmla="*/ 18 w 63"/>
                  <a:gd name="T41" fmla="*/ 47 h 61"/>
                  <a:gd name="T42" fmla="*/ 22 w 63"/>
                  <a:gd name="T43" fmla="*/ 3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3" h="61">
                    <a:moveTo>
                      <a:pt x="55" y="4"/>
                    </a:moveTo>
                    <a:cubicBezTo>
                      <a:pt x="50" y="7"/>
                      <a:pt x="45" y="8"/>
                      <a:pt x="40" y="10"/>
                    </a:cubicBezTo>
                    <a:cubicBezTo>
                      <a:pt x="36" y="12"/>
                      <a:pt x="32" y="13"/>
                      <a:pt x="28" y="12"/>
                    </a:cubicBezTo>
                    <a:cubicBezTo>
                      <a:pt x="27" y="10"/>
                      <a:pt x="26" y="7"/>
                      <a:pt x="26" y="4"/>
                    </a:cubicBezTo>
                    <a:cubicBezTo>
                      <a:pt x="26" y="1"/>
                      <a:pt x="20" y="0"/>
                      <a:pt x="16" y="1"/>
                    </a:cubicBezTo>
                    <a:cubicBezTo>
                      <a:pt x="16" y="2"/>
                      <a:pt x="19" y="3"/>
                      <a:pt x="18" y="7"/>
                    </a:cubicBezTo>
                    <a:cubicBezTo>
                      <a:pt x="17" y="11"/>
                      <a:pt x="19" y="15"/>
                      <a:pt x="21" y="17"/>
                    </a:cubicBezTo>
                    <a:cubicBezTo>
                      <a:pt x="16" y="18"/>
                      <a:pt x="12" y="17"/>
                      <a:pt x="7" y="15"/>
                    </a:cubicBezTo>
                    <a:cubicBezTo>
                      <a:pt x="0" y="14"/>
                      <a:pt x="0" y="18"/>
                      <a:pt x="18" y="31"/>
                    </a:cubicBezTo>
                    <a:cubicBezTo>
                      <a:pt x="25" y="32"/>
                      <a:pt x="31" y="30"/>
                      <a:pt x="37" y="28"/>
                    </a:cubicBezTo>
                    <a:cubicBezTo>
                      <a:pt x="43" y="35"/>
                      <a:pt x="51" y="44"/>
                      <a:pt x="54" y="45"/>
                    </a:cubicBezTo>
                    <a:cubicBezTo>
                      <a:pt x="56" y="43"/>
                      <a:pt x="54" y="38"/>
                      <a:pt x="54" y="35"/>
                    </a:cubicBezTo>
                    <a:cubicBezTo>
                      <a:pt x="52" y="33"/>
                      <a:pt x="50" y="32"/>
                      <a:pt x="48" y="31"/>
                    </a:cubicBezTo>
                    <a:cubicBezTo>
                      <a:pt x="45" y="29"/>
                      <a:pt x="42" y="28"/>
                      <a:pt x="42" y="26"/>
                    </a:cubicBezTo>
                    <a:cubicBezTo>
                      <a:pt x="48" y="23"/>
                      <a:pt x="53" y="23"/>
                      <a:pt x="57" y="19"/>
                    </a:cubicBezTo>
                    <a:cubicBezTo>
                      <a:pt x="60" y="16"/>
                      <a:pt x="61" y="13"/>
                      <a:pt x="63" y="9"/>
                    </a:cubicBezTo>
                    <a:cubicBezTo>
                      <a:pt x="61" y="6"/>
                      <a:pt x="58" y="8"/>
                      <a:pt x="55" y="4"/>
                    </a:cubicBezTo>
                    <a:close/>
                    <a:moveTo>
                      <a:pt x="22" y="34"/>
                    </a:moveTo>
                    <a:cubicBezTo>
                      <a:pt x="27" y="41"/>
                      <a:pt x="31" y="49"/>
                      <a:pt x="27" y="56"/>
                    </a:cubicBezTo>
                    <a:cubicBezTo>
                      <a:pt x="24" y="61"/>
                      <a:pt x="22" y="58"/>
                      <a:pt x="20" y="56"/>
                    </a:cubicBezTo>
                    <a:cubicBezTo>
                      <a:pt x="18" y="53"/>
                      <a:pt x="16" y="49"/>
                      <a:pt x="18" y="47"/>
                    </a:cubicBezTo>
                    <a:cubicBezTo>
                      <a:pt x="20" y="43"/>
                      <a:pt x="19" y="38"/>
                      <a:pt x="22" y="3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îṩļïdê"/>
              <p:cNvSpPr/>
              <p:nvPr/>
            </p:nvSpPr>
            <p:spPr bwMode="auto">
              <a:xfrm>
                <a:off x="3533775" y="3359150"/>
                <a:ext cx="263525" cy="165100"/>
              </a:xfrm>
              <a:custGeom>
                <a:avLst/>
                <a:gdLst>
                  <a:gd name="T0" fmla="*/ 66 w 80"/>
                  <a:gd name="T1" fmla="*/ 3 h 50"/>
                  <a:gd name="T2" fmla="*/ 54 w 80"/>
                  <a:gd name="T3" fmla="*/ 8 h 50"/>
                  <a:gd name="T4" fmla="*/ 56 w 80"/>
                  <a:gd name="T5" fmla="*/ 13 h 50"/>
                  <a:gd name="T6" fmla="*/ 60 w 80"/>
                  <a:gd name="T7" fmla="*/ 13 h 50"/>
                  <a:gd name="T8" fmla="*/ 64 w 80"/>
                  <a:gd name="T9" fmla="*/ 12 h 50"/>
                  <a:gd name="T10" fmla="*/ 66 w 80"/>
                  <a:gd name="T11" fmla="*/ 3 h 50"/>
                  <a:gd name="T12" fmla="*/ 65 w 80"/>
                  <a:gd name="T13" fmla="*/ 25 h 50"/>
                  <a:gd name="T14" fmla="*/ 68 w 80"/>
                  <a:gd name="T15" fmla="*/ 18 h 50"/>
                  <a:gd name="T16" fmla="*/ 60 w 80"/>
                  <a:gd name="T17" fmla="*/ 20 h 50"/>
                  <a:gd name="T18" fmla="*/ 65 w 80"/>
                  <a:gd name="T19" fmla="*/ 25 h 50"/>
                  <a:gd name="T20" fmla="*/ 76 w 80"/>
                  <a:gd name="T21" fmla="*/ 36 h 50"/>
                  <a:gd name="T22" fmla="*/ 59 w 80"/>
                  <a:gd name="T23" fmla="*/ 30 h 50"/>
                  <a:gd name="T24" fmla="*/ 65 w 80"/>
                  <a:gd name="T25" fmla="*/ 42 h 50"/>
                  <a:gd name="T26" fmla="*/ 72 w 80"/>
                  <a:gd name="T27" fmla="*/ 46 h 50"/>
                  <a:gd name="T28" fmla="*/ 76 w 80"/>
                  <a:gd name="T29" fmla="*/ 36 h 50"/>
                  <a:gd name="T30" fmla="*/ 31 w 80"/>
                  <a:gd name="T31" fmla="*/ 0 h 50"/>
                  <a:gd name="T32" fmla="*/ 43 w 80"/>
                  <a:gd name="T33" fmla="*/ 0 h 50"/>
                  <a:gd name="T34" fmla="*/ 54 w 80"/>
                  <a:gd name="T35" fmla="*/ 34 h 50"/>
                  <a:gd name="T36" fmla="*/ 48 w 80"/>
                  <a:gd name="T37" fmla="*/ 38 h 50"/>
                  <a:gd name="T38" fmla="*/ 42 w 80"/>
                  <a:gd name="T39" fmla="*/ 33 h 50"/>
                  <a:gd name="T40" fmla="*/ 25 w 80"/>
                  <a:gd name="T41" fmla="*/ 31 h 50"/>
                  <a:gd name="T42" fmla="*/ 25 w 80"/>
                  <a:gd name="T43" fmla="*/ 38 h 50"/>
                  <a:gd name="T44" fmla="*/ 27 w 80"/>
                  <a:gd name="T45" fmla="*/ 45 h 50"/>
                  <a:gd name="T46" fmla="*/ 21 w 80"/>
                  <a:gd name="T47" fmla="*/ 46 h 50"/>
                  <a:gd name="T48" fmla="*/ 18 w 80"/>
                  <a:gd name="T49" fmla="*/ 35 h 50"/>
                  <a:gd name="T50" fmla="*/ 16 w 80"/>
                  <a:gd name="T51" fmla="*/ 36 h 50"/>
                  <a:gd name="T52" fmla="*/ 4 w 80"/>
                  <a:gd name="T53" fmla="*/ 30 h 50"/>
                  <a:gd name="T54" fmla="*/ 10 w 80"/>
                  <a:gd name="T55" fmla="*/ 14 h 50"/>
                  <a:gd name="T56" fmla="*/ 21 w 80"/>
                  <a:gd name="T57" fmla="*/ 9 h 50"/>
                  <a:gd name="T58" fmla="*/ 23 w 80"/>
                  <a:gd name="T59" fmla="*/ 25 h 50"/>
                  <a:gd name="T60" fmla="*/ 37 w 80"/>
                  <a:gd name="T61" fmla="*/ 29 h 50"/>
                  <a:gd name="T62" fmla="*/ 31 w 80"/>
                  <a:gd name="T63" fmla="*/ 21 h 50"/>
                  <a:gd name="T64" fmla="*/ 26 w 80"/>
                  <a:gd name="T65" fmla="*/ 16 h 50"/>
                  <a:gd name="T66" fmla="*/ 44 w 80"/>
                  <a:gd name="T67" fmla="*/ 29 h 50"/>
                  <a:gd name="T68" fmla="*/ 37 w 80"/>
                  <a:gd name="T69" fmla="*/ 11 h 50"/>
                  <a:gd name="T70" fmla="*/ 35 w 80"/>
                  <a:gd name="T71" fmla="*/ 8 h 50"/>
                  <a:gd name="T72" fmla="*/ 31 w 80"/>
                  <a:gd name="T73" fmla="*/ 0 h 50"/>
                  <a:gd name="T74" fmla="*/ 14 w 80"/>
                  <a:gd name="T75" fmla="*/ 17 h 50"/>
                  <a:gd name="T76" fmla="*/ 9 w 80"/>
                  <a:gd name="T77" fmla="*/ 20 h 50"/>
                  <a:gd name="T78" fmla="*/ 10 w 80"/>
                  <a:gd name="T79" fmla="*/ 27 h 50"/>
                  <a:gd name="T80" fmla="*/ 15 w 80"/>
                  <a:gd name="T81" fmla="*/ 28 h 50"/>
                  <a:gd name="T82" fmla="*/ 14 w 80"/>
                  <a:gd name="T83" fmla="*/ 1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80" h="50">
                    <a:moveTo>
                      <a:pt x="66" y="3"/>
                    </a:moveTo>
                    <a:cubicBezTo>
                      <a:pt x="61" y="1"/>
                      <a:pt x="58" y="4"/>
                      <a:pt x="54" y="8"/>
                    </a:cubicBezTo>
                    <a:cubicBezTo>
                      <a:pt x="54" y="11"/>
                      <a:pt x="54" y="13"/>
                      <a:pt x="56" y="13"/>
                    </a:cubicBezTo>
                    <a:cubicBezTo>
                      <a:pt x="57" y="14"/>
                      <a:pt x="59" y="13"/>
                      <a:pt x="60" y="13"/>
                    </a:cubicBezTo>
                    <a:cubicBezTo>
                      <a:pt x="62" y="13"/>
                      <a:pt x="63" y="13"/>
                      <a:pt x="64" y="12"/>
                    </a:cubicBezTo>
                    <a:cubicBezTo>
                      <a:pt x="68" y="10"/>
                      <a:pt x="70" y="2"/>
                      <a:pt x="66" y="3"/>
                    </a:cubicBezTo>
                    <a:close/>
                    <a:moveTo>
                      <a:pt x="65" y="25"/>
                    </a:moveTo>
                    <a:cubicBezTo>
                      <a:pt x="67" y="23"/>
                      <a:pt x="70" y="22"/>
                      <a:pt x="68" y="18"/>
                    </a:cubicBezTo>
                    <a:cubicBezTo>
                      <a:pt x="64" y="16"/>
                      <a:pt x="61" y="19"/>
                      <a:pt x="60" y="20"/>
                    </a:cubicBezTo>
                    <a:cubicBezTo>
                      <a:pt x="58" y="22"/>
                      <a:pt x="60" y="22"/>
                      <a:pt x="65" y="25"/>
                    </a:cubicBezTo>
                    <a:close/>
                    <a:moveTo>
                      <a:pt x="76" y="36"/>
                    </a:moveTo>
                    <a:cubicBezTo>
                      <a:pt x="69" y="34"/>
                      <a:pt x="65" y="32"/>
                      <a:pt x="59" y="30"/>
                    </a:cubicBezTo>
                    <a:cubicBezTo>
                      <a:pt x="64" y="34"/>
                      <a:pt x="64" y="38"/>
                      <a:pt x="65" y="42"/>
                    </a:cubicBezTo>
                    <a:cubicBezTo>
                      <a:pt x="69" y="47"/>
                      <a:pt x="71" y="48"/>
                      <a:pt x="72" y="46"/>
                    </a:cubicBezTo>
                    <a:cubicBezTo>
                      <a:pt x="76" y="43"/>
                      <a:pt x="80" y="40"/>
                      <a:pt x="76" y="36"/>
                    </a:cubicBezTo>
                    <a:close/>
                    <a:moveTo>
                      <a:pt x="31" y="0"/>
                    </a:moveTo>
                    <a:cubicBezTo>
                      <a:pt x="35" y="0"/>
                      <a:pt x="39" y="1"/>
                      <a:pt x="43" y="0"/>
                    </a:cubicBezTo>
                    <a:cubicBezTo>
                      <a:pt x="51" y="9"/>
                      <a:pt x="53" y="18"/>
                      <a:pt x="54" y="34"/>
                    </a:cubicBezTo>
                    <a:cubicBezTo>
                      <a:pt x="53" y="36"/>
                      <a:pt x="50" y="38"/>
                      <a:pt x="48" y="38"/>
                    </a:cubicBezTo>
                    <a:cubicBezTo>
                      <a:pt x="45" y="37"/>
                      <a:pt x="45" y="35"/>
                      <a:pt x="42" y="33"/>
                    </a:cubicBezTo>
                    <a:cubicBezTo>
                      <a:pt x="37" y="35"/>
                      <a:pt x="31" y="33"/>
                      <a:pt x="25" y="31"/>
                    </a:cubicBezTo>
                    <a:cubicBezTo>
                      <a:pt x="23" y="32"/>
                      <a:pt x="23" y="35"/>
                      <a:pt x="25" y="38"/>
                    </a:cubicBezTo>
                    <a:cubicBezTo>
                      <a:pt x="26" y="40"/>
                      <a:pt x="28" y="43"/>
                      <a:pt x="27" y="45"/>
                    </a:cubicBezTo>
                    <a:cubicBezTo>
                      <a:pt x="24" y="50"/>
                      <a:pt x="21" y="47"/>
                      <a:pt x="21" y="46"/>
                    </a:cubicBezTo>
                    <a:cubicBezTo>
                      <a:pt x="19" y="41"/>
                      <a:pt x="18" y="36"/>
                      <a:pt x="18" y="35"/>
                    </a:cubicBezTo>
                    <a:cubicBezTo>
                      <a:pt x="17" y="35"/>
                      <a:pt x="17" y="36"/>
                      <a:pt x="16" y="36"/>
                    </a:cubicBezTo>
                    <a:cubicBezTo>
                      <a:pt x="9" y="36"/>
                      <a:pt x="5" y="33"/>
                      <a:pt x="4" y="30"/>
                    </a:cubicBezTo>
                    <a:cubicBezTo>
                      <a:pt x="0" y="22"/>
                      <a:pt x="0" y="15"/>
                      <a:pt x="10" y="14"/>
                    </a:cubicBezTo>
                    <a:cubicBezTo>
                      <a:pt x="14" y="7"/>
                      <a:pt x="18" y="5"/>
                      <a:pt x="21" y="9"/>
                    </a:cubicBezTo>
                    <a:cubicBezTo>
                      <a:pt x="18" y="12"/>
                      <a:pt x="20" y="18"/>
                      <a:pt x="23" y="25"/>
                    </a:cubicBezTo>
                    <a:cubicBezTo>
                      <a:pt x="27" y="26"/>
                      <a:pt x="32" y="28"/>
                      <a:pt x="37" y="29"/>
                    </a:cubicBezTo>
                    <a:cubicBezTo>
                      <a:pt x="36" y="27"/>
                      <a:pt x="36" y="22"/>
                      <a:pt x="31" y="21"/>
                    </a:cubicBezTo>
                    <a:cubicBezTo>
                      <a:pt x="26" y="21"/>
                      <a:pt x="26" y="17"/>
                      <a:pt x="26" y="16"/>
                    </a:cubicBezTo>
                    <a:cubicBezTo>
                      <a:pt x="35" y="10"/>
                      <a:pt x="38" y="26"/>
                      <a:pt x="44" y="29"/>
                    </a:cubicBezTo>
                    <a:cubicBezTo>
                      <a:pt x="47" y="25"/>
                      <a:pt x="43" y="19"/>
                      <a:pt x="37" y="11"/>
                    </a:cubicBezTo>
                    <a:cubicBezTo>
                      <a:pt x="37" y="10"/>
                      <a:pt x="36" y="8"/>
                      <a:pt x="35" y="8"/>
                    </a:cubicBezTo>
                    <a:cubicBezTo>
                      <a:pt x="30" y="8"/>
                      <a:pt x="25" y="1"/>
                      <a:pt x="31" y="0"/>
                    </a:cubicBezTo>
                    <a:close/>
                    <a:moveTo>
                      <a:pt x="14" y="17"/>
                    </a:moveTo>
                    <a:cubicBezTo>
                      <a:pt x="12" y="16"/>
                      <a:pt x="11" y="17"/>
                      <a:pt x="9" y="20"/>
                    </a:cubicBezTo>
                    <a:cubicBezTo>
                      <a:pt x="8" y="21"/>
                      <a:pt x="9" y="24"/>
                      <a:pt x="10" y="27"/>
                    </a:cubicBezTo>
                    <a:cubicBezTo>
                      <a:pt x="13" y="28"/>
                      <a:pt x="13" y="28"/>
                      <a:pt x="15" y="28"/>
                    </a:cubicBezTo>
                    <a:cubicBezTo>
                      <a:pt x="15" y="25"/>
                      <a:pt x="14" y="21"/>
                      <a:pt x="14" y="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íśļiḋé"/>
              <p:cNvSpPr/>
              <p:nvPr/>
            </p:nvSpPr>
            <p:spPr bwMode="auto">
              <a:xfrm>
                <a:off x="2449513" y="2546350"/>
                <a:ext cx="201613" cy="260350"/>
              </a:xfrm>
              <a:custGeom>
                <a:avLst/>
                <a:gdLst>
                  <a:gd name="T0" fmla="*/ 12 w 61"/>
                  <a:gd name="T1" fmla="*/ 13 h 79"/>
                  <a:gd name="T2" fmla="*/ 10 w 61"/>
                  <a:gd name="T3" fmla="*/ 37 h 79"/>
                  <a:gd name="T4" fmla="*/ 0 w 61"/>
                  <a:gd name="T5" fmla="*/ 50 h 79"/>
                  <a:gd name="T6" fmla="*/ 2 w 61"/>
                  <a:gd name="T7" fmla="*/ 56 h 79"/>
                  <a:gd name="T8" fmla="*/ 9 w 61"/>
                  <a:gd name="T9" fmla="*/ 49 h 79"/>
                  <a:gd name="T10" fmla="*/ 7 w 61"/>
                  <a:gd name="T11" fmla="*/ 68 h 79"/>
                  <a:gd name="T12" fmla="*/ 12 w 61"/>
                  <a:gd name="T13" fmla="*/ 72 h 79"/>
                  <a:gd name="T14" fmla="*/ 21 w 61"/>
                  <a:gd name="T15" fmla="*/ 61 h 79"/>
                  <a:gd name="T16" fmla="*/ 24 w 61"/>
                  <a:gd name="T17" fmla="*/ 69 h 79"/>
                  <a:gd name="T18" fmla="*/ 20 w 61"/>
                  <a:gd name="T19" fmla="*/ 71 h 79"/>
                  <a:gd name="T20" fmla="*/ 29 w 61"/>
                  <a:gd name="T21" fmla="*/ 75 h 79"/>
                  <a:gd name="T22" fmla="*/ 23 w 61"/>
                  <a:gd name="T23" fmla="*/ 56 h 79"/>
                  <a:gd name="T24" fmla="*/ 28 w 61"/>
                  <a:gd name="T25" fmla="*/ 35 h 79"/>
                  <a:gd name="T26" fmla="*/ 27 w 61"/>
                  <a:gd name="T27" fmla="*/ 32 h 79"/>
                  <a:gd name="T28" fmla="*/ 25 w 61"/>
                  <a:gd name="T29" fmla="*/ 35 h 79"/>
                  <a:gd name="T30" fmla="*/ 18 w 61"/>
                  <a:gd name="T31" fmla="*/ 47 h 79"/>
                  <a:gd name="T32" fmla="*/ 17 w 61"/>
                  <a:gd name="T33" fmla="*/ 39 h 79"/>
                  <a:gd name="T34" fmla="*/ 14 w 61"/>
                  <a:gd name="T35" fmla="*/ 34 h 79"/>
                  <a:gd name="T36" fmla="*/ 15 w 61"/>
                  <a:gd name="T37" fmla="*/ 20 h 79"/>
                  <a:gd name="T38" fmla="*/ 12 w 61"/>
                  <a:gd name="T39" fmla="*/ 13 h 79"/>
                  <a:gd name="T40" fmla="*/ 34 w 61"/>
                  <a:gd name="T41" fmla="*/ 4 h 79"/>
                  <a:gd name="T42" fmla="*/ 50 w 61"/>
                  <a:gd name="T43" fmla="*/ 25 h 79"/>
                  <a:gd name="T44" fmla="*/ 56 w 61"/>
                  <a:gd name="T45" fmla="*/ 35 h 79"/>
                  <a:gd name="T46" fmla="*/ 60 w 61"/>
                  <a:gd name="T47" fmla="*/ 79 h 79"/>
                  <a:gd name="T48" fmla="*/ 46 w 61"/>
                  <a:gd name="T49" fmla="*/ 49 h 79"/>
                  <a:gd name="T50" fmla="*/ 37 w 61"/>
                  <a:gd name="T51" fmla="*/ 52 h 79"/>
                  <a:gd name="T52" fmla="*/ 33 w 61"/>
                  <a:gd name="T53" fmla="*/ 50 h 79"/>
                  <a:gd name="T54" fmla="*/ 36 w 61"/>
                  <a:gd name="T55" fmla="*/ 38 h 79"/>
                  <a:gd name="T56" fmla="*/ 32 w 61"/>
                  <a:gd name="T57" fmla="*/ 39 h 79"/>
                  <a:gd name="T58" fmla="*/ 29 w 61"/>
                  <a:gd name="T59" fmla="*/ 29 h 79"/>
                  <a:gd name="T60" fmla="*/ 28 w 61"/>
                  <a:gd name="T61" fmla="*/ 23 h 79"/>
                  <a:gd name="T62" fmla="*/ 38 w 61"/>
                  <a:gd name="T63" fmla="*/ 20 h 79"/>
                  <a:gd name="T64" fmla="*/ 34 w 61"/>
                  <a:gd name="T65" fmla="*/ 4 h 79"/>
                  <a:gd name="T66" fmla="*/ 15 w 61"/>
                  <a:gd name="T67" fmla="*/ 53 h 79"/>
                  <a:gd name="T68" fmla="*/ 17 w 61"/>
                  <a:gd name="T69" fmla="*/ 54 h 79"/>
                  <a:gd name="T70" fmla="*/ 16 w 61"/>
                  <a:gd name="T71" fmla="*/ 56 h 79"/>
                  <a:gd name="T72" fmla="*/ 13 w 61"/>
                  <a:gd name="T73" fmla="*/ 56 h 79"/>
                  <a:gd name="T74" fmla="*/ 15 w 61"/>
                  <a:gd name="T75" fmla="*/ 53 h 79"/>
                  <a:gd name="T76" fmla="*/ 34 w 61"/>
                  <a:gd name="T77" fmla="*/ 32 h 79"/>
                  <a:gd name="T78" fmla="*/ 41 w 61"/>
                  <a:gd name="T79" fmla="*/ 31 h 79"/>
                  <a:gd name="T80" fmla="*/ 37 w 61"/>
                  <a:gd name="T81" fmla="*/ 28 h 79"/>
                  <a:gd name="T82" fmla="*/ 34 w 61"/>
                  <a:gd name="T83" fmla="*/ 32 h 79"/>
                  <a:gd name="T84" fmla="*/ 39 w 61"/>
                  <a:gd name="T85" fmla="*/ 44 h 79"/>
                  <a:gd name="T86" fmla="*/ 44 w 61"/>
                  <a:gd name="T87" fmla="*/ 40 h 79"/>
                  <a:gd name="T88" fmla="*/ 41 w 61"/>
                  <a:gd name="T89" fmla="*/ 38 h 79"/>
                  <a:gd name="T90" fmla="*/ 39 w 61"/>
                  <a:gd name="T91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61" h="79">
                    <a:moveTo>
                      <a:pt x="12" y="13"/>
                    </a:moveTo>
                    <a:cubicBezTo>
                      <a:pt x="8" y="18"/>
                      <a:pt x="8" y="27"/>
                      <a:pt x="10" y="37"/>
                    </a:cubicBezTo>
                    <a:cubicBezTo>
                      <a:pt x="9" y="38"/>
                      <a:pt x="1" y="44"/>
                      <a:pt x="0" y="50"/>
                    </a:cubicBezTo>
                    <a:cubicBezTo>
                      <a:pt x="0" y="54"/>
                      <a:pt x="0" y="57"/>
                      <a:pt x="2" y="56"/>
                    </a:cubicBezTo>
                    <a:cubicBezTo>
                      <a:pt x="4" y="54"/>
                      <a:pt x="6" y="52"/>
                      <a:pt x="9" y="49"/>
                    </a:cubicBezTo>
                    <a:cubicBezTo>
                      <a:pt x="10" y="55"/>
                      <a:pt x="9" y="61"/>
                      <a:pt x="7" y="68"/>
                    </a:cubicBezTo>
                    <a:cubicBezTo>
                      <a:pt x="8" y="73"/>
                      <a:pt x="10" y="73"/>
                      <a:pt x="12" y="72"/>
                    </a:cubicBezTo>
                    <a:cubicBezTo>
                      <a:pt x="15" y="68"/>
                      <a:pt x="18" y="65"/>
                      <a:pt x="21" y="61"/>
                    </a:cubicBezTo>
                    <a:cubicBezTo>
                      <a:pt x="22" y="64"/>
                      <a:pt x="23" y="67"/>
                      <a:pt x="24" y="69"/>
                    </a:cubicBezTo>
                    <a:cubicBezTo>
                      <a:pt x="23" y="72"/>
                      <a:pt x="21" y="71"/>
                      <a:pt x="20" y="71"/>
                    </a:cubicBezTo>
                    <a:cubicBezTo>
                      <a:pt x="20" y="75"/>
                      <a:pt x="26" y="77"/>
                      <a:pt x="29" y="75"/>
                    </a:cubicBezTo>
                    <a:cubicBezTo>
                      <a:pt x="29" y="69"/>
                      <a:pt x="26" y="63"/>
                      <a:pt x="23" y="56"/>
                    </a:cubicBezTo>
                    <a:cubicBezTo>
                      <a:pt x="24" y="50"/>
                      <a:pt x="27" y="41"/>
                      <a:pt x="28" y="35"/>
                    </a:cubicBezTo>
                    <a:cubicBezTo>
                      <a:pt x="28" y="33"/>
                      <a:pt x="26" y="34"/>
                      <a:pt x="27" y="32"/>
                    </a:cubicBezTo>
                    <a:cubicBezTo>
                      <a:pt x="26" y="33"/>
                      <a:pt x="24" y="34"/>
                      <a:pt x="25" y="35"/>
                    </a:cubicBezTo>
                    <a:cubicBezTo>
                      <a:pt x="25" y="39"/>
                      <a:pt x="20" y="50"/>
                      <a:pt x="18" y="47"/>
                    </a:cubicBezTo>
                    <a:cubicBezTo>
                      <a:pt x="18" y="44"/>
                      <a:pt x="17" y="41"/>
                      <a:pt x="17" y="39"/>
                    </a:cubicBezTo>
                    <a:cubicBezTo>
                      <a:pt x="16" y="37"/>
                      <a:pt x="15" y="36"/>
                      <a:pt x="14" y="34"/>
                    </a:cubicBezTo>
                    <a:cubicBezTo>
                      <a:pt x="13" y="29"/>
                      <a:pt x="14" y="25"/>
                      <a:pt x="15" y="20"/>
                    </a:cubicBezTo>
                    <a:cubicBezTo>
                      <a:pt x="17" y="14"/>
                      <a:pt x="18" y="8"/>
                      <a:pt x="12" y="13"/>
                    </a:cubicBezTo>
                    <a:close/>
                    <a:moveTo>
                      <a:pt x="34" y="4"/>
                    </a:moveTo>
                    <a:cubicBezTo>
                      <a:pt x="39" y="0"/>
                      <a:pt x="45" y="11"/>
                      <a:pt x="50" y="25"/>
                    </a:cubicBezTo>
                    <a:cubicBezTo>
                      <a:pt x="57" y="24"/>
                      <a:pt x="61" y="31"/>
                      <a:pt x="56" y="35"/>
                    </a:cubicBezTo>
                    <a:cubicBezTo>
                      <a:pt x="57" y="51"/>
                      <a:pt x="59" y="63"/>
                      <a:pt x="60" y="79"/>
                    </a:cubicBezTo>
                    <a:cubicBezTo>
                      <a:pt x="55" y="69"/>
                      <a:pt x="46" y="62"/>
                      <a:pt x="46" y="49"/>
                    </a:cubicBezTo>
                    <a:cubicBezTo>
                      <a:pt x="43" y="49"/>
                      <a:pt x="40" y="51"/>
                      <a:pt x="37" y="52"/>
                    </a:cubicBezTo>
                    <a:cubicBezTo>
                      <a:pt x="35" y="54"/>
                      <a:pt x="33" y="53"/>
                      <a:pt x="33" y="50"/>
                    </a:cubicBezTo>
                    <a:cubicBezTo>
                      <a:pt x="31" y="46"/>
                      <a:pt x="33" y="44"/>
                      <a:pt x="36" y="38"/>
                    </a:cubicBezTo>
                    <a:cubicBezTo>
                      <a:pt x="35" y="38"/>
                      <a:pt x="33" y="39"/>
                      <a:pt x="32" y="39"/>
                    </a:cubicBezTo>
                    <a:cubicBezTo>
                      <a:pt x="29" y="37"/>
                      <a:pt x="30" y="32"/>
                      <a:pt x="29" y="29"/>
                    </a:cubicBezTo>
                    <a:cubicBezTo>
                      <a:pt x="29" y="27"/>
                      <a:pt x="28" y="26"/>
                      <a:pt x="28" y="23"/>
                    </a:cubicBezTo>
                    <a:cubicBezTo>
                      <a:pt x="31" y="21"/>
                      <a:pt x="34" y="21"/>
                      <a:pt x="38" y="20"/>
                    </a:cubicBezTo>
                    <a:cubicBezTo>
                      <a:pt x="37" y="15"/>
                      <a:pt x="36" y="9"/>
                      <a:pt x="34" y="4"/>
                    </a:cubicBezTo>
                    <a:close/>
                    <a:moveTo>
                      <a:pt x="15" y="53"/>
                    </a:moveTo>
                    <a:cubicBezTo>
                      <a:pt x="16" y="53"/>
                      <a:pt x="17" y="53"/>
                      <a:pt x="17" y="54"/>
                    </a:cubicBezTo>
                    <a:cubicBezTo>
                      <a:pt x="18" y="55"/>
                      <a:pt x="17" y="56"/>
                      <a:pt x="16" y="56"/>
                    </a:cubicBezTo>
                    <a:cubicBezTo>
                      <a:pt x="15" y="57"/>
                      <a:pt x="14" y="57"/>
                      <a:pt x="13" y="56"/>
                    </a:cubicBezTo>
                    <a:cubicBezTo>
                      <a:pt x="13" y="55"/>
                      <a:pt x="14" y="54"/>
                      <a:pt x="15" y="53"/>
                    </a:cubicBezTo>
                    <a:close/>
                    <a:moveTo>
                      <a:pt x="34" y="32"/>
                    </a:moveTo>
                    <a:cubicBezTo>
                      <a:pt x="36" y="33"/>
                      <a:pt x="39" y="33"/>
                      <a:pt x="41" y="31"/>
                    </a:cubicBezTo>
                    <a:cubicBezTo>
                      <a:pt x="41" y="29"/>
                      <a:pt x="40" y="28"/>
                      <a:pt x="37" y="28"/>
                    </a:cubicBezTo>
                    <a:cubicBezTo>
                      <a:pt x="34" y="29"/>
                      <a:pt x="33" y="30"/>
                      <a:pt x="34" y="32"/>
                    </a:cubicBezTo>
                    <a:close/>
                    <a:moveTo>
                      <a:pt x="39" y="44"/>
                    </a:moveTo>
                    <a:cubicBezTo>
                      <a:pt x="41" y="45"/>
                      <a:pt x="41" y="42"/>
                      <a:pt x="44" y="40"/>
                    </a:cubicBezTo>
                    <a:cubicBezTo>
                      <a:pt x="43" y="37"/>
                      <a:pt x="41" y="38"/>
                      <a:pt x="41" y="38"/>
                    </a:cubicBezTo>
                    <a:cubicBezTo>
                      <a:pt x="38" y="39"/>
                      <a:pt x="37" y="41"/>
                      <a:pt x="39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íṩḷíḑe"/>
              <p:cNvSpPr/>
              <p:nvPr/>
            </p:nvSpPr>
            <p:spPr bwMode="auto">
              <a:xfrm>
                <a:off x="3028950" y="2601913"/>
                <a:ext cx="238125" cy="222250"/>
              </a:xfrm>
              <a:custGeom>
                <a:avLst/>
                <a:gdLst>
                  <a:gd name="T0" fmla="*/ 31 w 72"/>
                  <a:gd name="T1" fmla="*/ 1 h 67"/>
                  <a:gd name="T2" fmla="*/ 23 w 72"/>
                  <a:gd name="T3" fmla="*/ 12 h 67"/>
                  <a:gd name="T4" fmla="*/ 14 w 72"/>
                  <a:gd name="T5" fmla="*/ 11 h 67"/>
                  <a:gd name="T6" fmla="*/ 19 w 72"/>
                  <a:gd name="T7" fmla="*/ 20 h 67"/>
                  <a:gd name="T8" fmla="*/ 13 w 72"/>
                  <a:gd name="T9" fmla="*/ 33 h 67"/>
                  <a:gd name="T10" fmla="*/ 10 w 72"/>
                  <a:gd name="T11" fmla="*/ 34 h 67"/>
                  <a:gd name="T12" fmla="*/ 0 w 72"/>
                  <a:gd name="T13" fmla="*/ 35 h 67"/>
                  <a:gd name="T14" fmla="*/ 4 w 72"/>
                  <a:gd name="T15" fmla="*/ 46 h 67"/>
                  <a:gd name="T16" fmla="*/ 10 w 72"/>
                  <a:gd name="T17" fmla="*/ 42 h 67"/>
                  <a:gd name="T18" fmla="*/ 12 w 72"/>
                  <a:gd name="T19" fmla="*/ 48 h 67"/>
                  <a:gd name="T20" fmla="*/ 18 w 72"/>
                  <a:gd name="T21" fmla="*/ 45 h 67"/>
                  <a:gd name="T22" fmla="*/ 19 w 72"/>
                  <a:gd name="T23" fmla="*/ 35 h 67"/>
                  <a:gd name="T24" fmla="*/ 36 w 72"/>
                  <a:gd name="T25" fmla="*/ 21 h 67"/>
                  <a:gd name="T26" fmla="*/ 42 w 72"/>
                  <a:gd name="T27" fmla="*/ 28 h 67"/>
                  <a:gd name="T28" fmla="*/ 36 w 72"/>
                  <a:gd name="T29" fmla="*/ 31 h 67"/>
                  <a:gd name="T30" fmla="*/ 31 w 72"/>
                  <a:gd name="T31" fmla="*/ 30 h 67"/>
                  <a:gd name="T32" fmla="*/ 29 w 72"/>
                  <a:gd name="T33" fmla="*/ 37 h 67"/>
                  <a:gd name="T34" fmla="*/ 39 w 72"/>
                  <a:gd name="T35" fmla="*/ 48 h 67"/>
                  <a:gd name="T36" fmla="*/ 28 w 72"/>
                  <a:gd name="T37" fmla="*/ 46 h 67"/>
                  <a:gd name="T38" fmla="*/ 26 w 72"/>
                  <a:gd name="T39" fmla="*/ 36 h 67"/>
                  <a:gd name="T40" fmla="*/ 20 w 72"/>
                  <a:gd name="T41" fmla="*/ 49 h 67"/>
                  <a:gd name="T42" fmla="*/ 44 w 72"/>
                  <a:gd name="T43" fmla="*/ 54 h 67"/>
                  <a:gd name="T44" fmla="*/ 48 w 72"/>
                  <a:gd name="T45" fmla="*/ 63 h 67"/>
                  <a:gd name="T46" fmla="*/ 72 w 72"/>
                  <a:gd name="T47" fmla="*/ 67 h 67"/>
                  <a:gd name="T48" fmla="*/ 71 w 72"/>
                  <a:gd name="T49" fmla="*/ 65 h 67"/>
                  <a:gd name="T50" fmla="*/ 59 w 72"/>
                  <a:gd name="T51" fmla="*/ 57 h 67"/>
                  <a:gd name="T52" fmla="*/ 51 w 72"/>
                  <a:gd name="T53" fmla="*/ 49 h 67"/>
                  <a:gd name="T54" fmla="*/ 59 w 72"/>
                  <a:gd name="T55" fmla="*/ 29 h 67"/>
                  <a:gd name="T56" fmla="*/ 50 w 72"/>
                  <a:gd name="T57" fmla="*/ 29 h 67"/>
                  <a:gd name="T58" fmla="*/ 58 w 72"/>
                  <a:gd name="T59" fmla="*/ 25 h 67"/>
                  <a:gd name="T60" fmla="*/ 66 w 72"/>
                  <a:gd name="T61" fmla="*/ 22 h 67"/>
                  <a:gd name="T62" fmla="*/ 68 w 72"/>
                  <a:gd name="T63" fmla="*/ 13 h 67"/>
                  <a:gd name="T64" fmla="*/ 55 w 72"/>
                  <a:gd name="T65" fmla="*/ 17 h 67"/>
                  <a:gd name="T66" fmla="*/ 56 w 72"/>
                  <a:gd name="T67" fmla="*/ 0 h 67"/>
                  <a:gd name="T68" fmla="*/ 48 w 72"/>
                  <a:gd name="T69" fmla="*/ 16 h 67"/>
                  <a:gd name="T70" fmla="*/ 35 w 72"/>
                  <a:gd name="T71" fmla="*/ 19 h 67"/>
                  <a:gd name="T72" fmla="*/ 24 w 72"/>
                  <a:gd name="T73" fmla="*/ 25 h 67"/>
                  <a:gd name="T74" fmla="*/ 29 w 72"/>
                  <a:gd name="T75" fmla="*/ 16 h 67"/>
                  <a:gd name="T76" fmla="*/ 31 w 72"/>
                  <a:gd name="T77" fmla="*/ 1 h 67"/>
                  <a:gd name="T78" fmla="*/ 43 w 72"/>
                  <a:gd name="T79" fmla="*/ 38 h 67"/>
                  <a:gd name="T80" fmla="*/ 51 w 72"/>
                  <a:gd name="T81" fmla="*/ 35 h 67"/>
                  <a:gd name="T82" fmla="*/ 46 w 72"/>
                  <a:gd name="T83" fmla="*/ 44 h 67"/>
                  <a:gd name="T84" fmla="*/ 43 w 72"/>
                  <a:gd name="T85" fmla="*/ 38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" h="67">
                    <a:moveTo>
                      <a:pt x="31" y="1"/>
                    </a:moveTo>
                    <a:cubicBezTo>
                      <a:pt x="28" y="4"/>
                      <a:pt x="26" y="8"/>
                      <a:pt x="23" y="12"/>
                    </a:cubicBezTo>
                    <a:cubicBezTo>
                      <a:pt x="22" y="16"/>
                      <a:pt x="18" y="14"/>
                      <a:pt x="14" y="11"/>
                    </a:cubicBezTo>
                    <a:cubicBezTo>
                      <a:pt x="14" y="15"/>
                      <a:pt x="15" y="17"/>
                      <a:pt x="19" y="20"/>
                    </a:cubicBezTo>
                    <a:cubicBezTo>
                      <a:pt x="17" y="25"/>
                      <a:pt x="15" y="30"/>
                      <a:pt x="13" y="33"/>
                    </a:cubicBezTo>
                    <a:cubicBezTo>
                      <a:pt x="12" y="34"/>
                      <a:pt x="11" y="34"/>
                      <a:pt x="10" y="34"/>
                    </a:cubicBezTo>
                    <a:cubicBezTo>
                      <a:pt x="6" y="36"/>
                      <a:pt x="4" y="36"/>
                      <a:pt x="0" y="35"/>
                    </a:cubicBezTo>
                    <a:cubicBezTo>
                      <a:pt x="1" y="43"/>
                      <a:pt x="0" y="44"/>
                      <a:pt x="4" y="46"/>
                    </a:cubicBezTo>
                    <a:cubicBezTo>
                      <a:pt x="6" y="44"/>
                      <a:pt x="9" y="44"/>
                      <a:pt x="10" y="42"/>
                    </a:cubicBezTo>
                    <a:cubicBezTo>
                      <a:pt x="10" y="44"/>
                      <a:pt x="12" y="46"/>
                      <a:pt x="12" y="48"/>
                    </a:cubicBezTo>
                    <a:cubicBezTo>
                      <a:pt x="14" y="48"/>
                      <a:pt x="16" y="48"/>
                      <a:pt x="18" y="45"/>
                    </a:cubicBezTo>
                    <a:cubicBezTo>
                      <a:pt x="18" y="42"/>
                      <a:pt x="19" y="38"/>
                      <a:pt x="19" y="35"/>
                    </a:cubicBezTo>
                    <a:cubicBezTo>
                      <a:pt x="25" y="33"/>
                      <a:pt x="30" y="28"/>
                      <a:pt x="36" y="21"/>
                    </a:cubicBezTo>
                    <a:cubicBezTo>
                      <a:pt x="37" y="23"/>
                      <a:pt x="39" y="26"/>
                      <a:pt x="42" y="28"/>
                    </a:cubicBezTo>
                    <a:cubicBezTo>
                      <a:pt x="40" y="29"/>
                      <a:pt x="38" y="30"/>
                      <a:pt x="36" y="31"/>
                    </a:cubicBezTo>
                    <a:cubicBezTo>
                      <a:pt x="34" y="31"/>
                      <a:pt x="33" y="30"/>
                      <a:pt x="31" y="30"/>
                    </a:cubicBezTo>
                    <a:cubicBezTo>
                      <a:pt x="31" y="33"/>
                      <a:pt x="29" y="34"/>
                      <a:pt x="29" y="37"/>
                    </a:cubicBezTo>
                    <a:cubicBezTo>
                      <a:pt x="32" y="41"/>
                      <a:pt x="36" y="44"/>
                      <a:pt x="39" y="48"/>
                    </a:cubicBezTo>
                    <a:cubicBezTo>
                      <a:pt x="35" y="48"/>
                      <a:pt x="30" y="48"/>
                      <a:pt x="28" y="46"/>
                    </a:cubicBezTo>
                    <a:cubicBezTo>
                      <a:pt x="26" y="44"/>
                      <a:pt x="26" y="40"/>
                      <a:pt x="26" y="36"/>
                    </a:cubicBezTo>
                    <a:cubicBezTo>
                      <a:pt x="24" y="38"/>
                      <a:pt x="21" y="45"/>
                      <a:pt x="20" y="49"/>
                    </a:cubicBezTo>
                    <a:cubicBezTo>
                      <a:pt x="27" y="53"/>
                      <a:pt x="35" y="55"/>
                      <a:pt x="44" y="54"/>
                    </a:cubicBezTo>
                    <a:cubicBezTo>
                      <a:pt x="47" y="56"/>
                      <a:pt x="45" y="61"/>
                      <a:pt x="48" y="63"/>
                    </a:cubicBezTo>
                    <a:cubicBezTo>
                      <a:pt x="53" y="66"/>
                      <a:pt x="67" y="64"/>
                      <a:pt x="72" y="67"/>
                    </a:cubicBezTo>
                    <a:cubicBezTo>
                      <a:pt x="72" y="66"/>
                      <a:pt x="72" y="66"/>
                      <a:pt x="71" y="65"/>
                    </a:cubicBezTo>
                    <a:cubicBezTo>
                      <a:pt x="67" y="63"/>
                      <a:pt x="62" y="61"/>
                      <a:pt x="59" y="57"/>
                    </a:cubicBezTo>
                    <a:cubicBezTo>
                      <a:pt x="55" y="54"/>
                      <a:pt x="53" y="51"/>
                      <a:pt x="51" y="49"/>
                    </a:cubicBezTo>
                    <a:cubicBezTo>
                      <a:pt x="57" y="43"/>
                      <a:pt x="63" y="33"/>
                      <a:pt x="59" y="29"/>
                    </a:cubicBezTo>
                    <a:cubicBezTo>
                      <a:pt x="58" y="28"/>
                      <a:pt x="54" y="30"/>
                      <a:pt x="50" y="29"/>
                    </a:cubicBezTo>
                    <a:cubicBezTo>
                      <a:pt x="51" y="27"/>
                      <a:pt x="53" y="24"/>
                      <a:pt x="58" y="25"/>
                    </a:cubicBezTo>
                    <a:cubicBezTo>
                      <a:pt x="61" y="26"/>
                      <a:pt x="63" y="23"/>
                      <a:pt x="66" y="22"/>
                    </a:cubicBezTo>
                    <a:cubicBezTo>
                      <a:pt x="67" y="19"/>
                      <a:pt x="69" y="16"/>
                      <a:pt x="68" y="13"/>
                    </a:cubicBezTo>
                    <a:cubicBezTo>
                      <a:pt x="63" y="16"/>
                      <a:pt x="59" y="17"/>
                      <a:pt x="55" y="17"/>
                    </a:cubicBezTo>
                    <a:cubicBezTo>
                      <a:pt x="59" y="11"/>
                      <a:pt x="59" y="5"/>
                      <a:pt x="56" y="0"/>
                    </a:cubicBezTo>
                    <a:cubicBezTo>
                      <a:pt x="51" y="6"/>
                      <a:pt x="48" y="12"/>
                      <a:pt x="48" y="16"/>
                    </a:cubicBezTo>
                    <a:cubicBezTo>
                      <a:pt x="42" y="21"/>
                      <a:pt x="39" y="17"/>
                      <a:pt x="35" y="19"/>
                    </a:cubicBezTo>
                    <a:cubicBezTo>
                      <a:pt x="32" y="20"/>
                      <a:pt x="29" y="23"/>
                      <a:pt x="24" y="25"/>
                    </a:cubicBezTo>
                    <a:cubicBezTo>
                      <a:pt x="22" y="22"/>
                      <a:pt x="23" y="20"/>
                      <a:pt x="29" y="16"/>
                    </a:cubicBezTo>
                    <a:cubicBezTo>
                      <a:pt x="35" y="13"/>
                      <a:pt x="37" y="2"/>
                      <a:pt x="31" y="1"/>
                    </a:cubicBezTo>
                    <a:close/>
                    <a:moveTo>
                      <a:pt x="43" y="38"/>
                    </a:moveTo>
                    <a:cubicBezTo>
                      <a:pt x="45" y="37"/>
                      <a:pt x="48" y="36"/>
                      <a:pt x="51" y="35"/>
                    </a:cubicBezTo>
                    <a:cubicBezTo>
                      <a:pt x="52" y="39"/>
                      <a:pt x="48" y="40"/>
                      <a:pt x="46" y="44"/>
                    </a:cubicBezTo>
                    <a:cubicBezTo>
                      <a:pt x="42" y="42"/>
                      <a:pt x="41" y="40"/>
                      <a:pt x="43" y="3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íṧļiḓé"/>
              <p:cNvSpPr/>
              <p:nvPr/>
            </p:nvSpPr>
            <p:spPr bwMode="auto">
              <a:xfrm>
                <a:off x="2627313" y="4146550"/>
                <a:ext cx="501650" cy="161925"/>
              </a:xfrm>
              <a:custGeom>
                <a:avLst/>
                <a:gdLst>
                  <a:gd name="T0" fmla="*/ 26 w 152"/>
                  <a:gd name="T1" fmla="*/ 1 h 49"/>
                  <a:gd name="T2" fmla="*/ 16 w 152"/>
                  <a:gd name="T3" fmla="*/ 41 h 49"/>
                  <a:gd name="T4" fmla="*/ 17 w 152"/>
                  <a:gd name="T5" fmla="*/ 46 h 49"/>
                  <a:gd name="T6" fmla="*/ 23 w 152"/>
                  <a:gd name="T7" fmla="*/ 47 h 49"/>
                  <a:gd name="T8" fmla="*/ 10 w 152"/>
                  <a:gd name="T9" fmla="*/ 48 h 49"/>
                  <a:gd name="T10" fmla="*/ 1 w 152"/>
                  <a:gd name="T11" fmla="*/ 47 h 49"/>
                  <a:gd name="T12" fmla="*/ 10 w 152"/>
                  <a:gd name="T13" fmla="*/ 42 h 49"/>
                  <a:gd name="T14" fmla="*/ 16 w 152"/>
                  <a:gd name="T15" fmla="*/ 22 h 49"/>
                  <a:gd name="T16" fmla="*/ 17 w 152"/>
                  <a:gd name="T17" fmla="*/ 10 h 49"/>
                  <a:gd name="T18" fmla="*/ 8 w 152"/>
                  <a:gd name="T19" fmla="*/ 11 h 49"/>
                  <a:gd name="T20" fmla="*/ 25 w 152"/>
                  <a:gd name="T21" fmla="*/ 1 h 49"/>
                  <a:gd name="T22" fmla="*/ 37 w 152"/>
                  <a:gd name="T23" fmla="*/ 47 h 49"/>
                  <a:gd name="T24" fmla="*/ 52 w 152"/>
                  <a:gd name="T25" fmla="*/ 32 h 49"/>
                  <a:gd name="T26" fmla="*/ 42 w 152"/>
                  <a:gd name="T27" fmla="*/ 19 h 49"/>
                  <a:gd name="T28" fmla="*/ 57 w 152"/>
                  <a:gd name="T29" fmla="*/ 1 h 49"/>
                  <a:gd name="T30" fmla="*/ 70 w 152"/>
                  <a:gd name="T31" fmla="*/ 17 h 49"/>
                  <a:gd name="T32" fmla="*/ 37 w 152"/>
                  <a:gd name="T33" fmla="*/ 49 h 49"/>
                  <a:gd name="T34" fmla="*/ 63 w 152"/>
                  <a:gd name="T35" fmla="*/ 15 h 49"/>
                  <a:gd name="T36" fmla="*/ 56 w 152"/>
                  <a:gd name="T37" fmla="*/ 3 h 49"/>
                  <a:gd name="T38" fmla="*/ 49 w 152"/>
                  <a:gd name="T39" fmla="*/ 18 h 49"/>
                  <a:gd name="T40" fmla="*/ 55 w 152"/>
                  <a:gd name="T41" fmla="*/ 28 h 49"/>
                  <a:gd name="T42" fmla="*/ 110 w 152"/>
                  <a:gd name="T43" fmla="*/ 0 h 49"/>
                  <a:gd name="T44" fmla="*/ 110 w 152"/>
                  <a:gd name="T45" fmla="*/ 6 h 49"/>
                  <a:gd name="T46" fmla="*/ 94 w 152"/>
                  <a:gd name="T47" fmla="*/ 8 h 49"/>
                  <a:gd name="T48" fmla="*/ 93 w 152"/>
                  <a:gd name="T49" fmla="*/ 14 h 49"/>
                  <a:gd name="T50" fmla="*/ 102 w 152"/>
                  <a:gd name="T51" fmla="*/ 19 h 49"/>
                  <a:gd name="T52" fmla="*/ 98 w 152"/>
                  <a:gd name="T53" fmla="*/ 42 h 49"/>
                  <a:gd name="T54" fmla="*/ 77 w 152"/>
                  <a:gd name="T55" fmla="*/ 48 h 49"/>
                  <a:gd name="T56" fmla="*/ 76 w 152"/>
                  <a:gd name="T57" fmla="*/ 44 h 49"/>
                  <a:gd name="T58" fmla="*/ 80 w 152"/>
                  <a:gd name="T59" fmla="*/ 44 h 49"/>
                  <a:gd name="T60" fmla="*/ 95 w 152"/>
                  <a:gd name="T61" fmla="*/ 41 h 49"/>
                  <a:gd name="T62" fmla="*/ 97 w 152"/>
                  <a:gd name="T63" fmla="*/ 25 h 49"/>
                  <a:gd name="T64" fmla="*/ 89 w 152"/>
                  <a:gd name="T65" fmla="*/ 19 h 49"/>
                  <a:gd name="T66" fmla="*/ 90 w 152"/>
                  <a:gd name="T67" fmla="*/ 12 h 49"/>
                  <a:gd name="T68" fmla="*/ 96 w 152"/>
                  <a:gd name="T69" fmla="*/ 2 h 49"/>
                  <a:gd name="T70" fmla="*/ 108 w 152"/>
                  <a:gd name="T71" fmla="*/ 2 h 49"/>
                  <a:gd name="T72" fmla="*/ 152 w 152"/>
                  <a:gd name="T73" fmla="*/ 1 h 49"/>
                  <a:gd name="T74" fmla="*/ 127 w 152"/>
                  <a:gd name="T75" fmla="*/ 22 h 49"/>
                  <a:gd name="T76" fmla="*/ 144 w 152"/>
                  <a:gd name="T77" fmla="*/ 22 h 49"/>
                  <a:gd name="T78" fmla="*/ 142 w 152"/>
                  <a:gd name="T79" fmla="*/ 44 h 49"/>
                  <a:gd name="T80" fmla="*/ 122 w 152"/>
                  <a:gd name="T81" fmla="*/ 45 h 49"/>
                  <a:gd name="T82" fmla="*/ 123 w 152"/>
                  <a:gd name="T83" fmla="*/ 18 h 49"/>
                  <a:gd name="T84" fmla="*/ 152 w 152"/>
                  <a:gd name="T85" fmla="*/ 1 h 49"/>
                  <a:gd name="T86" fmla="*/ 126 w 152"/>
                  <a:gd name="T87" fmla="*/ 36 h 49"/>
                  <a:gd name="T88" fmla="*/ 132 w 152"/>
                  <a:gd name="T89" fmla="*/ 47 h 49"/>
                  <a:gd name="T90" fmla="*/ 139 w 152"/>
                  <a:gd name="T91" fmla="*/ 33 h 49"/>
                  <a:gd name="T92" fmla="*/ 134 w 152"/>
                  <a:gd name="T93" fmla="*/ 22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52" h="49">
                    <a:moveTo>
                      <a:pt x="25" y="1"/>
                    </a:moveTo>
                    <a:cubicBezTo>
                      <a:pt x="26" y="1"/>
                      <a:pt x="26" y="1"/>
                      <a:pt x="26" y="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3"/>
                      <a:pt x="16" y="44"/>
                      <a:pt x="16" y="45"/>
                    </a:cubicBezTo>
                    <a:cubicBezTo>
                      <a:pt x="16" y="45"/>
                      <a:pt x="16" y="46"/>
                      <a:pt x="17" y="46"/>
                    </a:cubicBezTo>
                    <a:cubicBezTo>
                      <a:pt x="17" y="46"/>
                      <a:pt x="18" y="46"/>
                      <a:pt x="19" y="46"/>
                    </a:cubicBezTo>
                    <a:cubicBezTo>
                      <a:pt x="21" y="46"/>
                      <a:pt x="22" y="47"/>
                      <a:pt x="23" y="47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18" y="48"/>
                      <a:pt x="14" y="48"/>
                      <a:pt x="10" y="48"/>
                    </a:cubicBezTo>
                    <a:cubicBezTo>
                      <a:pt x="7" y="48"/>
                      <a:pt x="4" y="48"/>
                      <a:pt x="0" y="49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4" y="46"/>
                      <a:pt x="6" y="46"/>
                      <a:pt x="7" y="45"/>
                    </a:cubicBezTo>
                    <a:cubicBezTo>
                      <a:pt x="8" y="45"/>
                      <a:pt x="9" y="44"/>
                      <a:pt x="10" y="42"/>
                    </a:cubicBezTo>
                    <a:cubicBezTo>
                      <a:pt x="11" y="41"/>
                      <a:pt x="11" y="39"/>
                      <a:pt x="11" y="38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7" y="15"/>
                      <a:pt x="18" y="12"/>
                      <a:pt x="18" y="11"/>
                    </a:cubicBezTo>
                    <a:cubicBezTo>
                      <a:pt x="18" y="10"/>
                      <a:pt x="17" y="10"/>
                      <a:pt x="17" y="10"/>
                    </a:cubicBezTo>
                    <a:cubicBezTo>
                      <a:pt x="16" y="10"/>
                      <a:pt x="13" y="11"/>
                      <a:pt x="9" y="1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13" y="9"/>
                      <a:pt x="17" y="7"/>
                      <a:pt x="19" y="6"/>
                    </a:cubicBezTo>
                    <a:cubicBezTo>
                      <a:pt x="21" y="4"/>
                      <a:pt x="23" y="3"/>
                      <a:pt x="25" y="1"/>
                    </a:cubicBezTo>
                    <a:close/>
                    <a:moveTo>
                      <a:pt x="37" y="49"/>
                    </a:moveTo>
                    <a:cubicBezTo>
                      <a:pt x="37" y="47"/>
                      <a:pt x="37" y="47"/>
                      <a:pt x="37" y="47"/>
                    </a:cubicBezTo>
                    <a:cubicBezTo>
                      <a:pt x="49" y="46"/>
                      <a:pt x="57" y="40"/>
                      <a:pt x="61" y="28"/>
                    </a:cubicBezTo>
                    <a:cubicBezTo>
                      <a:pt x="58" y="30"/>
                      <a:pt x="55" y="32"/>
                      <a:pt x="52" y="32"/>
                    </a:cubicBezTo>
                    <a:cubicBezTo>
                      <a:pt x="49" y="32"/>
                      <a:pt x="46" y="31"/>
                      <a:pt x="45" y="28"/>
                    </a:cubicBezTo>
                    <a:cubicBezTo>
                      <a:pt x="43" y="26"/>
                      <a:pt x="42" y="23"/>
                      <a:pt x="42" y="19"/>
                    </a:cubicBezTo>
                    <a:cubicBezTo>
                      <a:pt x="42" y="14"/>
                      <a:pt x="43" y="10"/>
                      <a:pt x="46" y="6"/>
                    </a:cubicBezTo>
                    <a:cubicBezTo>
                      <a:pt x="49" y="3"/>
                      <a:pt x="53" y="1"/>
                      <a:pt x="57" y="1"/>
                    </a:cubicBezTo>
                    <a:cubicBezTo>
                      <a:pt x="61" y="1"/>
                      <a:pt x="64" y="3"/>
                      <a:pt x="66" y="5"/>
                    </a:cubicBezTo>
                    <a:cubicBezTo>
                      <a:pt x="68" y="8"/>
                      <a:pt x="70" y="12"/>
                      <a:pt x="70" y="17"/>
                    </a:cubicBezTo>
                    <a:cubicBezTo>
                      <a:pt x="70" y="25"/>
                      <a:pt x="67" y="33"/>
                      <a:pt x="61" y="39"/>
                    </a:cubicBezTo>
                    <a:cubicBezTo>
                      <a:pt x="55" y="46"/>
                      <a:pt x="47" y="49"/>
                      <a:pt x="37" y="49"/>
                    </a:cubicBezTo>
                    <a:close/>
                    <a:moveTo>
                      <a:pt x="62" y="25"/>
                    </a:moveTo>
                    <a:cubicBezTo>
                      <a:pt x="62" y="21"/>
                      <a:pt x="63" y="17"/>
                      <a:pt x="63" y="15"/>
                    </a:cubicBezTo>
                    <a:cubicBezTo>
                      <a:pt x="63" y="11"/>
                      <a:pt x="62" y="8"/>
                      <a:pt x="61" y="6"/>
                    </a:cubicBezTo>
                    <a:cubicBezTo>
                      <a:pt x="60" y="4"/>
                      <a:pt x="58" y="3"/>
                      <a:pt x="56" y="3"/>
                    </a:cubicBezTo>
                    <a:cubicBezTo>
                      <a:pt x="54" y="3"/>
                      <a:pt x="52" y="5"/>
                      <a:pt x="51" y="7"/>
                    </a:cubicBezTo>
                    <a:cubicBezTo>
                      <a:pt x="49" y="10"/>
                      <a:pt x="49" y="13"/>
                      <a:pt x="49" y="18"/>
                    </a:cubicBezTo>
                    <a:cubicBezTo>
                      <a:pt x="49" y="21"/>
                      <a:pt x="49" y="24"/>
                      <a:pt x="50" y="26"/>
                    </a:cubicBezTo>
                    <a:cubicBezTo>
                      <a:pt x="52" y="28"/>
                      <a:pt x="53" y="28"/>
                      <a:pt x="55" y="28"/>
                    </a:cubicBezTo>
                    <a:cubicBezTo>
                      <a:pt x="57" y="28"/>
                      <a:pt x="59" y="27"/>
                      <a:pt x="62" y="25"/>
                    </a:cubicBezTo>
                    <a:close/>
                    <a:moveTo>
                      <a:pt x="110" y="0"/>
                    </a:moveTo>
                    <a:cubicBezTo>
                      <a:pt x="113" y="0"/>
                      <a:pt x="113" y="0"/>
                      <a:pt x="113" y="0"/>
                    </a:cubicBezTo>
                    <a:cubicBezTo>
                      <a:pt x="110" y="6"/>
                      <a:pt x="110" y="6"/>
                      <a:pt x="110" y="6"/>
                    </a:cubicBezTo>
                    <a:cubicBezTo>
                      <a:pt x="109" y="7"/>
                      <a:pt x="108" y="7"/>
                      <a:pt x="105" y="7"/>
                    </a:cubicBezTo>
                    <a:cubicBezTo>
                      <a:pt x="99" y="7"/>
                      <a:pt x="95" y="7"/>
                      <a:pt x="94" y="8"/>
                    </a:cubicBezTo>
                    <a:cubicBezTo>
                      <a:pt x="93" y="10"/>
                      <a:pt x="92" y="11"/>
                      <a:pt x="92" y="12"/>
                    </a:cubicBezTo>
                    <a:cubicBezTo>
                      <a:pt x="92" y="13"/>
                      <a:pt x="92" y="13"/>
                      <a:pt x="93" y="14"/>
                    </a:cubicBezTo>
                    <a:cubicBezTo>
                      <a:pt x="93" y="14"/>
                      <a:pt x="94" y="14"/>
                      <a:pt x="95" y="15"/>
                    </a:cubicBezTo>
                    <a:cubicBezTo>
                      <a:pt x="98" y="16"/>
                      <a:pt x="100" y="17"/>
                      <a:pt x="102" y="19"/>
                    </a:cubicBezTo>
                    <a:cubicBezTo>
                      <a:pt x="103" y="22"/>
                      <a:pt x="104" y="24"/>
                      <a:pt x="104" y="28"/>
                    </a:cubicBezTo>
                    <a:cubicBezTo>
                      <a:pt x="104" y="33"/>
                      <a:pt x="102" y="38"/>
                      <a:pt x="98" y="42"/>
                    </a:cubicBezTo>
                    <a:cubicBezTo>
                      <a:pt x="93" y="47"/>
                      <a:pt x="88" y="49"/>
                      <a:pt x="83" y="49"/>
                    </a:cubicBezTo>
                    <a:cubicBezTo>
                      <a:pt x="80" y="49"/>
                      <a:pt x="79" y="49"/>
                      <a:pt x="77" y="48"/>
                    </a:cubicBezTo>
                    <a:cubicBezTo>
                      <a:pt x="76" y="47"/>
                      <a:pt x="76" y="46"/>
                      <a:pt x="76" y="45"/>
                    </a:cubicBezTo>
                    <a:cubicBezTo>
                      <a:pt x="76" y="45"/>
                      <a:pt x="76" y="44"/>
                      <a:pt x="76" y="44"/>
                    </a:cubicBezTo>
                    <a:cubicBezTo>
                      <a:pt x="77" y="43"/>
                      <a:pt x="77" y="43"/>
                      <a:pt x="78" y="43"/>
                    </a:cubicBezTo>
                    <a:cubicBezTo>
                      <a:pt x="79" y="43"/>
                      <a:pt x="79" y="43"/>
                      <a:pt x="80" y="44"/>
                    </a:cubicBezTo>
                    <a:cubicBezTo>
                      <a:pt x="82" y="45"/>
                      <a:pt x="84" y="46"/>
                      <a:pt x="85" y="46"/>
                    </a:cubicBezTo>
                    <a:cubicBezTo>
                      <a:pt x="89" y="46"/>
                      <a:pt x="92" y="44"/>
                      <a:pt x="95" y="41"/>
                    </a:cubicBezTo>
                    <a:cubicBezTo>
                      <a:pt x="98" y="38"/>
                      <a:pt x="99" y="35"/>
                      <a:pt x="99" y="31"/>
                    </a:cubicBezTo>
                    <a:cubicBezTo>
                      <a:pt x="99" y="29"/>
                      <a:pt x="99" y="26"/>
                      <a:pt x="97" y="25"/>
                    </a:cubicBezTo>
                    <a:cubicBezTo>
                      <a:pt x="96" y="23"/>
                      <a:pt x="94" y="21"/>
                      <a:pt x="91" y="20"/>
                    </a:cubicBezTo>
                    <a:cubicBezTo>
                      <a:pt x="90" y="19"/>
                      <a:pt x="89" y="19"/>
                      <a:pt x="89" y="19"/>
                    </a:cubicBezTo>
                    <a:cubicBezTo>
                      <a:pt x="89" y="18"/>
                      <a:pt x="88" y="18"/>
                      <a:pt x="88" y="17"/>
                    </a:cubicBezTo>
                    <a:cubicBezTo>
                      <a:pt x="88" y="16"/>
                      <a:pt x="89" y="14"/>
                      <a:pt x="90" y="12"/>
                    </a:cubicBezTo>
                    <a:cubicBezTo>
                      <a:pt x="92" y="3"/>
                      <a:pt x="92" y="3"/>
                      <a:pt x="92" y="3"/>
                    </a:cubicBezTo>
                    <a:cubicBezTo>
                      <a:pt x="94" y="3"/>
                      <a:pt x="95" y="2"/>
                      <a:pt x="9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6" y="2"/>
                      <a:pt x="108" y="2"/>
                      <a:pt x="108" y="2"/>
                    </a:cubicBezTo>
                    <a:cubicBezTo>
                      <a:pt x="109" y="2"/>
                      <a:pt x="110" y="1"/>
                      <a:pt x="110" y="0"/>
                    </a:cubicBezTo>
                    <a:close/>
                    <a:moveTo>
                      <a:pt x="152" y="1"/>
                    </a:moveTo>
                    <a:cubicBezTo>
                      <a:pt x="151" y="3"/>
                      <a:pt x="151" y="3"/>
                      <a:pt x="151" y="3"/>
                    </a:cubicBezTo>
                    <a:cubicBezTo>
                      <a:pt x="139" y="4"/>
                      <a:pt x="131" y="10"/>
                      <a:pt x="127" y="22"/>
                    </a:cubicBezTo>
                    <a:cubicBezTo>
                      <a:pt x="130" y="20"/>
                      <a:pt x="133" y="19"/>
                      <a:pt x="136" y="19"/>
                    </a:cubicBezTo>
                    <a:cubicBezTo>
                      <a:pt x="140" y="19"/>
                      <a:pt x="142" y="20"/>
                      <a:pt x="144" y="22"/>
                    </a:cubicBezTo>
                    <a:cubicBezTo>
                      <a:pt x="145" y="24"/>
                      <a:pt x="146" y="27"/>
                      <a:pt x="146" y="31"/>
                    </a:cubicBezTo>
                    <a:cubicBezTo>
                      <a:pt x="146" y="36"/>
                      <a:pt x="145" y="40"/>
                      <a:pt x="142" y="44"/>
                    </a:cubicBezTo>
                    <a:cubicBezTo>
                      <a:pt x="139" y="47"/>
                      <a:pt x="135" y="49"/>
                      <a:pt x="131" y="49"/>
                    </a:cubicBezTo>
                    <a:cubicBezTo>
                      <a:pt x="127" y="49"/>
                      <a:pt x="124" y="48"/>
                      <a:pt x="122" y="45"/>
                    </a:cubicBezTo>
                    <a:cubicBezTo>
                      <a:pt x="120" y="42"/>
                      <a:pt x="119" y="38"/>
                      <a:pt x="119" y="33"/>
                    </a:cubicBezTo>
                    <a:cubicBezTo>
                      <a:pt x="119" y="28"/>
                      <a:pt x="120" y="23"/>
                      <a:pt x="123" y="18"/>
                    </a:cubicBezTo>
                    <a:cubicBezTo>
                      <a:pt x="126" y="13"/>
                      <a:pt x="129" y="9"/>
                      <a:pt x="134" y="6"/>
                    </a:cubicBezTo>
                    <a:cubicBezTo>
                      <a:pt x="139" y="3"/>
                      <a:pt x="145" y="1"/>
                      <a:pt x="152" y="1"/>
                    </a:cubicBezTo>
                    <a:close/>
                    <a:moveTo>
                      <a:pt x="127" y="25"/>
                    </a:moveTo>
                    <a:cubicBezTo>
                      <a:pt x="126" y="29"/>
                      <a:pt x="126" y="33"/>
                      <a:pt x="126" y="36"/>
                    </a:cubicBezTo>
                    <a:cubicBezTo>
                      <a:pt x="126" y="39"/>
                      <a:pt x="126" y="42"/>
                      <a:pt x="127" y="44"/>
                    </a:cubicBezTo>
                    <a:cubicBezTo>
                      <a:pt x="129" y="46"/>
                      <a:pt x="130" y="47"/>
                      <a:pt x="132" y="47"/>
                    </a:cubicBezTo>
                    <a:cubicBezTo>
                      <a:pt x="134" y="47"/>
                      <a:pt x="136" y="46"/>
                      <a:pt x="138" y="43"/>
                    </a:cubicBezTo>
                    <a:cubicBezTo>
                      <a:pt x="139" y="40"/>
                      <a:pt x="139" y="37"/>
                      <a:pt x="139" y="33"/>
                    </a:cubicBezTo>
                    <a:cubicBezTo>
                      <a:pt x="139" y="29"/>
                      <a:pt x="139" y="27"/>
                      <a:pt x="138" y="25"/>
                    </a:cubicBezTo>
                    <a:cubicBezTo>
                      <a:pt x="137" y="23"/>
                      <a:pt x="136" y="22"/>
                      <a:pt x="134" y="22"/>
                    </a:cubicBezTo>
                    <a:cubicBezTo>
                      <a:pt x="132" y="22"/>
                      <a:pt x="129" y="23"/>
                      <a:pt x="127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îSlïḍè"/>
              <p:cNvSpPr/>
              <p:nvPr/>
            </p:nvSpPr>
            <p:spPr bwMode="auto">
              <a:xfrm>
                <a:off x="2373313" y="2843213"/>
                <a:ext cx="1058863" cy="1065213"/>
              </a:xfrm>
              <a:custGeom>
                <a:avLst/>
                <a:gdLst>
                  <a:gd name="T0" fmla="*/ 56 w 321"/>
                  <a:gd name="T1" fmla="*/ 128 h 322"/>
                  <a:gd name="T2" fmla="*/ 55 w 321"/>
                  <a:gd name="T3" fmla="*/ 127 h 322"/>
                  <a:gd name="T4" fmla="*/ 38 w 321"/>
                  <a:gd name="T5" fmla="*/ 69 h 322"/>
                  <a:gd name="T6" fmla="*/ 193 w 321"/>
                  <a:gd name="T7" fmla="*/ 113 h 322"/>
                  <a:gd name="T8" fmla="*/ 206 w 321"/>
                  <a:gd name="T9" fmla="*/ 112 h 322"/>
                  <a:gd name="T10" fmla="*/ 114 w 321"/>
                  <a:gd name="T11" fmla="*/ 46 h 322"/>
                  <a:gd name="T12" fmla="*/ 49 w 321"/>
                  <a:gd name="T13" fmla="*/ 137 h 322"/>
                  <a:gd name="T14" fmla="*/ 92 w 321"/>
                  <a:gd name="T15" fmla="*/ 197 h 322"/>
                  <a:gd name="T16" fmla="*/ 186 w 321"/>
                  <a:gd name="T17" fmla="*/ 267 h 322"/>
                  <a:gd name="T18" fmla="*/ 262 w 321"/>
                  <a:gd name="T19" fmla="*/ 185 h 322"/>
                  <a:gd name="T20" fmla="*/ 248 w 321"/>
                  <a:gd name="T21" fmla="*/ 185 h 322"/>
                  <a:gd name="T22" fmla="*/ 107 w 321"/>
                  <a:gd name="T23" fmla="*/ 188 h 322"/>
                  <a:gd name="T24" fmla="*/ 64 w 321"/>
                  <a:gd name="T25" fmla="*/ 121 h 322"/>
                  <a:gd name="T26" fmla="*/ 56 w 321"/>
                  <a:gd name="T27" fmla="*/ 128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1" h="322">
                    <a:moveTo>
                      <a:pt x="56" y="128"/>
                    </a:moveTo>
                    <a:cubicBezTo>
                      <a:pt x="56" y="128"/>
                      <a:pt x="55" y="127"/>
                      <a:pt x="55" y="127"/>
                    </a:cubicBezTo>
                    <a:cubicBezTo>
                      <a:pt x="46" y="111"/>
                      <a:pt x="38" y="92"/>
                      <a:pt x="38" y="69"/>
                    </a:cubicBezTo>
                    <a:cubicBezTo>
                      <a:pt x="46" y="0"/>
                      <a:pt x="171" y="94"/>
                      <a:pt x="193" y="113"/>
                    </a:cubicBezTo>
                    <a:cubicBezTo>
                      <a:pt x="198" y="112"/>
                      <a:pt x="202" y="112"/>
                      <a:pt x="206" y="112"/>
                    </a:cubicBezTo>
                    <a:cubicBezTo>
                      <a:pt x="184" y="85"/>
                      <a:pt x="148" y="58"/>
                      <a:pt x="114" y="46"/>
                    </a:cubicBezTo>
                    <a:cubicBezTo>
                      <a:pt x="54" y="25"/>
                      <a:pt x="0" y="44"/>
                      <a:pt x="49" y="137"/>
                    </a:cubicBezTo>
                    <a:cubicBezTo>
                      <a:pt x="45" y="178"/>
                      <a:pt x="63" y="194"/>
                      <a:pt x="92" y="197"/>
                    </a:cubicBezTo>
                    <a:cubicBezTo>
                      <a:pt x="112" y="216"/>
                      <a:pt x="147" y="251"/>
                      <a:pt x="186" y="267"/>
                    </a:cubicBezTo>
                    <a:cubicBezTo>
                      <a:pt x="244" y="290"/>
                      <a:pt x="302" y="279"/>
                      <a:pt x="262" y="185"/>
                    </a:cubicBezTo>
                    <a:cubicBezTo>
                      <a:pt x="257" y="185"/>
                      <a:pt x="253" y="185"/>
                      <a:pt x="248" y="185"/>
                    </a:cubicBezTo>
                    <a:cubicBezTo>
                      <a:pt x="321" y="322"/>
                      <a:pt x="144" y="248"/>
                      <a:pt x="107" y="188"/>
                    </a:cubicBezTo>
                    <a:cubicBezTo>
                      <a:pt x="148" y="162"/>
                      <a:pt x="113" y="93"/>
                      <a:pt x="64" y="121"/>
                    </a:cubicBezTo>
                    <a:cubicBezTo>
                      <a:pt x="61" y="123"/>
                      <a:pt x="58" y="125"/>
                      <a:pt x="56" y="128"/>
                    </a:cubicBezTo>
                    <a:close/>
                  </a:path>
                </a:pathLst>
              </a:custGeom>
              <a:solidFill>
                <a:srgbClr val="F08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  <p:sp>
            <p:nvSpPr>
              <p:cNvPr id="33" name="íšlíḍé"/>
              <p:cNvSpPr/>
              <p:nvPr/>
            </p:nvSpPr>
            <p:spPr bwMode="auto">
              <a:xfrm>
                <a:off x="2581275" y="3270250"/>
                <a:ext cx="158750" cy="171450"/>
              </a:xfrm>
              <a:custGeom>
                <a:avLst/>
                <a:gdLst>
                  <a:gd name="T0" fmla="*/ 48 w 48"/>
                  <a:gd name="T1" fmla="*/ 30 h 52"/>
                  <a:gd name="T2" fmla="*/ 47 w 48"/>
                  <a:gd name="T3" fmla="*/ 20 h 52"/>
                  <a:gd name="T4" fmla="*/ 45 w 48"/>
                  <a:gd name="T5" fmla="*/ 11 h 52"/>
                  <a:gd name="T6" fmla="*/ 24 w 48"/>
                  <a:gd name="T7" fmla="*/ 0 h 52"/>
                  <a:gd name="T8" fmla="*/ 0 w 48"/>
                  <a:gd name="T9" fmla="*/ 26 h 52"/>
                  <a:gd name="T10" fmla="*/ 24 w 48"/>
                  <a:gd name="T11" fmla="*/ 51 h 52"/>
                  <a:gd name="T12" fmla="*/ 46 w 48"/>
                  <a:gd name="T13" fmla="*/ 36 h 52"/>
                  <a:gd name="T14" fmla="*/ 33 w 48"/>
                  <a:gd name="T15" fmla="*/ 36 h 52"/>
                  <a:gd name="T16" fmla="*/ 24 w 48"/>
                  <a:gd name="T17" fmla="*/ 42 h 52"/>
                  <a:gd name="T18" fmla="*/ 15 w 48"/>
                  <a:gd name="T19" fmla="*/ 30 h 52"/>
                  <a:gd name="T20" fmla="*/ 48 w 48"/>
                  <a:gd name="T21" fmla="*/ 30 h 52"/>
                  <a:gd name="T22" fmla="*/ 15 w 48"/>
                  <a:gd name="T23" fmla="*/ 20 h 52"/>
                  <a:gd name="T24" fmla="*/ 24 w 48"/>
                  <a:gd name="T25" fmla="*/ 9 h 52"/>
                  <a:gd name="T26" fmla="*/ 32 w 48"/>
                  <a:gd name="T27" fmla="*/ 20 h 52"/>
                  <a:gd name="T28" fmla="*/ 15 w 48"/>
                  <a:gd name="T29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52">
                    <a:moveTo>
                      <a:pt x="48" y="30"/>
                    </a:moveTo>
                    <a:cubicBezTo>
                      <a:pt x="48" y="26"/>
                      <a:pt x="48" y="23"/>
                      <a:pt x="47" y="20"/>
                    </a:cubicBezTo>
                    <a:cubicBezTo>
                      <a:pt x="47" y="17"/>
                      <a:pt x="46" y="14"/>
                      <a:pt x="45" y="11"/>
                    </a:cubicBezTo>
                    <a:cubicBezTo>
                      <a:pt x="41" y="4"/>
                      <a:pt x="34" y="0"/>
                      <a:pt x="24" y="0"/>
                    </a:cubicBezTo>
                    <a:cubicBezTo>
                      <a:pt x="9" y="1"/>
                      <a:pt x="1" y="9"/>
                      <a:pt x="0" y="26"/>
                    </a:cubicBezTo>
                    <a:cubicBezTo>
                      <a:pt x="0" y="43"/>
                      <a:pt x="8" y="52"/>
                      <a:pt x="24" y="51"/>
                    </a:cubicBezTo>
                    <a:cubicBezTo>
                      <a:pt x="37" y="51"/>
                      <a:pt x="45" y="46"/>
                      <a:pt x="46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40"/>
                      <a:pt x="28" y="42"/>
                      <a:pt x="24" y="42"/>
                    </a:cubicBezTo>
                    <a:cubicBezTo>
                      <a:pt x="18" y="42"/>
                      <a:pt x="15" y="38"/>
                      <a:pt x="15" y="30"/>
                    </a:cubicBezTo>
                    <a:cubicBezTo>
                      <a:pt x="48" y="30"/>
                      <a:pt x="48" y="30"/>
                      <a:pt x="48" y="30"/>
                    </a:cubicBezTo>
                    <a:close/>
                    <a:moveTo>
                      <a:pt x="15" y="20"/>
                    </a:moveTo>
                    <a:cubicBezTo>
                      <a:pt x="15" y="13"/>
                      <a:pt x="18" y="9"/>
                      <a:pt x="24" y="9"/>
                    </a:cubicBezTo>
                    <a:cubicBezTo>
                      <a:pt x="29" y="9"/>
                      <a:pt x="32" y="13"/>
                      <a:pt x="32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šḻidè"/>
              <p:cNvSpPr/>
              <p:nvPr/>
            </p:nvSpPr>
            <p:spPr bwMode="auto">
              <a:xfrm>
                <a:off x="2409825" y="3444875"/>
                <a:ext cx="685800" cy="334963"/>
              </a:xfrm>
              <a:custGeom>
                <a:avLst/>
                <a:gdLst>
                  <a:gd name="T0" fmla="*/ 187 w 208"/>
                  <a:gd name="T1" fmla="*/ 1 h 101"/>
                  <a:gd name="T2" fmla="*/ 208 w 208"/>
                  <a:gd name="T3" fmla="*/ 4 h 101"/>
                  <a:gd name="T4" fmla="*/ 72 w 208"/>
                  <a:gd name="T5" fmla="*/ 93 h 101"/>
                  <a:gd name="T6" fmla="*/ 33 w 208"/>
                  <a:gd name="T7" fmla="*/ 0 h 101"/>
                  <a:gd name="T8" fmla="*/ 43 w 208"/>
                  <a:gd name="T9" fmla="*/ 9 h 101"/>
                  <a:gd name="T10" fmla="*/ 45 w 208"/>
                  <a:gd name="T11" fmla="*/ 83 h 101"/>
                  <a:gd name="T12" fmla="*/ 187 w 208"/>
                  <a:gd name="T13" fmla="*/ 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101">
                    <a:moveTo>
                      <a:pt x="187" y="1"/>
                    </a:moveTo>
                    <a:cubicBezTo>
                      <a:pt x="196" y="1"/>
                      <a:pt x="198" y="4"/>
                      <a:pt x="208" y="4"/>
                    </a:cubicBezTo>
                    <a:cubicBezTo>
                      <a:pt x="183" y="32"/>
                      <a:pt x="123" y="91"/>
                      <a:pt x="72" y="93"/>
                    </a:cubicBezTo>
                    <a:cubicBezTo>
                      <a:pt x="37" y="95"/>
                      <a:pt x="0" y="73"/>
                      <a:pt x="33" y="0"/>
                    </a:cubicBezTo>
                    <a:cubicBezTo>
                      <a:pt x="38" y="4"/>
                      <a:pt x="38" y="5"/>
                      <a:pt x="43" y="9"/>
                    </a:cubicBezTo>
                    <a:cubicBezTo>
                      <a:pt x="19" y="49"/>
                      <a:pt x="28" y="73"/>
                      <a:pt x="45" y="83"/>
                    </a:cubicBezTo>
                    <a:cubicBezTo>
                      <a:pt x="77" y="101"/>
                      <a:pt x="155" y="46"/>
                      <a:pt x="187" y="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ïsḷide"/>
              <p:cNvSpPr/>
              <p:nvPr/>
            </p:nvSpPr>
            <p:spPr bwMode="auto">
              <a:xfrm>
                <a:off x="2693988" y="2949575"/>
                <a:ext cx="631825" cy="271463"/>
              </a:xfrm>
              <a:custGeom>
                <a:avLst/>
                <a:gdLst>
                  <a:gd name="T0" fmla="*/ 18 w 192"/>
                  <a:gd name="T1" fmla="*/ 81 h 82"/>
                  <a:gd name="T2" fmla="*/ 0 w 192"/>
                  <a:gd name="T3" fmla="*/ 79 h 82"/>
                  <a:gd name="T4" fmla="*/ 74 w 192"/>
                  <a:gd name="T5" fmla="*/ 19 h 82"/>
                  <a:gd name="T6" fmla="*/ 117 w 192"/>
                  <a:gd name="T7" fmla="*/ 3 h 82"/>
                  <a:gd name="T8" fmla="*/ 163 w 192"/>
                  <a:gd name="T9" fmla="*/ 82 h 82"/>
                  <a:gd name="T10" fmla="*/ 153 w 192"/>
                  <a:gd name="T11" fmla="*/ 77 h 82"/>
                  <a:gd name="T12" fmla="*/ 140 w 192"/>
                  <a:gd name="T13" fmla="*/ 10 h 82"/>
                  <a:gd name="T14" fmla="*/ 18 w 192"/>
                  <a:gd name="T15" fmla="*/ 81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2">
                    <a:moveTo>
                      <a:pt x="18" y="81"/>
                    </a:moveTo>
                    <a:cubicBezTo>
                      <a:pt x="10" y="81"/>
                      <a:pt x="8" y="78"/>
                      <a:pt x="0" y="79"/>
                    </a:cubicBezTo>
                    <a:cubicBezTo>
                      <a:pt x="14" y="63"/>
                      <a:pt x="42" y="37"/>
                      <a:pt x="74" y="19"/>
                    </a:cubicBezTo>
                    <a:cubicBezTo>
                      <a:pt x="88" y="12"/>
                      <a:pt x="102" y="4"/>
                      <a:pt x="117" y="3"/>
                    </a:cubicBezTo>
                    <a:cubicBezTo>
                      <a:pt x="148" y="0"/>
                      <a:pt x="192" y="20"/>
                      <a:pt x="163" y="82"/>
                    </a:cubicBezTo>
                    <a:cubicBezTo>
                      <a:pt x="160" y="78"/>
                      <a:pt x="157" y="80"/>
                      <a:pt x="153" y="77"/>
                    </a:cubicBezTo>
                    <a:cubicBezTo>
                      <a:pt x="176" y="35"/>
                      <a:pt x="158" y="10"/>
                      <a:pt x="140" y="10"/>
                    </a:cubicBezTo>
                    <a:cubicBezTo>
                      <a:pt x="103" y="10"/>
                      <a:pt x="44" y="41"/>
                      <a:pt x="18" y="81"/>
                    </a:cubicBez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işḷïḍé"/>
              <p:cNvSpPr/>
              <p:nvPr/>
            </p:nvSpPr>
            <p:spPr bwMode="auto">
              <a:xfrm>
                <a:off x="2339975" y="3282950"/>
                <a:ext cx="139700" cy="161925"/>
              </a:xfrm>
              <a:custGeom>
                <a:avLst/>
                <a:gdLst>
                  <a:gd name="T0" fmla="*/ 32 w 42"/>
                  <a:gd name="T1" fmla="*/ 0 h 49"/>
                  <a:gd name="T2" fmla="*/ 32 w 42"/>
                  <a:gd name="T3" fmla="*/ 27 h 49"/>
                  <a:gd name="T4" fmla="*/ 30 w 42"/>
                  <a:gd name="T5" fmla="*/ 38 h 49"/>
                  <a:gd name="T6" fmla="*/ 21 w 42"/>
                  <a:gd name="T7" fmla="*/ 42 h 49"/>
                  <a:gd name="T8" fmla="*/ 13 w 42"/>
                  <a:gd name="T9" fmla="*/ 38 h 49"/>
                  <a:gd name="T10" fmla="*/ 11 w 42"/>
                  <a:gd name="T11" fmla="*/ 27 h 49"/>
                  <a:gd name="T12" fmla="*/ 11 w 42"/>
                  <a:gd name="T13" fmla="*/ 0 h 49"/>
                  <a:gd name="T14" fmla="*/ 0 w 42"/>
                  <a:gd name="T15" fmla="*/ 0 h 49"/>
                  <a:gd name="T16" fmla="*/ 0 w 42"/>
                  <a:gd name="T17" fmla="*/ 31 h 49"/>
                  <a:gd name="T18" fmla="*/ 21 w 42"/>
                  <a:gd name="T19" fmla="*/ 49 h 49"/>
                  <a:gd name="T20" fmla="*/ 42 w 42"/>
                  <a:gd name="T21" fmla="*/ 31 h 49"/>
                  <a:gd name="T22" fmla="*/ 42 w 42"/>
                  <a:gd name="T23" fmla="*/ 0 h 49"/>
                  <a:gd name="T24" fmla="*/ 32 w 42"/>
                  <a:gd name="T2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" h="49">
                    <a:moveTo>
                      <a:pt x="32" y="0"/>
                    </a:move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32"/>
                      <a:pt x="31" y="36"/>
                      <a:pt x="30" y="38"/>
                    </a:cubicBezTo>
                    <a:cubicBezTo>
                      <a:pt x="28" y="41"/>
                      <a:pt x="25" y="42"/>
                      <a:pt x="21" y="42"/>
                    </a:cubicBezTo>
                    <a:cubicBezTo>
                      <a:pt x="17" y="42"/>
                      <a:pt x="14" y="41"/>
                      <a:pt x="13" y="38"/>
                    </a:cubicBezTo>
                    <a:cubicBezTo>
                      <a:pt x="11" y="36"/>
                      <a:pt x="10" y="32"/>
                      <a:pt x="11" y="27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3"/>
                      <a:pt x="8" y="49"/>
                      <a:pt x="21" y="49"/>
                    </a:cubicBezTo>
                    <a:cubicBezTo>
                      <a:pt x="35" y="49"/>
                      <a:pt x="42" y="43"/>
                      <a:pt x="42" y="31"/>
                    </a:cubicBezTo>
                    <a:cubicBezTo>
                      <a:pt x="42" y="0"/>
                      <a:pt x="42" y="0"/>
                      <a:pt x="42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ṡḷïde"/>
              <p:cNvSpPr/>
              <p:nvPr/>
            </p:nvSpPr>
            <p:spPr bwMode="auto">
              <a:xfrm>
                <a:off x="2847975" y="3270250"/>
                <a:ext cx="141288" cy="182563"/>
              </a:xfrm>
              <a:custGeom>
                <a:avLst/>
                <a:gdLst>
                  <a:gd name="T0" fmla="*/ 42 w 43"/>
                  <a:gd name="T1" fmla="*/ 16 h 55"/>
                  <a:gd name="T2" fmla="*/ 23 w 43"/>
                  <a:gd name="T3" fmla="*/ 0 h 55"/>
                  <a:gd name="T4" fmla="*/ 1 w 43"/>
                  <a:gd name="T5" fmla="*/ 17 h 55"/>
                  <a:gd name="T6" fmla="*/ 19 w 43"/>
                  <a:gd name="T7" fmla="*/ 32 h 55"/>
                  <a:gd name="T8" fmla="*/ 21 w 43"/>
                  <a:gd name="T9" fmla="*/ 33 h 55"/>
                  <a:gd name="T10" fmla="*/ 31 w 43"/>
                  <a:gd name="T11" fmla="*/ 40 h 55"/>
                  <a:gd name="T12" fmla="*/ 20 w 43"/>
                  <a:gd name="T13" fmla="*/ 47 h 55"/>
                  <a:gd name="T14" fmla="*/ 11 w 43"/>
                  <a:gd name="T15" fmla="*/ 37 h 55"/>
                  <a:gd name="T16" fmla="*/ 0 w 43"/>
                  <a:gd name="T17" fmla="*/ 37 h 55"/>
                  <a:gd name="T18" fmla="*/ 20 w 43"/>
                  <a:gd name="T19" fmla="*/ 55 h 55"/>
                  <a:gd name="T20" fmla="*/ 43 w 43"/>
                  <a:gd name="T21" fmla="*/ 38 h 55"/>
                  <a:gd name="T22" fmla="*/ 25 w 43"/>
                  <a:gd name="T23" fmla="*/ 23 h 55"/>
                  <a:gd name="T24" fmla="*/ 23 w 43"/>
                  <a:gd name="T25" fmla="*/ 23 h 55"/>
                  <a:gd name="T26" fmla="*/ 13 w 43"/>
                  <a:gd name="T27" fmla="*/ 15 h 55"/>
                  <a:gd name="T28" fmla="*/ 22 w 43"/>
                  <a:gd name="T29" fmla="*/ 8 h 55"/>
                  <a:gd name="T30" fmla="*/ 31 w 43"/>
                  <a:gd name="T31" fmla="*/ 16 h 55"/>
                  <a:gd name="T32" fmla="*/ 42 w 43"/>
                  <a:gd name="T33" fmla="*/ 16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" h="55">
                    <a:moveTo>
                      <a:pt x="42" y="16"/>
                    </a:moveTo>
                    <a:cubicBezTo>
                      <a:pt x="41" y="6"/>
                      <a:pt x="35" y="0"/>
                      <a:pt x="23" y="0"/>
                    </a:cubicBezTo>
                    <a:cubicBezTo>
                      <a:pt x="9" y="1"/>
                      <a:pt x="2" y="6"/>
                      <a:pt x="1" y="17"/>
                    </a:cubicBezTo>
                    <a:cubicBezTo>
                      <a:pt x="1" y="24"/>
                      <a:pt x="7" y="29"/>
                      <a:pt x="19" y="32"/>
                    </a:cubicBezTo>
                    <a:cubicBezTo>
                      <a:pt x="19" y="32"/>
                      <a:pt x="20" y="32"/>
                      <a:pt x="21" y="33"/>
                    </a:cubicBezTo>
                    <a:cubicBezTo>
                      <a:pt x="28" y="34"/>
                      <a:pt x="31" y="36"/>
                      <a:pt x="31" y="40"/>
                    </a:cubicBezTo>
                    <a:cubicBezTo>
                      <a:pt x="31" y="45"/>
                      <a:pt x="27" y="47"/>
                      <a:pt x="20" y="47"/>
                    </a:cubicBezTo>
                    <a:cubicBezTo>
                      <a:pt x="14" y="47"/>
                      <a:pt x="11" y="43"/>
                      <a:pt x="11" y="37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49"/>
                      <a:pt x="6" y="55"/>
                      <a:pt x="20" y="55"/>
                    </a:cubicBezTo>
                    <a:cubicBezTo>
                      <a:pt x="35" y="54"/>
                      <a:pt x="43" y="49"/>
                      <a:pt x="43" y="38"/>
                    </a:cubicBezTo>
                    <a:cubicBezTo>
                      <a:pt x="43" y="30"/>
                      <a:pt x="37" y="25"/>
                      <a:pt x="25" y="23"/>
                    </a:cubicBezTo>
                    <a:cubicBezTo>
                      <a:pt x="24" y="23"/>
                      <a:pt x="23" y="23"/>
                      <a:pt x="23" y="23"/>
                    </a:cubicBezTo>
                    <a:cubicBezTo>
                      <a:pt x="16" y="22"/>
                      <a:pt x="13" y="19"/>
                      <a:pt x="13" y="15"/>
                    </a:cubicBezTo>
                    <a:cubicBezTo>
                      <a:pt x="14" y="11"/>
                      <a:pt x="16" y="9"/>
                      <a:pt x="22" y="8"/>
                    </a:cubicBezTo>
                    <a:cubicBezTo>
                      <a:pt x="28" y="8"/>
                      <a:pt x="30" y="11"/>
                      <a:pt x="31" y="16"/>
                    </a:cubicBezTo>
                    <a:lnTo>
                      <a:pt x="42" y="16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îṩḷiďè"/>
              <p:cNvSpPr/>
              <p:nvPr/>
            </p:nvSpPr>
            <p:spPr bwMode="auto">
              <a:xfrm>
                <a:off x="3025775" y="3273425"/>
                <a:ext cx="142875" cy="174625"/>
              </a:xfrm>
              <a:custGeom>
                <a:avLst/>
                <a:gdLst>
                  <a:gd name="T0" fmla="*/ 0 w 90"/>
                  <a:gd name="T1" fmla="*/ 19 h 110"/>
                  <a:gd name="T2" fmla="*/ 34 w 90"/>
                  <a:gd name="T3" fmla="*/ 19 h 110"/>
                  <a:gd name="T4" fmla="*/ 34 w 90"/>
                  <a:gd name="T5" fmla="*/ 110 h 110"/>
                  <a:gd name="T6" fmla="*/ 56 w 90"/>
                  <a:gd name="T7" fmla="*/ 110 h 110"/>
                  <a:gd name="T8" fmla="*/ 56 w 90"/>
                  <a:gd name="T9" fmla="*/ 19 h 110"/>
                  <a:gd name="T10" fmla="*/ 90 w 90"/>
                  <a:gd name="T11" fmla="*/ 19 h 110"/>
                  <a:gd name="T12" fmla="*/ 90 w 90"/>
                  <a:gd name="T13" fmla="*/ 0 h 110"/>
                  <a:gd name="T14" fmla="*/ 0 w 90"/>
                  <a:gd name="T15" fmla="*/ 0 h 110"/>
                  <a:gd name="T16" fmla="*/ 0 w 90"/>
                  <a:gd name="T17" fmla="*/ 1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10">
                    <a:moveTo>
                      <a:pt x="0" y="19"/>
                    </a:moveTo>
                    <a:lnTo>
                      <a:pt x="34" y="19"/>
                    </a:lnTo>
                    <a:lnTo>
                      <a:pt x="34" y="110"/>
                    </a:lnTo>
                    <a:lnTo>
                      <a:pt x="56" y="110"/>
                    </a:lnTo>
                    <a:lnTo>
                      <a:pt x="56" y="19"/>
                    </a:lnTo>
                    <a:lnTo>
                      <a:pt x="90" y="19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í$1iḓê"/>
              <p:cNvSpPr/>
              <p:nvPr/>
            </p:nvSpPr>
            <p:spPr bwMode="auto">
              <a:xfrm>
                <a:off x="3211513" y="3260725"/>
                <a:ext cx="147638" cy="168275"/>
              </a:xfrm>
              <a:custGeom>
                <a:avLst/>
                <a:gdLst>
                  <a:gd name="T0" fmla="*/ 45 w 45"/>
                  <a:gd name="T1" fmla="*/ 17 h 51"/>
                  <a:gd name="T2" fmla="*/ 22 w 45"/>
                  <a:gd name="T3" fmla="*/ 0 h 51"/>
                  <a:gd name="T4" fmla="*/ 0 w 45"/>
                  <a:gd name="T5" fmla="*/ 26 h 51"/>
                  <a:gd name="T6" fmla="*/ 22 w 45"/>
                  <a:gd name="T7" fmla="*/ 51 h 51"/>
                  <a:gd name="T8" fmla="*/ 45 w 45"/>
                  <a:gd name="T9" fmla="*/ 35 h 51"/>
                  <a:gd name="T10" fmla="*/ 33 w 45"/>
                  <a:gd name="T11" fmla="*/ 35 h 51"/>
                  <a:gd name="T12" fmla="*/ 22 w 45"/>
                  <a:gd name="T13" fmla="*/ 44 h 51"/>
                  <a:gd name="T14" fmla="*/ 12 w 45"/>
                  <a:gd name="T15" fmla="*/ 26 h 51"/>
                  <a:gd name="T16" fmla="*/ 22 w 45"/>
                  <a:gd name="T17" fmla="*/ 8 h 51"/>
                  <a:gd name="T18" fmla="*/ 33 w 45"/>
                  <a:gd name="T19" fmla="*/ 17 h 51"/>
                  <a:gd name="T20" fmla="*/ 45 w 45"/>
                  <a:gd name="T21" fmla="*/ 17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5" h="51">
                    <a:moveTo>
                      <a:pt x="45" y="17"/>
                    </a:moveTo>
                    <a:cubicBezTo>
                      <a:pt x="44" y="6"/>
                      <a:pt x="37" y="0"/>
                      <a:pt x="22" y="0"/>
                    </a:cubicBezTo>
                    <a:cubicBezTo>
                      <a:pt x="8" y="1"/>
                      <a:pt x="1" y="9"/>
                      <a:pt x="0" y="26"/>
                    </a:cubicBezTo>
                    <a:cubicBezTo>
                      <a:pt x="1" y="43"/>
                      <a:pt x="8" y="51"/>
                      <a:pt x="22" y="51"/>
                    </a:cubicBezTo>
                    <a:cubicBezTo>
                      <a:pt x="37" y="51"/>
                      <a:pt x="44" y="46"/>
                      <a:pt x="45" y="35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41"/>
                      <a:pt x="29" y="44"/>
                      <a:pt x="22" y="44"/>
                    </a:cubicBezTo>
                    <a:cubicBezTo>
                      <a:pt x="16" y="44"/>
                      <a:pt x="13" y="38"/>
                      <a:pt x="12" y="26"/>
                    </a:cubicBezTo>
                    <a:cubicBezTo>
                      <a:pt x="13" y="14"/>
                      <a:pt x="16" y="8"/>
                      <a:pt x="22" y="8"/>
                    </a:cubicBezTo>
                    <a:cubicBezTo>
                      <a:pt x="29" y="8"/>
                      <a:pt x="32" y="11"/>
                      <a:pt x="33" y="17"/>
                    </a:cubicBezTo>
                    <a:lnTo>
                      <a:pt x="45" y="17"/>
                    </a:lnTo>
                    <a:close/>
                  </a:path>
                </a:pathLst>
              </a:custGeom>
              <a:solidFill>
                <a:srgbClr val="0068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3" name="iṡlïḓè"/>
            <p:cNvGrpSpPr/>
            <p:nvPr userDrawn="1"/>
          </p:nvGrpSpPr>
          <p:grpSpPr>
            <a:xfrm>
              <a:off x="1682758" y="962385"/>
              <a:ext cx="1606542" cy="289834"/>
              <a:chOff x="4164013" y="2535238"/>
              <a:chExt cx="6142038" cy="1108075"/>
            </a:xfrm>
            <a:solidFill>
              <a:srgbClr val="001736"/>
            </a:solidFill>
          </p:grpSpPr>
          <p:sp>
            <p:nvSpPr>
              <p:cNvPr id="17" name="iSḷiḋé"/>
              <p:cNvSpPr/>
              <p:nvPr/>
            </p:nvSpPr>
            <p:spPr bwMode="auto">
              <a:xfrm>
                <a:off x="8401050" y="2638425"/>
                <a:ext cx="722313" cy="769938"/>
              </a:xfrm>
              <a:custGeom>
                <a:avLst/>
                <a:gdLst>
                  <a:gd name="T0" fmla="*/ 80 w 219"/>
                  <a:gd name="T1" fmla="*/ 17 h 233"/>
                  <a:gd name="T2" fmla="*/ 75 w 219"/>
                  <a:gd name="T3" fmla="*/ 81 h 233"/>
                  <a:gd name="T4" fmla="*/ 60 w 219"/>
                  <a:gd name="T5" fmla="*/ 127 h 233"/>
                  <a:gd name="T6" fmla="*/ 28 w 219"/>
                  <a:gd name="T7" fmla="*/ 118 h 233"/>
                  <a:gd name="T8" fmla="*/ 0 w 219"/>
                  <a:gd name="T9" fmla="*/ 146 h 233"/>
                  <a:gd name="T10" fmla="*/ 23 w 219"/>
                  <a:gd name="T11" fmla="*/ 150 h 233"/>
                  <a:gd name="T12" fmla="*/ 63 w 219"/>
                  <a:gd name="T13" fmla="*/ 159 h 233"/>
                  <a:gd name="T14" fmla="*/ 32 w 219"/>
                  <a:gd name="T15" fmla="*/ 201 h 233"/>
                  <a:gd name="T16" fmla="*/ 108 w 219"/>
                  <a:gd name="T17" fmla="*/ 194 h 233"/>
                  <a:gd name="T18" fmla="*/ 131 w 219"/>
                  <a:gd name="T19" fmla="*/ 124 h 233"/>
                  <a:gd name="T20" fmla="*/ 218 w 219"/>
                  <a:gd name="T21" fmla="*/ 96 h 233"/>
                  <a:gd name="T22" fmla="*/ 184 w 219"/>
                  <a:gd name="T23" fmla="*/ 77 h 233"/>
                  <a:gd name="T24" fmla="*/ 159 w 219"/>
                  <a:gd name="T25" fmla="*/ 91 h 233"/>
                  <a:gd name="T26" fmla="*/ 131 w 219"/>
                  <a:gd name="T27" fmla="*/ 103 h 233"/>
                  <a:gd name="T28" fmla="*/ 134 w 219"/>
                  <a:gd name="T29" fmla="*/ 36 h 233"/>
                  <a:gd name="T30" fmla="*/ 110 w 219"/>
                  <a:gd name="T31" fmla="*/ 1 h 233"/>
                  <a:gd name="T32" fmla="*/ 80 w 219"/>
                  <a:gd name="T33" fmla="*/ 17 h 233"/>
                  <a:gd name="T34" fmla="*/ 123 w 219"/>
                  <a:gd name="T35" fmla="*/ 185 h 233"/>
                  <a:gd name="T36" fmla="*/ 209 w 219"/>
                  <a:gd name="T37" fmla="*/ 208 h 233"/>
                  <a:gd name="T38" fmla="*/ 196 w 219"/>
                  <a:gd name="T39" fmla="*/ 232 h 233"/>
                  <a:gd name="T40" fmla="*/ 159 w 219"/>
                  <a:gd name="T41" fmla="*/ 223 h 233"/>
                  <a:gd name="T42" fmla="*/ 123 w 219"/>
                  <a:gd name="T43" fmla="*/ 185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19" h="233">
                    <a:moveTo>
                      <a:pt x="80" y="17"/>
                    </a:moveTo>
                    <a:cubicBezTo>
                      <a:pt x="81" y="40"/>
                      <a:pt x="76" y="61"/>
                      <a:pt x="75" y="81"/>
                    </a:cubicBezTo>
                    <a:cubicBezTo>
                      <a:pt x="74" y="100"/>
                      <a:pt x="69" y="115"/>
                      <a:pt x="60" y="127"/>
                    </a:cubicBezTo>
                    <a:cubicBezTo>
                      <a:pt x="48" y="126"/>
                      <a:pt x="38" y="125"/>
                      <a:pt x="28" y="118"/>
                    </a:cubicBezTo>
                    <a:cubicBezTo>
                      <a:pt x="18" y="114"/>
                      <a:pt x="3" y="131"/>
                      <a:pt x="0" y="146"/>
                    </a:cubicBezTo>
                    <a:cubicBezTo>
                      <a:pt x="1" y="149"/>
                      <a:pt x="13" y="142"/>
                      <a:pt x="23" y="150"/>
                    </a:cubicBezTo>
                    <a:cubicBezTo>
                      <a:pt x="35" y="160"/>
                      <a:pt x="51" y="162"/>
                      <a:pt x="63" y="159"/>
                    </a:cubicBezTo>
                    <a:cubicBezTo>
                      <a:pt x="58" y="176"/>
                      <a:pt x="46" y="189"/>
                      <a:pt x="32" y="201"/>
                    </a:cubicBezTo>
                    <a:cubicBezTo>
                      <a:pt x="15" y="225"/>
                      <a:pt x="28" y="231"/>
                      <a:pt x="108" y="194"/>
                    </a:cubicBezTo>
                    <a:cubicBezTo>
                      <a:pt x="121" y="171"/>
                      <a:pt x="127" y="149"/>
                      <a:pt x="131" y="124"/>
                    </a:cubicBezTo>
                    <a:cubicBezTo>
                      <a:pt x="164" y="116"/>
                      <a:pt x="210" y="103"/>
                      <a:pt x="218" y="96"/>
                    </a:cubicBezTo>
                    <a:cubicBezTo>
                      <a:pt x="214" y="83"/>
                      <a:pt x="196" y="84"/>
                      <a:pt x="184" y="77"/>
                    </a:cubicBezTo>
                    <a:cubicBezTo>
                      <a:pt x="174" y="80"/>
                      <a:pt x="167" y="85"/>
                      <a:pt x="159" y="91"/>
                    </a:cubicBezTo>
                    <a:cubicBezTo>
                      <a:pt x="150" y="98"/>
                      <a:pt x="140" y="106"/>
                      <a:pt x="131" y="103"/>
                    </a:cubicBezTo>
                    <a:cubicBezTo>
                      <a:pt x="130" y="77"/>
                      <a:pt x="142" y="58"/>
                      <a:pt x="134" y="36"/>
                    </a:cubicBezTo>
                    <a:cubicBezTo>
                      <a:pt x="129" y="24"/>
                      <a:pt x="121" y="12"/>
                      <a:pt x="110" y="1"/>
                    </a:cubicBezTo>
                    <a:cubicBezTo>
                      <a:pt x="96" y="0"/>
                      <a:pt x="100" y="15"/>
                      <a:pt x="80" y="17"/>
                    </a:cubicBezTo>
                    <a:close/>
                    <a:moveTo>
                      <a:pt x="123" y="185"/>
                    </a:moveTo>
                    <a:cubicBezTo>
                      <a:pt x="157" y="182"/>
                      <a:pt x="189" y="182"/>
                      <a:pt x="209" y="208"/>
                    </a:cubicBezTo>
                    <a:cubicBezTo>
                      <a:pt x="219" y="225"/>
                      <a:pt x="205" y="227"/>
                      <a:pt x="196" y="232"/>
                    </a:cubicBezTo>
                    <a:cubicBezTo>
                      <a:pt x="181" y="232"/>
                      <a:pt x="164" y="233"/>
                      <a:pt x="159" y="223"/>
                    </a:cubicBezTo>
                    <a:cubicBezTo>
                      <a:pt x="152" y="207"/>
                      <a:pt x="132" y="202"/>
                      <a:pt x="123" y="1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ṥḻiḑé"/>
              <p:cNvSpPr/>
              <p:nvPr/>
            </p:nvSpPr>
            <p:spPr bwMode="auto">
              <a:xfrm>
                <a:off x="9459913" y="2535238"/>
                <a:ext cx="846138" cy="1025525"/>
              </a:xfrm>
              <a:custGeom>
                <a:avLst/>
                <a:gdLst>
                  <a:gd name="T0" fmla="*/ 49 w 257"/>
                  <a:gd name="T1" fmla="*/ 24 h 310"/>
                  <a:gd name="T2" fmla="*/ 61 w 257"/>
                  <a:gd name="T3" fmla="*/ 78 h 310"/>
                  <a:gd name="T4" fmla="*/ 85 w 257"/>
                  <a:gd name="T5" fmla="*/ 72 h 310"/>
                  <a:gd name="T6" fmla="*/ 88 w 257"/>
                  <a:gd name="T7" fmla="*/ 55 h 310"/>
                  <a:gd name="T8" fmla="*/ 89 w 257"/>
                  <a:gd name="T9" fmla="*/ 37 h 310"/>
                  <a:gd name="T10" fmla="*/ 49 w 257"/>
                  <a:gd name="T11" fmla="*/ 24 h 310"/>
                  <a:gd name="T12" fmla="*/ 147 w 257"/>
                  <a:gd name="T13" fmla="*/ 48 h 310"/>
                  <a:gd name="T14" fmla="*/ 118 w 257"/>
                  <a:gd name="T15" fmla="*/ 26 h 310"/>
                  <a:gd name="T16" fmla="*/ 122 w 257"/>
                  <a:gd name="T17" fmla="*/ 62 h 310"/>
                  <a:gd name="T18" fmla="*/ 147 w 257"/>
                  <a:gd name="T19" fmla="*/ 48 h 310"/>
                  <a:gd name="T20" fmla="*/ 208 w 257"/>
                  <a:gd name="T21" fmla="*/ 9 h 310"/>
                  <a:gd name="T22" fmla="*/ 164 w 257"/>
                  <a:gd name="T23" fmla="*/ 76 h 310"/>
                  <a:gd name="T24" fmla="*/ 227 w 257"/>
                  <a:gd name="T25" fmla="*/ 63 h 310"/>
                  <a:gd name="T26" fmla="*/ 250 w 257"/>
                  <a:gd name="T27" fmla="*/ 38 h 310"/>
                  <a:gd name="T28" fmla="*/ 208 w 257"/>
                  <a:gd name="T29" fmla="*/ 9 h 310"/>
                  <a:gd name="T30" fmla="*/ 1 w 257"/>
                  <a:gd name="T31" fmla="*/ 163 h 310"/>
                  <a:gd name="T32" fmla="*/ 14 w 257"/>
                  <a:gd name="T33" fmla="*/ 116 h 310"/>
                  <a:gd name="T34" fmla="*/ 179 w 257"/>
                  <a:gd name="T35" fmla="*/ 101 h 310"/>
                  <a:gd name="T36" fmla="*/ 191 w 257"/>
                  <a:gd name="T37" fmla="*/ 129 h 310"/>
                  <a:gd name="T38" fmla="*/ 162 w 257"/>
                  <a:gd name="T39" fmla="*/ 149 h 310"/>
                  <a:gd name="T40" fmla="*/ 135 w 257"/>
                  <a:gd name="T41" fmla="*/ 215 h 310"/>
                  <a:gd name="T42" fmla="*/ 169 w 257"/>
                  <a:gd name="T43" fmla="*/ 222 h 310"/>
                  <a:gd name="T44" fmla="*/ 199 w 257"/>
                  <a:gd name="T45" fmla="*/ 221 h 310"/>
                  <a:gd name="T46" fmla="*/ 199 w 257"/>
                  <a:gd name="T47" fmla="*/ 247 h 310"/>
                  <a:gd name="T48" fmla="*/ 149 w 257"/>
                  <a:gd name="T49" fmla="*/ 246 h 310"/>
                  <a:gd name="T50" fmla="*/ 148 w 257"/>
                  <a:gd name="T51" fmla="*/ 259 h 310"/>
                  <a:gd name="T52" fmla="*/ 111 w 257"/>
                  <a:gd name="T53" fmla="*/ 300 h 310"/>
                  <a:gd name="T54" fmla="*/ 41 w 257"/>
                  <a:gd name="T55" fmla="*/ 263 h 310"/>
                  <a:gd name="T56" fmla="*/ 32 w 257"/>
                  <a:gd name="T57" fmla="*/ 213 h 310"/>
                  <a:gd name="T58" fmla="*/ 104 w 257"/>
                  <a:gd name="T59" fmla="*/ 219 h 310"/>
                  <a:gd name="T60" fmla="*/ 139 w 257"/>
                  <a:gd name="T61" fmla="*/ 167 h 310"/>
                  <a:gd name="T62" fmla="*/ 98 w 257"/>
                  <a:gd name="T63" fmla="*/ 183 h 310"/>
                  <a:gd name="T64" fmla="*/ 67 w 257"/>
                  <a:gd name="T65" fmla="*/ 196 h 310"/>
                  <a:gd name="T66" fmla="*/ 145 w 257"/>
                  <a:gd name="T67" fmla="*/ 136 h 310"/>
                  <a:gd name="T68" fmla="*/ 55 w 257"/>
                  <a:gd name="T69" fmla="*/ 149 h 310"/>
                  <a:gd name="T70" fmla="*/ 39 w 257"/>
                  <a:gd name="T71" fmla="*/ 154 h 310"/>
                  <a:gd name="T72" fmla="*/ 1 w 257"/>
                  <a:gd name="T73" fmla="*/ 163 h 310"/>
                  <a:gd name="T74" fmla="*/ 60 w 257"/>
                  <a:gd name="T75" fmla="*/ 249 h 310"/>
                  <a:gd name="T76" fmla="*/ 71 w 257"/>
                  <a:gd name="T77" fmla="*/ 272 h 310"/>
                  <a:gd name="T78" fmla="*/ 104 w 257"/>
                  <a:gd name="T79" fmla="*/ 272 h 310"/>
                  <a:gd name="T80" fmla="*/ 114 w 257"/>
                  <a:gd name="T81" fmla="*/ 253 h 310"/>
                  <a:gd name="T82" fmla="*/ 60 w 257"/>
                  <a:gd name="T83" fmla="*/ 24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7" h="310">
                    <a:moveTo>
                      <a:pt x="49" y="24"/>
                    </a:moveTo>
                    <a:cubicBezTo>
                      <a:pt x="36" y="41"/>
                      <a:pt x="44" y="58"/>
                      <a:pt x="61" y="78"/>
                    </a:cubicBezTo>
                    <a:cubicBezTo>
                      <a:pt x="74" y="80"/>
                      <a:pt x="82" y="79"/>
                      <a:pt x="85" y="72"/>
                    </a:cubicBezTo>
                    <a:cubicBezTo>
                      <a:pt x="88" y="68"/>
                      <a:pt x="87" y="61"/>
                      <a:pt x="88" y="55"/>
                    </a:cubicBezTo>
                    <a:cubicBezTo>
                      <a:pt x="88" y="49"/>
                      <a:pt x="90" y="43"/>
                      <a:pt x="89" y="37"/>
                    </a:cubicBezTo>
                    <a:cubicBezTo>
                      <a:pt x="84" y="20"/>
                      <a:pt x="47" y="4"/>
                      <a:pt x="49" y="24"/>
                    </a:cubicBezTo>
                    <a:close/>
                    <a:moveTo>
                      <a:pt x="147" y="48"/>
                    </a:moveTo>
                    <a:cubicBezTo>
                      <a:pt x="141" y="36"/>
                      <a:pt x="139" y="22"/>
                      <a:pt x="118" y="26"/>
                    </a:cubicBezTo>
                    <a:cubicBezTo>
                      <a:pt x="103" y="43"/>
                      <a:pt x="115" y="56"/>
                      <a:pt x="122" y="62"/>
                    </a:cubicBezTo>
                    <a:cubicBezTo>
                      <a:pt x="125" y="70"/>
                      <a:pt x="130" y="64"/>
                      <a:pt x="147" y="48"/>
                    </a:cubicBezTo>
                    <a:close/>
                    <a:moveTo>
                      <a:pt x="208" y="9"/>
                    </a:moveTo>
                    <a:cubicBezTo>
                      <a:pt x="193" y="40"/>
                      <a:pt x="178" y="52"/>
                      <a:pt x="164" y="76"/>
                    </a:cubicBezTo>
                    <a:cubicBezTo>
                      <a:pt x="186" y="60"/>
                      <a:pt x="207" y="62"/>
                      <a:pt x="227" y="63"/>
                    </a:cubicBezTo>
                    <a:cubicBezTo>
                      <a:pt x="250" y="50"/>
                      <a:pt x="257" y="42"/>
                      <a:pt x="250" y="38"/>
                    </a:cubicBezTo>
                    <a:cubicBezTo>
                      <a:pt x="240" y="17"/>
                      <a:pt x="229" y="0"/>
                      <a:pt x="208" y="9"/>
                    </a:cubicBezTo>
                    <a:close/>
                    <a:moveTo>
                      <a:pt x="1" y="163"/>
                    </a:moveTo>
                    <a:cubicBezTo>
                      <a:pt x="3" y="149"/>
                      <a:pt x="12" y="130"/>
                      <a:pt x="14" y="116"/>
                    </a:cubicBezTo>
                    <a:cubicBezTo>
                      <a:pt x="62" y="91"/>
                      <a:pt x="104" y="91"/>
                      <a:pt x="179" y="101"/>
                    </a:cubicBezTo>
                    <a:cubicBezTo>
                      <a:pt x="186" y="106"/>
                      <a:pt x="193" y="121"/>
                      <a:pt x="191" y="129"/>
                    </a:cubicBezTo>
                    <a:cubicBezTo>
                      <a:pt x="180" y="139"/>
                      <a:pt x="173" y="139"/>
                      <a:pt x="162" y="149"/>
                    </a:cubicBezTo>
                    <a:cubicBezTo>
                      <a:pt x="166" y="170"/>
                      <a:pt x="149" y="192"/>
                      <a:pt x="135" y="215"/>
                    </a:cubicBezTo>
                    <a:cubicBezTo>
                      <a:pt x="136" y="226"/>
                      <a:pt x="151" y="225"/>
                      <a:pt x="169" y="222"/>
                    </a:cubicBezTo>
                    <a:cubicBezTo>
                      <a:pt x="179" y="221"/>
                      <a:pt x="191" y="216"/>
                      <a:pt x="199" y="221"/>
                    </a:cubicBezTo>
                    <a:cubicBezTo>
                      <a:pt x="220" y="236"/>
                      <a:pt x="204" y="246"/>
                      <a:pt x="199" y="247"/>
                    </a:cubicBezTo>
                    <a:cubicBezTo>
                      <a:pt x="177" y="249"/>
                      <a:pt x="153" y="250"/>
                      <a:pt x="149" y="246"/>
                    </a:cubicBezTo>
                    <a:cubicBezTo>
                      <a:pt x="146" y="252"/>
                      <a:pt x="150" y="252"/>
                      <a:pt x="148" y="259"/>
                    </a:cubicBezTo>
                    <a:cubicBezTo>
                      <a:pt x="141" y="287"/>
                      <a:pt x="127" y="298"/>
                      <a:pt x="111" y="300"/>
                    </a:cubicBezTo>
                    <a:cubicBezTo>
                      <a:pt x="70" y="310"/>
                      <a:pt x="40" y="303"/>
                      <a:pt x="41" y="263"/>
                    </a:cubicBezTo>
                    <a:cubicBezTo>
                      <a:pt x="18" y="240"/>
                      <a:pt x="9" y="221"/>
                      <a:pt x="32" y="213"/>
                    </a:cubicBezTo>
                    <a:cubicBezTo>
                      <a:pt x="42" y="226"/>
                      <a:pt x="69" y="225"/>
                      <a:pt x="104" y="219"/>
                    </a:cubicBezTo>
                    <a:cubicBezTo>
                      <a:pt x="116" y="201"/>
                      <a:pt x="127" y="184"/>
                      <a:pt x="139" y="167"/>
                    </a:cubicBezTo>
                    <a:cubicBezTo>
                      <a:pt x="128" y="166"/>
                      <a:pt x="105" y="163"/>
                      <a:pt x="98" y="183"/>
                    </a:cubicBezTo>
                    <a:cubicBezTo>
                      <a:pt x="91" y="205"/>
                      <a:pt x="75" y="199"/>
                      <a:pt x="67" y="196"/>
                    </a:cubicBezTo>
                    <a:cubicBezTo>
                      <a:pt x="51" y="158"/>
                      <a:pt x="125" y="157"/>
                      <a:pt x="145" y="136"/>
                    </a:cubicBezTo>
                    <a:cubicBezTo>
                      <a:pt x="131" y="121"/>
                      <a:pt x="100" y="131"/>
                      <a:pt x="55" y="149"/>
                    </a:cubicBezTo>
                    <a:cubicBezTo>
                      <a:pt x="53" y="149"/>
                      <a:pt x="40" y="151"/>
                      <a:pt x="39" y="154"/>
                    </a:cubicBezTo>
                    <a:cubicBezTo>
                      <a:pt x="36" y="177"/>
                      <a:pt x="0" y="189"/>
                      <a:pt x="1" y="163"/>
                    </a:cubicBezTo>
                    <a:close/>
                    <a:moveTo>
                      <a:pt x="60" y="249"/>
                    </a:moveTo>
                    <a:cubicBezTo>
                      <a:pt x="55" y="256"/>
                      <a:pt x="58" y="262"/>
                      <a:pt x="71" y="272"/>
                    </a:cubicBezTo>
                    <a:cubicBezTo>
                      <a:pt x="75" y="275"/>
                      <a:pt x="88" y="273"/>
                      <a:pt x="104" y="272"/>
                    </a:cubicBezTo>
                    <a:cubicBezTo>
                      <a:pt x="108" y="264"/>
                      <a:pt x="111" y="261"/>
                      <a:pt x="114" y="253"/>
                    </a:cubicBezTo>
                    <a:cubicBezTo>
                      <a:pt x="96" y="251"/>
                      <a:pt x="78" y="250"/>
                      <a:pt x="60" y="2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ľîḑe"/>
              <p:cNvSpPr/>
              <p:nvPr/>
            </p:nvSpPr>
            <p:spPr bwMode="auto">
              <a:xfrm>
                <a:off x="4164013" y="2589213"/>
                <a:ext cx="606425" cy="922338"/>
              </a:xfrm>
              <a:custGeom>
                <a:avLst/>
                <a:gdLst>
                  <a:gd name="T0" fmla="*/ 13 w 184"/>
                  <a:gd name="T1" fmla="*/ 114 h 279"/>
                  <a:gd name="T2" fmla="*/ 6 w 184"/>
                  <a:gd name="T3" fmla="*/ 136 h 279"/>
                  <a:gd name="T4" fmla="*/ 1 w 184"/>
                  <a:gd name="T5" fmla="*/ 157 h 279"/>
                  <a:gd name="T6" fmla="*/ 59 w 184"/>
                  <a:gd name="T7" fmla="*/ 225 h 279"/>
                  <a:gd name="T8" fmla="*/ 67 w 184"/>
                  <a:gd name="T9" fmla="*/ 255 h 279"/>
                  <a:gd name="T10" fmla="*/ 103 w 184"/>
                  <a:gd name="T11" fmla="*/ 279 h 279"/>
                  <a:gd name="T12" fmla="*/ 167 w 184"/>
                  <a:gd name="T13" fmla="*/ 273 h 279"/>
                  <a:gd name="T14" fmla="*/ 184 w 184"/>
                  <a:gd name="T15" fmla="*/ 260 h 279"/>
                  <a:gd name="T16" fmla="*/ 182 w 184"/>
                  <a:gd name="T17" fmla="*/ 236 h 279"/>
                  <a:gd name="T18" fmla="*/ 135 w 184"/>
                  <a:gd name="T19" fmla="*/ 237 h 279"/>
                  <a:gd name="T20" fmla="*/ 90 w 184"/>
                  <a:gd name="T21" fmla="*/ 227 h 279"/>
                  <a:gd name="T22" fmla="*/ 143 w 184"/>
                  <a:gd name="T23" fmla="*/ 202 h 279"/>
                  <a:gd name="T24" fmla="*/ 146 w 184"/>
                  <a:gd name="T25" fmla="*/ 159 h 279"/>
                  <a:gd name="T26" fmla="*/ 182 w 184"/>
                  <a:gd name="T27" fmla="*/ 113 h 279"/>
                  <a:gd name="T28" fmla="*/ 126 w 184"/>
                  <a:gd name="T29" fmla="*/ 63 h 279"/>
                  <a:gd name="T30" fmla="*/ 83 w 184"/>
                  <a:gd name="T31" fmla="*/ 0 h 279"/>
                  <a:gd name="T32" fmla="*/ 88 w 184"/>
                  <a:gd name="T33" fmla="*/ 60 h 279"/>
                  <a:gd name="T34" fmla="*/ 41 w 184"/>
                  <a:gd name="T35" fmla="*/ 124 h 279"/>
                  <a:gd name="T36" fmla="*/ 46 w 184"/>
                  <a:gd name="T37" fmla="*/ 182 h 279"/>
                  <a:gd name="T38" fmla="*/ 13 w 184"/>
                  <a:gd name="T39" fmla="*/ 114 h 279"/>
                  <a:gd name="T40" fmla="*/ 112 w 184"/>
                  <a:gd name="T41" fmla="*/ 90 h 279"/>
                  <a:gd name="T42" fmla="*/ 132 w 184"/>
                  <a:gd name="T43" fmla="*/ 89 h 279"/>
                  <a:gd name="T44" fmla="*/ 147 w 184"/>
                  <a:gd name="T45" fmla="*/ 114 h 279"/>
                  <a:gd name="T46" fmla="*/ 129 w 184"/>
                  <a:gd name="T47" fmla="*/ 141 h 279"/>
                  <a:gd name="T48" fmla="*/ 108 w 184"/>
                  <a:gd name="T49" fmla="*/ 142 h 279"/>
                  <a:gd name="T50" fmla="*/ 105 w 184"/>
                  <a:gd name="T51" fmla="*/ 117 h 279"/>
                  <a:gd name="T52" fmla="*/ 112 w 184"/>
                  <a:gd name="T53" fmla="*/ 90 h 279"/>
                  <a:gd name="T54" fmla="*/ 89 w 184"/>
                  <a:gd name="T55" fmla="*/ 161 h 279"/>
                  <a:gd name="T56" fmla="*/ 107 w 184"/>
                  <a:gd name="T57" fmla="*/ 158 h 279"/>
                  <a:gd name="T58" fmla="*/ 105 w 184"/>
                  <a:gd name="T59" fmla="*/ 167 h 279"/>
                  <a:gd name="T60" fmla="*/ 95 w 184"/>
                  <a:gd name="T61" fmla="*/ 168 h 279"/>
                  <a:gd name="T62" fmla="*/ 89 w 184"/>
                  <a:gd name="T63" fmla="*/ 161 h 279"/>
                  <a:gd name="T64" fmla="*/ 95 w 184"/>
                  <a:gd name="T65" fmla="*/ 181 h 279"/>
                  <a:gd name="T66" fmla="*/ 112 w 184"/>
                  <a:gd name="T67" fmla="*/ 178 h 279"/>
                  <a:gd name="T68" fmla="*/ 119 w 184"/>
                  <a:gd name="T69" fmla="*/ 184 h 279"/>
                  <a:gd name="T70" fmla="*/ 103 w 184"/>
                  <a:gd name="T71" fmla="*/ 186 h 279"/>
                  <a:gd name="T72" fmla="*/ 95 w 184"/>
                  <a:gd name="T73" fmla="*/ 181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4" h="279">
                    <a:moveTo>
                      <a:pt x="13" y="114"/>
                    </a:moveTo>
                    <a:cubicBezTo>
                      <a:pt x="7" y="115"/>
                      <a:pt x="8" y="124"/>
                      <a:pt x="6" y="136"/>
                    </a:cubicBezTo>
                    <a:cubicBezTo>
                      <a:pt x="5" y="142"/>
                      <a:pt x="0" y="150"/>
                      <a:pt x="1" y="157"/>
                    </a:cubicBezTo>
                    <a:cubicBezTo>
                      <a:pt x="1" y="205"/>
                      <a:pt x="21" y="214"/>
                      <a:pt x="59" y="225"/>
                    </a:cubicBezTo>
                    <a:cubicBezTo>
                      <a:pt x="62" y="235"/>
                      <a:pt x="65" y="245"/>
                      <a:pt x="67" y="255"/>
                    </a:cubicBezTo>
                    <a:cubicBezTo>
                      <a:pt x="77" y="267"/>
                      <a:pt x="90" y="274"/>
                      <a:pt x="103" y="279"/>
                    </a:cubicBezTo>
                    <a:cubicBezTo>
                      <a:pt x="126" y="273"/>
                      <a:pt x="147" y="270"/>
                      <a:pt x="167" y="273"/>
                    </a:cubicBezTo>
                    <a:cubicBezTo>
                      <a:pt x="173" y="269"/>
                      <a:pt x="178" y="264"/>
                      <a:pt x="184" y="260"/>
                    </a:cubicBezTo>
                    <a:cubicBezTo>
                      <a:pt x="182" y="254"/>
                      <a:pt x="180" y="242"/>
                      <a:pt x="182" y="236"/>
                    </a:cubicBezTo>
                    <a:cubicBezTo>
                      <a:pt x="158" y="235"/>
                      <a:pt x="147" y="237"/>
                      <a:pt x="135" y="237"/>
                    </a:cubicBezTo>
                    <a:cubicBezTo>
                      <a:pt x="108" y="251"/>
                      <a:pt x="91" y="245"/>
                      <a:pt x="90" y="227"/>
                    </a:cubicBezTo>
                    <a:cubicBezTo>
                      <a:pt x="107" y="226"/>
                      <a:pt x="119" y="224"/>
                      <a:pt x="143" y="202"/>
                    </a:cubicBezTo>
                    <a:cubicBezTo>
                      <a:pt x="138" y="188"/>
                      <a:pt x="138" y="173"/>
                      <a:pt x="146" y="159"/>
                    </a:cubicBezTo>
                    <a:cubicBezTo>
                      <a:pt x="158" y="144"/>
                      <a:pt x="170" y="128"/>
                      <a:pt x="182" y="113"/>
                    </a:cubicBezTo>
                    <a:cubicBezTo>
                      <a:pt x="167" y="92"/>
                      <a:pt x="147" y="78"/>
                      <a:pt x="126" y="63"/>
                    </a:cubicBezTo>
                    <a:cubicBezTo>
                      <a:pt x="128" y="26"/>
                      <a:pt x="110" y="5"/>
                      <a:pt x="83" y="0"/>
                    </a:cubicBezTo>
                    <a:cubicBezTo>
                      <a:pt x="90" y="24"/>
                      <a:pt x="97" y="45"/>
                      <a:pt x="88" y="60"/>
                    </a:cubicBezTo>
                    <a:cubicBezTo>
                      <a:pt x="66" y="78"/>
                      <a:pt x="50" y="100"/>
                      <a:pt x="41" y="124"/>
                    </a:cubicBezTo>
                    <a:cubicBezTo>
                      <a:pt x="54" y="142"/>
                      <a:pt x="64" y="161"/>
                      <a:pt x="46" y="182"/>
                    </a:cubicBezTo>
                    <a:cubicBezTo>
                      <a:pt x="25" y="161"/>
                      <a:pt x="20" y="120"/>
                      <a:pt x="13" y="114"/>
                    </a:cubicBezTo>
                    <a:close/>
                    <a:moveTo>
                      <a:pt x="112" y="90"/>
                    </a:moveTo>
                    <a:cubicBezTo>
                      <a:pt x="119" y="91"/>
                      <a:pt x="125" y="87"/>
                      <a:pt x="132" y="89"/>
                    </a:cubicBezTo>
                    <a:cubicBezTo>
                      <a:pt x="149" y="95"/>
                      <a:pt x="155" y="107"/>
                      <a:pt x="147" y="114"/>
                    </a:cubicBezTo>
                    <a:cubicBezTo>
                      <a:pt x="141" y="123"/>
                      <a:pt x="135" y="132"/>
                      <a:pt x="129" y="141"/>
                    </a:cubicBezTo>
                    <a:cubicBezTo>
                      <a:pt x="122" y="145"/>
                      <a:pt x="115" y="145"/>
                      <a:pt x="108" y="142"/>
                    </a:cubicBezTo>
                    <a:cubicBezTo>
                      <a:pt x="107" y="134"/>
                      <a:pt x="106" y="125"/>
                      <a:pt x="105" y="117"/>
                    </a:cubicBezTo>
                    <a:cubicBezTo>
                      <a:pt x="102" y="104"/>
                      <a:pt x="105" y="96"/>
                      <a:pt x="112" y="90"/>
                    </a:cubicBezTo>
                    <a:close/>
                    <a:moveTo>
                      <a:pt x="89" y="161"/>
                    </a:moveTo>
                    <a:cubicBezTo>
                      <a:pt x="93" y="159"/>
                      <a:pt x="102" y="160"/>
                      <a:pt x="107" y="158"/>
                    </a:cubicBezTo>
                    <a:cubicBezTo>
                      <a:pt x="108" y="162"/>
                      <a:pt x="104" y="163"/>
                      <a:pt x="105" y="167"/>
                    </a:cubicBezTo>
                    <a:cubicBezTo>
                      <a:pt x="101" y="167"/>
                      <a:pt x="98" y="168"/>
                      <a:pt x="95" y="168"/>
                    </a:cubicBezTo>
                    <a:cubicBezTo>
                      <a:pt x="93" y="166"/>
                      <a:pt x="91" y="164"/>
                      <a:pt x="89" y="161"/>
                    </a:cubicBezTo>
                    <a:close/>
                    <a:moveTo>
                      <a:pt x="95" y="181"/>
                    </a:moveTo>
                    <a:cubicBezTo>
                      <a:pt x="101" y="180"/>
                      <a:pt x="106" y="179"/>
                      <a:pt x="112" y="178"/>
                    </a:cubicBezTo>
                    <a:cubicBezTo>
                      <a:pt x="114" y="180"/>
                      <a:pt x="117" y="182"/>
                      <a:pt x="119" y="184"/>
                    </a:cubicBezTo>
                    <a:cubicBezTo>
                      <a:pt x="114" y="185"/>
                      <a:pt x="108" y="185"/>
                      <a:pt x="103" y="186"/>
                    </a:cubicBezTo>
                    <a:cubicBezTo>
                      <a:pt x="100" y="185"/>
                      <a:pt x="98" y="183"/>
                      <a:pt x="95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ïṧḷïḑé"/>
              <p:cNvSpPr/>
              <p:nvPr/>
            </p:nvSpPr>
            <p:spPr bwMode="auto">
              <a:xfrm>
                <a:off x="5183188" y="2668588"/>
                <a:ext cx="615950" cy="763588"/>
              </a:xfrm>
              <a:custGeom>
                <a:avLst/>
                <a:gdLst>
                  <a:gd name="T0" fmla="*/ 49 w 187"/>
                  <a:gd name="T1" fmla="*/ 23 h 231"/>
                  <a:gd name="T2" fmla="*/ 68 w 187"/>
                  <a:gd name="T3" fmla="*/ 14 h 231"/>
                  <a:gd name="T4" fmla="*/ 92 w 187"/>
                  <a:gd name="T5" fmla="*/ 3 h 231"/>
                  <a:gd name="T6" fmla="*/ 120 w 187"/>
                  <a:gd name="T7" fmla="*/ 16 h 231"/>
                  <a:gd name="T8" fmla="*/ 124 w 187"/>
                  <a:gd name="T9" fmla="*/ 34 h 231"/>
                  <a:gd name="T10" fmla="*/ 90 w 187"/>
                  <a:gd name="T11" fmla="*/ 113 h 231"/>
                  <a:gd name="T12" fmla="*/ 142 w 187"/>
                  <a:gd name="T13" fmla="*/ 125 h 231"/>
                  <a:gd name="T14" fmla="*/ 181 w 187"/>
                  <a:gd name="T15" fmla="*/ 136 h 231"/>
                  <a:gd name="T16" fmla="*/ 178 w 187"/>
                  <a:gd name="T17" fmla="*/ 157 h 231"/>
                  <a:gd name="T18" fmla="*/ 142 w 187"/>
                  <a:gd name="T19" fmla="*/ 158 h 231"/>
                  <a:gd name="T20" fmla="*/ 111 w 187"/>
                  <a:gd name="T21" fmla="*/ 229 h 231"/>
                  <a:gd name="T22" fmla="*/ 58 w 187"/>
                  <a:gd name="T23" fmla="*/ 227 h 231"/>
                  <a:gd name="T24" fmla="*/ 23 w 187"/>
                  <a:gd name="T25" fmla="*/ 223 h 231"/>
                  <a:gd name="T26" fmla="*/ 13 w 187"/>
                  <a:gd name="T27" fmla="*/ 169 h 231"/>
                  <a:gd name="T28" fmla="*/ 5 w 187"/>
                  <a:gd name="T29" fmla="*/ 141 h 231"/>
                  <a:gd name="T30" fmla="*/ 64 w 187"/>
                  <a:gd name="T31" fmla="*/ 136 h 231"/>
                  <a:gd name="T32" fmla="*/ 57 w 187"/>
                  <a:gd name="T33" fmla="*/ 120 h 231"/>
                  <a:gd name="T34" fmla="*/ 83 w 187"/>
                  <a:gd name="T35" fmla="*/ 66 h 231"/>
                  <a:gd name="T36" fmla="*/ 76 w 187"/>
                  <a:gd name="T37" fmla="*/ 42 h 231"/>
                  <a:gd name="T38" fmla="*/ 49 w 187"/>
                  <a:gd name="T39" fmla="*/ 23 h 231"/>
                  <a:gd name="T40" fmla="*/ 31 w 187"/>
                  <a:gd name="T41" fmla="*/ 165 h 231"/>
                  <a:gd name="T42" fmla="*/ 89 w 187"/>
                  <a:gd name="T43" fmla="*/ 198 h 231"/>
                  <a:gd name="T44" fmla="*/ 97 w 187"/>
                  <a:gd name="T45" fmla="*/ 162 h 231"/>
                  <a:gd name="T46" fmla="*/ 31 w 187"/>
                  <a:gd name="T47" fmla="*/ 165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7" h="231">
                    <a:moveTo>
                      <a:pt x="49" y="23"/>
                    </a:moveTo>
                    <a:cubicBezTo>
                      <a:pt x="54" y="19"/>
                      <a:pt x="61" y="18"/>
                      <a:pt x="68" y="14"/>
                    </a:cubicBezTo>
                    <a:cubicBezTo>
                      <a:pt x="75" y="11"/>
                      <a:pt x="84" y="5"/>
                      <a:pt x="92" y="3"/>
                    </a:cubicBezTo>
                    <a:cubicBezTo>
                      <a:pt x="104" y="0"/>
                      <a:pt x="114" y="7"/>
                      <a:pt x="120" y="16"/>
                    </a:cubicBezTo>
                    <a:cubicBezTo>
                      <a:pt x="123" y="21"/>
                      <a:pt x="123" y="28"/>
                      <a:pt x="124" y="34"/>
                    </a:cubicBezTo>
                    <a:cubicBezTo>
                      <a:pt x="119" y="63"/>
                      <a:pt x="105" y="88"/>
                      <a:pt x="90" y="113"/>
                    </a:cubicBezTo>
                    <a:cubicBezTo>
                      <a:pt x="103" y="124"/>
                      <a:pt x="125" y="121"/>
                      <a:pt x="142" y="125"/>
                    </a:cubicBezTo>
                    <a:cubicBezTo>
                      <a:pt x="148" y="126"/>
                      <a:pt x="170" y="127"/>
                      <a:pt x="181" y="136"/>
                    </a:cubicBezTo>
                    <a:cubicBezTo>
                      <a:pt x="187" y="141"/>
                      <a:pt x="185" y="148"/>
                      <a:pt x="178" y="157"/>
                    </a:cubicBezTo>
                    <a:cubicBezTo>
                      <a:pt x="174" y="162"/>
                      <a:pt x="148" y="155"/>
                      <a:pt x="142" y="158"/>
                    </a:cubicBezTo>
                    <a:cubicBezTo>
                      <a:pt x="134" y="181"/>
                      <a:pt x="134" y="200"/>
                      <a:pt x="111" y="229"/>
                    </a:cubicBezTo>
                    <a:cubicBezTo>
                      <a:pt x="96" y="230"/>
                      <a:pt x="76" y="231"/>
                      <a:pt x="58" y="227"/>
                    </a:cubicBezTo>
                    <a:cubicBezTo>
                      <a:pt x="46" y="224"/>
                      <a:pt x="33" y="225"/>
                      <a:pt x="23" y="223"/>
                    </a:cubicBezTo>
                    <a:cubicBezTo>
                      <a:pt x="28" y="203"/>
                      <a:pt x="25" y="185"/>
                      <a:pt x="13" y="169"/>
                    </a:cubicBezTo>
                    <a:cubicBezTo>
                      <a:pt x="5" y="164"/>
                      <a:pt x="0" y="156"/>
                      <a:pt x="5" y="141"/>
                    </a:cubicBezTo>
                    <a:cubicBezTo>
                      <a:pt x="15" y="129"/>
                      <a:pt x="41" y="134"/>
                      <a:pt x="64" y="136"/>
                    </a:cubicBezTo>
                    <a:cubicBezTo>
                      <a:pt x="62" y="131"/>
                      <a:pt x="59" y="125"/>
                      <a:pt x="57" y="120"/>
                    </a:cubicBezTo>
                    <a:cubicBezTo>
                      <a:pt x="62" y="102"/>
                      <a:pt x="71" y="88"/>
                      <a:pt x="83" y="66"/>
                    </a:cubicBezTo>
                    <a:cubicBezTo>
                      <a:pt x="73" y="62"/>
                      <a:pt x="69" y="49"/>
                      <a:pt x="76" y="42"/>
                    </a:cubicBezTo>
                    <a:cubicBezTo>
                      <a:pt x="81" y="36"/>
                      <a:pt x="60" y="36"/>
                      <a:pt x="49" y="23"/>
                    </a:cubicBezTo>
                    <a:close/>
                    <a:moveTo>
                      <a:pt x="31" y="165"/>
                    </a:moveTo>
                    <a:cubicBezTo>
                      <a:pt x="34" y="187"/>
                      <a:pt x="54" y="198"/>
                      <a:pt x="89" y="198"/>
                    </a:cubicBezTo>
                    <a:cubicBezTo>
                      <a:pt x="100" y="189"/>
                      <a:pt x="102" y="177"/>
                      <a:pt x="97" y="162"/>
                    </a:cubicBezTo>
                    <a:cubicBezTo>
                      <a:pt x="75" y="158"/>
                      <a:pt x="59" y="162"/>
                      <a:pt x="31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íṧ1íḓê"/>
              <p:cNvSpPr/>
              <p:nvPr/>
            </p:nvSpPr>
            <p:spPr bwMode="auto">
              <a:xfrm>
                <a:off x="6096000" y="2546350"/>
                <a:ext cx="900113" cy="1096963"/>
              </a:xfrm>
              <a:custGeom>
                <a:avLst/>
                <a:gdLst>
                  <a:gd name="T0" fmla="*/ 207 w 273"/>
                  <a:gd name="T1" fmla="*/ 11 h 332"/>
                  <a:gd name="T2" fmla="*/ 199 w 273"/>
                  <a:gd name="T3" fmla="*/ 76 h 332"/>
                  <a:gd name="T4" fmla="*/ 158 w 273"/>
                  <a:gd name="T5" fmla="*/ 75 h 332"/>
                  <a:gd name="T6" fmla="*/ 154 w 273"/>
                  <a:gd name="T7" fmla="*/ 101 h 332"/>
                  <a:gd name="T8" fmla="*/ 149 w 273"/>
                  <a:gd name="T9" fmla="*/ 140 h 332"/>
                  <a:gd name="T10" fmla="*/ 165 w 273"/>
                  <a:gd name="T11" fmla="*/ 145 h 332"/>
                  <a:gd name="T12" fmla="*/ 137 w 273"/>
                  <a:gd name="T13" fmla="*/ 186 h 332"/>
                  <a:gd name="T14" fmla="*/ 152 w 273"/>
                  <a:gd name="T15" fmla="*/ 199 h 332"/>
                  <a:gd name="T16" fmla="*/ 190 w 273"/>
                  <a:gd name="T17" fmla="*/ 197 h 332"/>
                  <a:gd name="T18" fmla="*/ 205 w 273"/>
                  <a:gd name="T19" fmla="*/ 332 h 332"/>
                  <a:gd name="T20" fmla="*/ 248 w 273"/>
                  <a:gd name="T21" fmla="*/ 161 h 332"/>
                  <a:gd name="T22" fmla="*/ 241 w 273"/>
                  <a:gd name="T23" fmla="*/ 111 h 332"/>
                  <a:gd name="T24" fmla="*/ 207 w 273"/>
                  <a:gd name="T25" fmla="*/ 11 h 332"/>
                  <a:gd name="T26" fmla="*/ 110 w 273"/>
                  <a:gd name="T27" fmla="*/ 15 h 332"/>
                  <a:gd name="T28" fmla="*/ 112 w 273"/>
                  <a:gd name="T29" fmla="*/ 47 h 332"/>
                  <a:gd name="T30" fmla="*/ 87 w 273"/>
                  <a:gd name="T31" fmla="*/ 97 h 332"/>
                  <a:gd name="T32" fmla="*/ 90 w 273"/>
                  <a:gd name="T33" fmla="*/ 121 h 332"/>
                  <a:gd name="T34" fmla="*/ 86 w 273"/>
                  <a:gd name="T35" fmla="*/ 152 h 332"/>
                  <a:gd name="T36" fmla="*/ 126 w 273"/>
                  <a:gd name="T37" fmla="*/ 117 h 332"/>
                  <a:gd name="T38" fmla="*/ 139 w 273"/>
                  <a:gd name="T39" fmla="*/ 106 h 332"/>
                  <a:gd name="T40" fmla="*/ 139 w 273"/>
                  <a:gd name="T41" fmla="*/ 122 h 332"/>
                  <a:gd name="T42" fmla="*/ 90 w 273"/>
                  <a:gd name="T43" fmla="*/ 193 h 332"/>
                  <a:gd name="T44" fmla="*/ 88 w 273"/>
                  <a:gd name="T45" fmla="*/ 274 h 332"/>
                  <a:gd name="T46" fmla="*/ 58 w 273"/>
                  <a:gd name="T47" fmla="*/ 246 h 332"/>
                  <a:gd name="T48" fmla="*/ 77 w 273"/>
                  <a:gd name="T49" fmla="*/ 247 h 332"/>
                  <a:gd name="T50" fmla="*/ 77 w 273"/>
                  <a:gd name="T51" fmla="*/ 213 h 332"/>
                  <a:gd name="T52" fmla="*/ 25 w 273"/>
                  <a:gd name="T53" fmla="*/ 239 h 332"/>
                  <a:gd name="T54" fmla="*/ 10 w 273"/>
                  <a:gd name="T55" fmla="*/ 217 h 332"/>
                  <a:gd name="T56" fmla="*/ 44 w 273"/>
                  <a:gd name="T57" fmla="*/ 150 h 332"/>
                  <a:gd name="T58" fmla="*/ 9 w 273"/>
                  <a:gd name="T59" fmla="*/ 164 h 332"/>
                  <a:gd name="T60" fmla="*/ 10 w 273"/>
                  <a:gd name="T61" fmla="*/ 142 h 332"/>
                  <a:gd name="T62" fmla="*/ 66 w 273"/>
                  <a:gd name="T63" fmla="*/ 102 h 332"/>
                  <a:gd name="T64" fmla="*/ 110 w 273"/>
                  <a:gd name="T65" fmla="*/ 15 h 332"/>
                  <a:gd name="T66" fmla="*/ 63 w 273"/>
                  <a:gd name="T67" fmla="*/ 173 h 332"/>
                  <a:gd name="T68" fmla="*/ 53 w 273"/>
                  <a:gd name="T69" fmla="*/ 180 h 332"/>
                  <a:gd name="T70" fmla="*/ 63 w 273"/>
                  <a:gd name="T71" fmla="*/ 187 h 332"/>
                  <a:gd name="T72" fmla="*/ 72 w 273"/>
                  <a:gd name="T73" fmla="*/ 180 h 332"/>
                  <a:gd name="T74" fmla="*/ 63 w 273"/>
                  <a:gd name="T75" fmla="*/ 173 h 332"/>
                  <a:gd name="T76" fmla="*/ 170 w 273"/>
                  <a:gd name="T77" fmla="*/ 119 h 332"/>
                  <a:gd name="T78" fmla="*/ 187 w 273"/>
                  <a:gd name="T79" fmla="*/ 106 h 332"/>
                  <a:gd name="T80" fmla="*/ 198 w 273"/>
                  <a:gd name="T81" fmla="*/ 125 h 332"/>
                  <a:gd name="T82" fmla="*/ 170 w 273"/>
                  <a:gd name="T83" fmla="*/ 119 h 332"/>
                  <a:gd name="T84" fmla="*/ 170 w 273"/>
                  <a:gd name="T85" fmla="*/ 170 h 332"/>
                  <a:gd name="T86" fmla="*/ 186 w 273"/>
                  <a:gd name="T87" fmla="*/ 150 h 332"/>
                  <a:gd name="T88" fmla="*/ 195 w 273"/>
                  <a:gd name="T89" fmla="*/ 163 h 332"/>
                  <a:gd name="T90" fmla="*/ 170 w 273"/>
                  <a:gd name="T91" fmla="*/ 17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332">
                    <a:moveTo>
                      <a:pt x="207" y="11"/>
                    </a:moveTo>
                    <a:cubicBezTo>
                      <a:pt x="207" y="31"/>
                      <a:pt x="202" y="56"/>
                      <a:pt x="199" y="76"/>
                    </a:cubicBezTo>
                    <a:cubicBezTo>
                      <a:pt x="185" y="78"/>
                      <a:pt x="173" y="73"/>
                      <a:pt x="158" y="75"/>
                    </a:cubicBezTo>
                    <a:cubicBezTo>
                      <a:pt x="153" y="85"/>
                      <a:pt x="154" y="91"/>
                      <a:pt x="154" y="101"/>
                    </a:cubicBezTo>
                    <a:cubicBezTo>
                      <a:pt x="153" y="114"/>
                      <a:pt x="141" y="129"/>
                      <a:pt x="149" y="140"/>
                    </a:cubicBezTo>
                    <a:cubicBezTo>
                      <a:pt x="153" y="143"/>
                      <a:pt x="161" y="143"/>
                      <a:pt x="165" y="145"/>
                    </a:cubicBezTo>
                    <a:cubicBezTo>
                      <a:pt x="146" y="163"/>
                      <a:pt x="134" y="168"/>
                      <a:pt x="137" y="186"/>
                    </a:cubicBezTo>
                    <a:cubicBezTo>
                      <a:pt x="135" y="197"/>
                      <a:pt x="142" y="202"/>
                      <a:pt x="152" y="199"/>
                    </a:cubicBezTo>
                    <a:cubicBezTo>
                      <a:pt x="165" y="200"/>
                      <a:pt x="177" y="196"/>
                      <a:pt x="190" y="197"/>
                    </a:cubicBezTo>
                    <a:cubicBezTo>
                      <a:pt x="174" y="251"/>
                      <a:pt x="199" y="289"/>
                      <a:pt x="205" y="332"/>
                    </a:cubicBezTo>
                    <a:cubicBezTo>
                      <a:pt x="221" y="271"/>
                      <a:pt x="231" y="221"/>
                      <a:pt x="248" y="161"/>
                    </a:cubicBezTo>
                    <a:cubicBezTo>
                      <a:pt x="273" y="150"/>
                      <a:pt x="270" y="121"/>
                      <a:pt x="241" y="111"/>
                    </a:cubicBezTo>
                    <a:cubicBezTo>
                      <a:pt x="239" y="51"/>
                      <a:pt x="231" y="0"/>
                      <a:pt x="207" y="11"/>
                    </a:cubicBezTo>
                    <a:close/>
                    <a:moveTo>
                      <a:pt x="110" y="15"/>
                    </a:moveTo>
                    <a:cubicBezTo>
                      <a:pt x="138" y="4"/>
                      <a:pt x="128" y="24"/>
                      <a:pt x="112" y="47"/>
                    </a:cubicBezTo>
                    <a:cubicBezTo>
                      <a:pt x="99" y="61"/>
                      <a:pt x="88" y="77"/>
                      <a:pt x="87" y="97"/>
                    </a:cubicBezTo>
                    <a:cubicBezTo>
                      <a:pt x="87" y="105"/>
                      <a:pt x="90" y="113"/>
                      <a:pt x="90" y="121"/>
                    </a:cubicBezTo>
                    <a:cubicBezTo>
                      <a:pt x="90" y="131"/>
                      <a:pt x="86" y="141"/>
                      <a:pt x="86" y="152"/>
                    </a:cubicBezTo>
                    <a:cubicBezTo>
                      <a:pt x="87" y="169"/>
                      <a:pt x="122" y="134"/>
                      <a:pt x="126" y="117"/>
                    </a:cubicBezTo>
                    <a:cubicBezTo>
                      <a:pt x="128" y="111"/>
                      <a:pt x="134" y="110"/>
                      <a:pt x="139" y="106"/>
                    </a:cubicBezTo>
                    <a:cubicBezTo>
                      <a:pt x="136" y="113"/>
                      <a:pt x="143" y="115"/>
                      <a:pt x="139" y="122"/>
                    </a:cubicBezTo>
                    <a:cubicBezTo>
                      <a:pt x="127" y="144"/>
                      <a:pt x="103" y="173"/>
                      <a:pt x="90" y="193"/>
                    </a:cubicBezTo>
                    <a:cubicBezTo>
                      <a:pt x="91" y="224"/>
                      <a:pt x="96" y="252"/>
                      <a:pt x="88" y="274"/>
                    </a:cubicBezTo>
                    <a:cubicBezTo>
                      <a:pt x="73" y="279"/>
                      <a:pt x="52" y="263"/>
                      <a:pt x="58" y="246"/>
                    </a:cubicBezTo>
                    <a:cubicBezTo>
                      <a:pt x="64" y="249"/>
                      <a:pt x="69" y="256"/>
                      <a:pt x="77" y="247"/>
                    </a:cubicBezTo>
                    <a:cubicBezTo>
                      <a:pt x="77" y="236"/>
                      <a:pt x="77" y="224"/>
                      <a:pt x="77" y="213"/>
                    </a:cubicBezTo>
                    <a:cubicBezTo>
                      <a:pt x="60" y="222"/>
                      <a:pt x="43" y="230"/>
                      <a:pt x="25" y="239"/>
                    </a:cubicBezTo>
                    <a:cubicBezTo>
                      <a:pt x="17" y="242"/>
                      <a:pt x="6" y="240"/>
                      <a:pt x="10" y="217"/>
                    </a:cubicBezTo>
                    <a:cubicBezTo>
                      <a:pt x="27" y="195"/>
                      <a:pt x="42" y="174"/>
                      <a:pt x="44" y="150"/>
                    </a:cubicBezTo>
                    <a:cubicBezTo>
                      <a:pt x="32" y="154"/>
                      <a:pt x="21" y="159"/>
                      <a:pt x="9" y="164"/>
                    </a:cubicBezTo>
                    <a:cubicBezTo>
                      <a:pt x="0" y="168"/>
                      <a:pt x="3" y="153"/>
                      <a:pt x="10" y="142"/>
                    </a:cubicBezTo>
                    <a:cubicBezTo>
                      <a:pt x="23" y="120"/>
                      <a:pt x="64" y="106"/>
                      <a:pt x="66" y="102"/>
                    </a:cubicBezTo>
                    <a:cubicBezTo>
                      <a:pt x="75" y="62"/>
                      <a:pt x="87" y="30"/>
                      <a:pt x="110" y="15"/>
                    </a:cubicBezTo>
                    <a:close/>
                    <a:moveTo>
                      <a:pt x="63" y="173"/>
                    </a:moveTo>
                    <a:cubicBezTo>
                      <a:pt x="58" y="173"/>
                      <a:pt x="53" y="176"/>
                      <a:pt x="53" y="180"/>
                    </a:cubicBezTo>
                    <a:cubicBezTo>
                      <a:pt x="53" y="183"/>
                      <a:pt x="58" y="187"/>
                      <a:pt x="63" y="187"/>
                    </a:cubicBezTo>
                    <a:cubicBezTo>
                      <a:pt x="68" y="187"/>
                      <a:pt x="72" y="183"/>
                      <a:pt x="72" y="180"/>
                    </a:cubicBezTo>
                    <a:cubicBezTo>
                      <a:pt x="72" y="176"/>
                      <a:pt x="68" y="173"/>
                      <a:pt x="63" y="173"/>
                    </a:cubicBezTo>
                    <a:close/>
                    <a:moveTo>
                      <a:pt x="170" y="119"/>
                    </a:moveTo>
                    <a:cubicBezTo>
                      <a:pt x="168" y="108"/>
                      <a:pt x="174" y="105"/>
                      <a:pt x="187" y="106"/>
                    </a:cubicBezTo>
                    <a:cubicBezTo>
                      <a:pt x="197" y="112"/>
                      <a:pt x="200" y="116"/>
                      <a:pt x="198" y="125"/>
                    </a:cubicBezTo>
                    <a:cubicBezTo>
                      <a:pt x="186" y="127"/>
                      <a:pt x="176" y="125"/>
                      <a:pt x="170" y="119"/>
                    </a:cubicBezTo>
                    <a:close/>
                    <a:moveTo>
                      <a:pt x="170" y="170"/>
                    </a:moveTo>
                    <a:cubicBezTo>
                      <a:pt x="168" y="159"/>
                      <a:pt x="173" y="150"/>
                      <a:pt x="186" y="150"/>
                    </a:cubicBezTo>
                    <a:cubicBezTo>
                      <a:pt x="186" y="151"/>
                      <a:pt x="195" y="149"/>
                      <a:pt x="195" y="163"/>
                    </a:cubicBezTo>
                    <a:cubicBezTo>
                      <a:pt x="182" y="165"/>
                      <a:pt x="176" y="176"/>
                      <a:pt x="170" y="17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iSlïḓè"/>
              <p:cNvSpPr/>
              <p:nvPr/>
            </p:nvSpPr>
            <p:spPr bwMode="auto">
              <a:xfrm>
                <a:off x="7177088" y="2579688"/>
                <a:ext cx="1055688" cy="842963"/>
              </a:xfrm>
              <a:custGeom>
                <a:avLst/>
                <a:gdLst>
                  <a:gd name="T0" fmla="*/ 79 w 320"/>
                  <a:gd name="T1" fmla="*/ 32 h 255"/>
                  <a:gd name="T2" fmla="*/ 61 w 320"/>
                  <a:gd name="T3" fmla="*/ 83 h 255"/>
                  <a:gd name="T4" fmla="*/ 27 w 320"/>
                  <a:gd name="T5" fmla="*/ 92 h 255"/>
                  <a:gd name="T6" fmla="*/ 54 w 320"/>
                  <a:gd name="T7" fmla="*/ 120 h 255"/>
                  <a:gd name="T8" fmla="*/ 45 w 320"/>
                  <a:gd name="T9" fmla="*/ 175 h 255"/>
                  <a:gd name="T10" fmla="*/ 38 w 320"/>
                  <a:gd name="T11" fmla="*/ 183 h 255"/>
                  <a:gd name="T12" fmla="*/ 0 w 320"/>
                  <a:gd name="T13" fmla="*/ 200 h 255"/>
                  <a:gd name="T14" fmla="*/ 28 w 320"/>
                  <a:gd name="T15" fmla="*/ 235 h 255"/>
                  <a:gd name="T16" fmla="*/ 48 w 320"/>
                  <a:gd name="T17" fmla="*/ 214 h 255"/>
                  <a:gd name="T18" fmla="*/ 61 w 320"/>
                  <a:gd name="T19" fmla="*/ 234 h 255"/>
                  <a:gd name="T20" fmla="*/ 81 w 320"/>
                  <a:gd name="T21" fmla="*/ 217 h 255"/>
                  <a:gd name="T22" fmla="*/ 74 w 320"/>
                  <a:gd name="T23" fmla="*/ 175 h 255"/>
                  <a:gd name="T24" fmla="*/ 122 w 320"/>
                  <a:gd name="T25" fmla="*/ 105 h 255"/>
                  <a:gd name="T26" fmla="*/ 155 w 320"/>
                  <a:gd name="T27" fmla="*/ 122 h 255"/>
                  <a:gd name="T28" fmla="*/ 136 w 320"/>
                  <a:gd name="T29" fmla="*/ 141 h 255"/>
                  <a:gd name="T30" fmla="*/ 114 w 320"/>
                  <a:gd name="T31" fmla="*/ 144 h 255"/>
                  <a:gd name="T32" fmla="*/ 113 w 320"/>
                  <a:gd name="T33" fmla="*/ 173 h 255"/>
                  <a:gd name="T34" fmla="*/ 167 w 320"/>
                  <a:gd name="T35" fmla="*/ 203 h 255"/>
                  <a:gd name="T36" fmla="*/ 120 w 320"/>
                  <a:gd name="T37" fmla="*/ 207 h 255"/>
                  <a:gd name="T38" fmla="*/ 104 w 320"/>
                  <a:gd name="T39" fmla="*/ 173 h 255"/>
                  <a:gd name="T40" fmla="*/ 93 w 320"/>
                  <a:gd name="T41" fmla="*/ 229 h 255"/>
                  <a:gd name="T42" fmla="*/ 192 w 320"/>
                  <a:gd name="T43" fmla="*/ 220 h 255"/>
                  <a:gd name="T44" fmla="*/ 218 w 320"/>
                  <a:gd name="T45" fmla="*/ 249 h 255"/>
                  <a:gd name="T46" fmla="*/ 320 w 320"/>
                  <a:gd name="T47" fmla="*/ 238 h 255"/>
                  <a:gd name="T48" fmla="*/ 312 w 320"/>
                  <a:gd name="T49" fmla="*/ 231 h 255"/>
                  <a:gd name="T50" fmla="*/ 255 w 320"/>
                  <a:gd name="T51" fmla="*/ 216 h 255"/>
                  <a:gd name="T52" fmla="*/ 214 w 320"/>
                  <a:gd name="T53" fmla="*/ 192 h 255"/>
                  <a:gd name="T54" fmla="*/ 223 w 320"/>
                  <a:gd name="T55" fmla="*/ 107 h 255"/>
                  <a:gd name="T56" fmla="*/ 189 w 320"/>
                  <a:gd name="T57" fmla="*/ 119 h 255"/>
                  <a:gd name="T58" fmla="*/ 215 w 320"/>
                  <a:gd name="T59" fmla="*/ 94 h 255"/>
                  <a:gd name="T60" fmla="*/ 241 w 320"/>
                  <a:gd name="T61" fmla="*/ 72 h 255"/>
                  <a:gd name="T62" fmla="*/ 240 w 320"/>
                  <a:gd name="T63" fmla="*/ 34 h 255"/>
                  <a:gd name="T64" fmla="*/ 194 w 320"/>
                  <a:gd name="T65" fmla="*/ 65 h 255"/>
                  <a:gd name="T66" fmla="*/ 174 w 320"/>
                  <a:gd name="T67" fmla="*/ 0 h 255"/>
                  <a:gd name="T68" fmla="*/ 163 w 320"/>
                  <a:gd name="T69" fmla="*/ 72 h 255"/>
                  <a:gd name="T70" fmla="*/ 115 w 320"/>
                  <a:gd name="T71" fmla="*/ 96 h 255"/>
                  <a:gd name="T72" fmla="*/ 81 w 320"/>
                  <a:gd name="T73" fmla="*/ 133 h 255"/>
                  <a:gd name="T74" fmla="*/ 91 w 320"/>
                  <a:gd name="T75" fmla="*/ 94 h 255"/>
                  <a:gd name="T76" fmla="*/ 79 w 320"/>
                  <a:gd name="T77" fmla="*/ 32 h 255"/>
                  <a:gd name="T78" fmla="*/ 169 w 320"/>
                  <a:gd name="T79" fmla="*/ 162 h 255"/>
                  <a:gd name="T80" fmla="*/ 200 w 320"/>
                  <a:gd name="T81" fmla="*/ 138 h 255"/>
                  <a:gd name="T82" fmla="*/ 189 w 320"/>
                  <a:gd name="T83" fmla="*/ 181 h 255"/>
                  <a:gd name="T84" fmla="*/ 169 w 320"/>
                  <a:gd name="T85" fmla="*/ 162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20" h="255">
                    <a:moveTo>
                      <a:pt x="79" y="32"/>
                    </a:moveTo>
                    <a:cubicBezTo>
                      <a:pt x="72" y="48"/>
                      <a:pt x="66" y="65"/>
                      <a:pt x="61" y="83"/>
                    </a:cubicBezTo>
                    <a:cubicBezTo>
                      <a:pt x="62" y="100"/>
                      <a:pt x="46" y="97"/>
                      <a:pt x="27" y="92"/>
                    </a:cubicBezTo>
                    <a:cubicBezTo>
                      <a:pt x="27" y="105"/>
                      <a:pt x="36" y="113"/>
                      <a:pt x="54" y="120"/>
                    </a:cubicBezTo>
                    <a:cubicBezTo>
                      <a:pt x="52" y="141"/>
                      <a:pt x="50" y="163"/>
                      <a:pt x="45" y="175"/>
                    </a:cubicBezTo>
                    <a:cubicBezTo>
                      <a:pt x="43" y="179"/>
                      <a:pt x="40" y="182"/>
                      <a:pt x="38" y="183"/>
                    </a:cubicBezTo>
                    <a:cubicBezTo>
                      <a:pt x="23" y="194"/>
                      <a:pt x="14" y="197"/>
                      <a:pt x="0" y="200"/>
                    </a:cubicBezTo>
                    <a:cubicBezTo>
                      <a:pt x="12" y="227"/>
                      <a:pt x="8" y="235"/>
                      <a:pt x="28" y="235"/>
                    </a:cubicBezTo>
                    <a:cubicBezTo>
                      <a:pt x="32" y="228"/>
                      <a:pt x="44" y="222"/>
                      <a:pt x="48" y="214"/>
                    </a:cubicBezTo>
                    <a:cubicBezTo>
                      <a:pt x="50" y="223"/>
                      <a:pt x="59" y="226"/>
                      <a:pt x="61" y="234"/>
                    </a:cubicBezTo>
                    <a:cubicBezTo>
                      <a:pt x="70" y="231"/>
                      <a:pt x="78" y="231"/>
                      <a:pt x="81" y="217"/>
                    </a:cubicBezTo>
                    <a:cubicBezTo>
                      <a:pt x="78" y="203"/>
                      <a:pt x="76" y="189"/>
                      <a:pt x="74" y="175"/>
                    </a:cubicBezTo>
                    <a:cubicBezTo>
                      <a:pt x="92" y="162"/>
                      <a:pt x="109" y="137"/>
                      <a:pt x="122" y="105"/>
                    </a:cubicBezTo>
                    <a:cubicBezTo>
                      <a:pt x="130" y="111"/>
                      <a:pt x="140" y="120"/>
                      <a:pt x="155" y="122"/>
                    </a:cubicBezTo>
                    <a:cubicBezTo>
                      <a:pt x="148" y="128"/>
                      <a:pt x="143" y="136"/>
                      <a:pt x="136" y="141"/>
                    </a:cubicBezTo>
                    <a:cubicBezTo>
                      <a:pt x="127" y="143"/>
                      <a:pt x="123" y="143"/>
                      <a:pt x="114" y="144"/>
                    </a:cubicBezTo>
                    <a:cubicBezTo>
                      <a:pt x="116" y="154"/>
                      <a:pt x="111" y="163"/>
                      <a:pt x="113" y="173"/>
                    </a:cubicBezTo>
                    <a:cubicBezTo>
                      <a:pt x="131" y="183"/>
                      <a:pt x="149" y="193"/>
                      <a:pt x="167" y="203"/>
                    </a:cubicBezTo>
                    <a:cubicBezTo>
                      <a:pt x="150" y="209"/>
                      <a:pt x="131" y="214"/>
                      <a:pt x="120" y="207"/>
                    </a:cubicBezTo>
                    <a:cubicBezTo>
                      <a:pt x="110" y="202"/>
                      <a:pt x="107" y="188"/>
                      <a:pt x="104" y="173"/>
                    </a:cubicBezTo>
                    <a:cubicBezTo>
                      <a:pt x="94" y="182"/>
                      <a:pt x="91" y="212"/>
                      <a:pt x="93" y="229"/>
                    </a:cubicBezTo>
                    <a:cubicBezTo>
                      <a:pt x="126" y="236"/>
                      <a:pt x="160" y="233"/>
                      <a:pt x="192" y="220"/>
                    </a:cubicBezTo>
                    <a:cubicBezTo>
                      <a:pt x="206" y="224"/>
                      <a:pt x="204" y="246"/>
                      <a:pt x="218" y="249"/>
                    </a:cubicBezTo>
                    <a:cubicBezTo>
                      <a:pt x="244" y="255"/>
                      <a:pt x="294" y="232"/>
                      <a:pt x="320" y="238"/>
                    </a:cubicBezTo>
                    <a:cubicBezTo>
                      <a:pt x="316" y="235"/>
                      <a:pt x="317" y="232"/>
                      <a:pt x="312" y="231"/>
                    </a:cubicBezTo>
                    <a:cubicBezTo>
                      <a:pt x="295" y="227"/>
                      <a:pt x="273" y="224"/>
                      <a:pt x="255" y="216"/>
                    </a:cubicBezTo>
                    <a:cubicBezTo>
                      <a:pt x="235" y="207"/>
                      <a:pt x="226" y="200"/>
                      <a:pt x="214" y="192"/>
                    </a:cubicBezTo>
                    <a:cubicBezTo>
                      <a:pt x="232" y="163"/>
                      <a:pt x="241" y="118"/>
                      <a:pt x="223" y="107"/>
                    </a:cubicBezTo>
                    <a:cubicBezTo>
                      <a:pt x="216" y="103"/>
                      <a:pt x="204" y="115"/>
                      <a:pt x="189" y="119"/>
                    </a:cubicBezTo>
                    <a:cubicBezTo>
                      <a:pt x="190" y="108"/>
                      <a:pt x="194" y="94"/>
                      <a:pt x="215" y="94"/>
                    </a:cubicBezTo>
                    <a:cubicBezTo>
                      <a:pt x="226" y="93"/>
                      <a:pt x="232" y="79"/>
                      <a:pt x="241" y="72"/>
                    </a:cubicBezTo>
                    <a:cubicBezTo>
                      <a:pt x="243" y="59"/>
                      <a:pt x="244" y="44"/>
                      <a:pt x="240" y="34"/>
                    </a:cubicBezTo>
                    <a:cubicBezTo>
                      <a:pt x="221" y="51"/>
                      <a:pt x="210" y="62"/>
                      <a:pt x="194" y="65"/>
                    </a:cubicBezTo>
                    <a:cubicBezTo>
                      <a:pt x="200" y="38"/>
                      <a:pt x="194" y="16"/>
                      <a:pt x="174" y="0"/>
                    </a:cubicBezTo>
                    <a:cubicBezTo>
                      <a:pt x="164" y="30"/>
                      <a:pt x="159" y="56"/>
                      <a:pt x="163" y="72"/>
                    </a:cubicBezTo>
                    <a:cubicBezTo>
                      <a:pt x="147" y="95"/>
                      <a:pt x="131" y="83"/>
                      <a:pt x="115" y="96"/>
                    </a:cubicBezTo>
                    <a:cubicBezTo>
                      <a:pt x="106" y="104"/>
                      <a:pt x="97" y="117"/>
                      <a:pt x="81" y="133"/>
                    </a:cubicBezTo>
                    <a:cubicBezTo>
                      <a:pt x="68" y="123"/>
                      <a:pt x="71" y="113"/>
                      <a:pt x="91" y="94"/>
                    </a:cubicBezTo>
                    <a:cubicBezTo>
                      <a:pt x="109" y="75"/>
                      <a:pt x="103" y="30"/>
                      <a:pt x="79" y="32"/>
                    </a:cubicBezTo>
                    <a:close/>
                    <a:moveTo>
                      <a:pt x="169" y="162"/>
                    </a:moveTo>
                    <a:cubicBezTo>
                      <a:pt x="176" y="154"/>
                      <a:pt x="187" y="146"/>
                      <a:pt x="200" y="138"/>
                    </a:cubicBezTo>
                    <a:cubicBezTo>
                      <a:pt x="206" y="153"/>
                      <a:pt x="193" y="161"/>
                      <a:pt x="189" y="181"/>
                    </a:cubicBezTo>
                    <a:cubicBezTo>
                      <a:pt x="172" y="175"/>
                      <a:pt x="164" y="171"/>
                      <a:pt x="169" y="1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4" name="iṧlide"/>
            <p:cNvGrpSpPr/>
            <p:nvPr userDrawn="1"/>
          </p:nvGrpSpPr>
          <p:grpSpPr>
            <a:xfrm>
              <a:off x="1681928" y="1301968"/>
              <a:ext cx="1596160" cy="99656"/>
              <a:chOff x="4195410" y="3864490"/>
              <a:chExt cx="5963974" cy="372361"/>
            </a:xfrm>
            <a:solidFill>
              <a:srgbClr val="001736"/>
            </a:solidFill>
          </p:grpSpPr>
          <p:sp>
            <p:nvSpPr>
              <p:cNvPr id="15" name="ïṩ1ïdé"/>
              <p:cNvSpPr/>
              <p:nvPr/>
            </p:nvSpPr>
            <p:spPr bwMode="auto">
              <a:xfrm>
                <a:off x="4195410" y="3864490"/>
                <a:ext cx="4781729" cy="372361"/>
              </a:xfrm>
              <a:custGeom>
                <a:avLst/>
                <a:gdLst>
                  <a:gd name="T0" fmla="*/ 7 w 1484"/>
                  <a:gd name="T1" fmla="*/ 52 h 115"/>
                  <a:gd name="T2" fmla="*/ 74 w 1484"/>
                  <a:gd name="T3" fmla="*/ 26 h 115"/>
                  <a:gd name="T4" fmla="*/ 58 w 1484"/>
                  <a:gd name="T5" fmla="*/ 89 h 115"/>
                  <a:gd name="T6" fmla="*/ 121 w 1484"/>
                  <a:gd name="T7" fmla="*/ 89 h 115"/>
                  <a:gd name="T8" fmla="*/ 174 w 1484"/>
                  <a:gd name="T9" fmla="*/ 85 h 115"/>
                  <a:gd name="T10" fmla="*/ 170 w 1484"/>
                  <a:gd name="T11" fmla="*/ 78 h 115"/>
                  <a:gd name="T12" fmla="*/ 200 w 1484"/>
                  <a:gd name="T13" fmla="*/ 26 h 115"/>
                  <a:gd name="T14" fmla="*/ 223 w 1484"/>
                  <a:gd name="T15" fmla="*/ 78 h 115"/>
                  <a:gd name="T16" fmla="*/ 228 w 1484"/>
                  <a:gd name="T17" fmla="*/ 24 h 115"/>
                  <a:gd name="T18" fmla="*/ 238 w 1484"/>
                  <a:gd name="T19" fmla="*/ 55 h 115"/>
                  <a:gd name="T20" fmla="*/ 254 w 1484"/>
                  <a:gd name="T21" fmla="*/ 14 h 115"/>
                  <a:gd name="T22" fmla="*/ 274 w 1484"/>
                  <a:gd name="T23" fmla="*/ 34 h 115"/>
                  <a:gd name="T24" fmla="*/ 281 w 1484"/>
                  <a:gd name="T25" fmla="*/ 79 h 115"/>
                  <a:gd name="T26" fmla="*/ 306 w 1484"/>
                  <a:gd name="T27" fmla="*/ 62 h 115"/>
                  <a:gd name="T28" fmla="*/ 362 w 1484"/>
                  <a:gd name="T29" fmla="*/ 24 h 115"/>
                  <a:gd name="T30" fmla="*/ 372 w 1484"/>
                  <a:gd name="T31" fmla="*/ 57 h 115"/>
                  <a:gd name="T32" fmla="*/ 394 w 1484"/>
                  <a:gd name="T33" fmla="*/ 2 h 115"/>
                  <a:gd name="T34" fmla="*/ 391 w 1484"/>
                  <a:gd name="T35" fmla="*/ 89 h 115"/>
                  <a:gd name="T36" fmla="*/ 464 w 1484"/>
                  <a:gd name="T37" fmla="*/ 89 h 115"/>
                  <a:gd name="T38" fmla="*/ 492 w 1484"/>
                  <a:gd name="T39" fmla="*/ 58 h 115"/>
                  <a:gd name="T40" fmla="*/ 518 w 1484"/>
                  <a:gd name="T41" fmla="*/ 51 h 115"/>
                  <a:gd name="T42" fmla="*/ 541 w 1484"/>
                  <a:gd name="T43" fmla="*/ 28 h 115"/>
                  <a:gd name="T44" fmla="*/ 558 w 1484"/>
                  <a:gd name="T45" fmla="*/ 66 h 115"/>
                  <a:gd name="T46" fmla="*/ 580 w 1484"/>
                  <a:gd name="T47" fmla="*/ 3 h 115"/>
                  <a:gd name="T48" fmla="*/ 601 w 1484"/>
                  <a:gd name="T49" fmla="*/ 25 h 115"/>
                  <a:gd name="T50" fmla="*/ 619 w 1484"/>
                  <a:gd name="T51" fmla="*/ 57 h 115"/>
                  <a:gd name="T52" fmla="*/ 636 w 1484"/>
                  <a:gd name="T53" fmla="*/ 81 h 115"/>
                  <a:gd name="T54" fmla="*/ 685 w 1484"/>
                  <a:gd name="T55" fmla="*/ 26 h 115"/>
                  <a:gd name="T56" fmla="*/ 669 w 1484"/>
                  <a:gd name="T57" fmla="*/ 89 h 115"/>
                  <a:gd name="T58" fmla="*/ 746 w 1484"/>
                  <a:gd name="T59" fmla="*/ 66 h 115"/>
                  <a:gd name="T60" fmla="*/ 742 w 1484"/>
                  <a:gd name="T61" fmla="*/ 36 h 115"/>
                  <a:gd name="T62" fmla="*/ 794 w 1484"/>
                  <a:gd name="T63" fmla="*/ 80 h 115"/>
                  <a:gd name="T64" fmla="*/ 793 w 1484"/>
                  <a:gd name="T65" fmla="*/ 0 h 115"/>
                  <a:gd name="T66" fmla="*/ 810 w 1484"/>
                  <a:gd name="T67" fmla="*/ 52 h 115"/>
                  <a:gd name="T68" fmla="*/ 827 w 1484"/>
                  <a:gd name="T69" fmla="*/ 82 h 115"/>
                  <a:gd name="T70" fmla="*/ 831 w 1484"/>
                  <a:gd name="T71" fmla="*/ 76 h 115"/>
                  <a:gd name="T72" fmla="*/ 868 w 1484"/>
                  <a:gd name="T73" fmla="*/ 89 h 115"/>
                  <a:gd name="T74" fmla="*/ 911 w 1484"/>
                  <a:gd name="T75" fmla="*/ 60 h 115"/>
                  <a:gd name="T76" fmla="*/ 922 w 1484"/>
                  <a:gd name="T77" fmla="*/ 89 h 115"/>
                  <a:gd name="T78" fmla="*/ 944 w 1484"/>
                  <a:gd name="T79" fmla="*/ 40 h 115"/>
                  <a:gd name="T80" fmla="*/ 961 w 1484"/>
                  <a:gd name="T81" fmla="*/ 57 h 115"/>
                  <a:gd name="T82" fmla="*/ 977 w 1484"/>
                  <a:gd name="T83" fmla="*/ 81 h 115"/>
                  <a:gd name="T84" fmla="*/ 1031 w 1484"/>
                  <a:gd name="T85" fmla="*/ 57 h 115"/>
                  <a:gd name="T86" fmla="*/ 1005 w 1484"/>
                  <a:gd name="T87" fmla="*/ 51 h 115"/>
                  <a:gd name="T88" fmla="*/ 1077 w 1484"/>
                  <a:gd name="T89" fmla="*/ 36 h 115"/>
                  <a:gd name="T90" fmla="*/ 1085 w 1484"/>
                  <a:gd name="T91" fmla="*/ 62 h 115"/>
                  <a:gd name="T92" fmla="*/ 1074 w 1484"/>
                  <a:gd name="T93" fmla="*/ 79 h 115"/>
                  <a:gd name="T94" fmla="*/ 1126 w 1484"/>
                  <a:gd name="T95" fmla="*/ 50 h 115"/>
                  <a:gd name="T96" fmla="*/ 1162 w 1484"/>
                  <a:gd name="T97" fmla="*/ 81 h 115"/>
                  <a:gd name="T98" fmla="*/ 1167 w 1484"/>
                  <a:gd name="T99" fmla="*/ 89 h 115"/>
                  <a:gd name="T100" fmla="*/ 1207 w 1484"/>
                  <a:gd name="T101" fmla="*/ 11 h 115"/>
                  <a:gd name="T102" fmla="*/ 1234 w 1484"/>
                  <a:gd name="T103" fmla="*/ 82 h 115"/>
                  <a:gd name="T104" fmla="*/ 1236 w 1484"/>
                  <a:gd name="T105" fmla="*/ 51 h 115"/>
                  <a:gd name="T106" fmla="*/ 1273 w 1484"/>
                  <a:gd name="T107" fmla="*/ 39 h 115"/>
                  <a:gd name="T108" fmla="*/ 1293 w 1484"/>
                  <a:gd name="T109" fmla="*/ 78 h 115"/>
                  <a:gd name="T110" fmla="*/ 1333 w 1484"/>
                  <a:gd name="T111" fmla="*/ 49 h 115"/>
                  <a:gd name="T112" fmla="*/ 1368 w 1484"/>
                  <a:gd name="T113" fmla="*/ 24 h 115"/>
                  <a:gd name="T114" fmla="*/ 1358 w 1484"/>
                  <a:gd name="T115" fmla="*/ 54 h 115"/>
                  <a:gd name="T116" fmla="*/ 1391 w 1484"/>
                  <a:gd name="T117" fmla="*/ 57 h 115"/>
                  <a:gd name="T118" fmla="*/ 1440 w 1484"/>
                  <a:gd name="T119" fmla="*/ 1 h 115"/>
                  <a:gd name="T120" fmla="*/ 1451 w 1484"/>
                  <a:gd name="T121" fmla="*/ 57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84" h="115">
                    <a:moveTo>
                      <a:pt x="32" y="1"/>
                    </a:moveTo>
                    <a:cubicBezTo>
                      <a:pt x="38" y="1"/>
                      <a:pt x="38" y="1"/>
                      <a:pt x="38" y="1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61"/>
                      <a:pt x="38" y="68"/>
                      <a:pt x="36" y="73"/>
                    </a:cubicBezTo>
                    <a:cubicBezTo>
                      <a:pt x="35" y="78"/>
                      <a:pt x="33" y="82"/>
                      <a:pt x="31" y="86"/>
                    </a:cubicBezTo>
                    <a:cubicBezTo>
                      <a:pt x="28" y="89"/>
                      <a:pt x="24" y="90"/>
                      <a:pt x="19" y="90"/>
                    </a:cubicBezTo>
                    <a:cubicBezTo>
                      <a:pt x="15" y="90"/>
                      <a:pt x="11" y="89"/>
                      <a:pt x="8" y="86"/>
                    </a:cubicBezTo>
                    <a:cubicBezTo>
                      <a:pt x="5" y="83"/>
                      <a:pt x="3" y="79"/>
                      <a:pt x="2" y="74"/>
                    </a:cubicBezTo>
                    <a:cubicBezTo>
                      <a:pt x="1" y="68"/>
                      <a:pt x="0" y="61"/>
                      <a:pt x="0" y="5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7" y="59"/>
                      <a:pt x="7" y="65"/>
                      <a:pt x="8" y="69"/>
                    </a:cubicBezTo>
                    <a:cubicBezTo>
                      <a:pt x="8" y="72"/>
                      <a:pt x="10" y="75"/>
                      <a:pt x="12" y="77"/>
                    </a:cubicBezTo>
                    <a:cubicBezTo>
                      <a:pt x="14" y="79"/>
                      <a:pt x="16" y="80"/>
                      <a:pt x="19" y="80"/>
                    </a:cubicBezTo>
                    <a:cubicBezTo>
                      <a:pt x="23" y="80"/>
                      <a:pt x="27" y="78"/>
                      <a:pt x="29" y="74"/>
                    </a:cubicBezTo>
                    <a:cubicBezTo>
                      <a:pt x="31" y="70"/>
                      <a:pt x="32" y="63"/>
                      <a:pt x="32" y="52"/>
                    </a:cubicBezTo>
                    <a:cubicBezTo>
                      <a:pt x="32" y="1"/>
                      <a:pt x="32" y="1"/>
                      <a:pt x="32" y="1"/>
                    </a:cubicBezTo>
                    <a:close/>
                    <a:moveTo>
                      <a:pt x="52" y="89"/>
                    </a:moveTo>
                    <a:cubicBezTo>
                      <a:pt x="52" y="25"/>
                      <a:pt x="52" y="25"/>
                      <a:pt x="52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7" y="34"/>
                      <a:pt x="57" y="34"/>
                      <a:pt x="57" y="34"/>
                    </a:cubicBezTo>
                    <a:cubicBezTo>
                      <a:pt x="60" y="27"/>
                      <a:pt x="63" y="24"/>
                      <a:pt x="68" y="24"/>
                    </a:cubicBezTo>
                    <a:cubicBezTo>
                      <a:pt x="70" y="24"/>
                      <a:pt x="72" y="25"/>
                      <a:pt x="74" y="26"/>
                    </a:cubicBezTo>
                    <a:cubicBezTo>
                      <a:pt x="76" y="27"/>
                      <a:pt x="77" y="29"/>
                      <a:pt x="78" y="31"/>
                    </a:cubicBezTo>
                    <a:cubicBezTo>
                      <a:pt x="79" y="34"/>
                      <a:pt x="79" y="36"/>
                      <a:pt x="80" y="39"/>
                    </a:cubicBezTo>
                    <a:cubicBezTo>
                      <a:pt x="80" y="41"/>
                      <a:pt x="80" y="45"/>
                      <a:pt x="80" y="50"/>
                    </a:cubicBezTo>
                    <a:cubicBezTo>
                      <a:pt x="80" y="89"/>
                      <a:pt x="80" y="89"/>
                      <a:pt x="80" y="89"/>
                    </a:cubicBezTo>
                    <a:cubicBezTo>
                      <a:pt x="74" y="89"/>
                      <a:pt x="74" y="89"/>
                      <a:pt x="74" y="89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46"/>
                      <a:pt x="74" y="43"/>
                      <a:pt x="74" y="40"/>
                    </a:cubicBezTo>
                    <a:cubicBezTo>
                      <a:pt x="73" y="38"/>
                      <a:pt x="72" y="36"/>
                      <a:pt x="71" y="35"/>
                    </a:cubicBezTo>
                    <a:cubicBezTo>
                      <a:pt x="70" y="34"/>
                      <a:pt x="69" y="33"/>
                      <a:pt x="67" y="33"/>
                    </a:cubicBezTo>
                    <a:cubicBezTo>
                      <a:pt x="64" y="33"/>
                      <a:pt x="62" y="35"/>
                      <a:pt x="60" y="38"/>
                    </a:cubicBezTo>
                    <a:cubicBezTo>
                      <a:pt x="59" y="40"/>
                      <a:pt x="58" y="46"/>
                      <a:pt x="58" y="54"/>
                    </a:cubicBezTo>
                    <a:cubicBezTo>
                      <a:pt x="58" y="89"/>
                      <a:pt x="58" y="89"/>
                      <a:pt x="58" y="89"/>
                    </a:cubicBezTo>
                    <a:cubicBezTo>
                      <a:pt x="52" y="89"/>
                      <a:pt x="52" y="89"/>
                      <a:pt x="52" y="89"/>
                    </a:cubicBezTo>
                    <a:close/>
                    <a:moveTo>
                      <a:pt x="93" y="14"/>
                    </a:moveTo>
                    <a:cubicBezTo>
                      <a:pt x="93" y="1"/>
                      <a:pt x="93" y="1"/>
                      <a:pt x="93" y="1"/>
                    </a:cubicBezTo>
                    <a:cubicBezTo>
                      <a:pt x="99" y="1"/>
                      <a:pt x="99" y="1"/>
                      <a:pt x="99" y="1"/>
                    </a:cubicBezTo>
                    <a:cubicBezTo>
                      <a:pt x="99" y="14"/>
                      <a:pt x="99" y="14"/>
                      <a:pt x="99" y="14"/>
                    </a:cubicBezTo>
                    <a:cubicBezTo>
                      <a:pt x="93" y="14"/>
                      <a:pt x="93" y="14"/>
                      <a:pt x="93" y="14"/>
                    </a:cubicBezTo>
                    <a:close/>
                    <a:moveTo>
                      <a:pt x="93" y="89"/>
                    </a:moveTo>
                    <a:cubicBezTo>
                      <a:pt x="93" y="25"/>
                      <a:pt x="93" y="25"/>
                      <a:pt x="93" y="25"/>
                    </a:cubicBezTo>
                    <a:cubicBezTo>
                      <a:pt x="99" y="25"/>
                      <a:pt x="99" y="25"/>
                      <a:pt x="99" y="25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93" y="89"/>
                      <a:pt x="93" y="89"/>
                      <a:pt x="93" y="89"/>
                    </a:cubicBezTo>
                    <a:close/>
                    <a:moveTo>
                      <a:pt x="121" y="89"/>
                    </a:moveTo>
                    <a:cubicBezTo>
                      <a:pt x="108" y="25"/>
                      <a:pt x="108" y="25"/>
                      <a:pt x="108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122" y="63"/>
                      <a:pt x="122" y="63"/>
                      <a:pt x="122" y="63"/>
                    </a:cubicBezTo>
                    <a:cubicBezTo>
                      <a:pt x="123" y="68"/>
                      <a:pt x="123" y="72"/>
                      <a:pt x="124" y="76"/>
                    </a:cubicBezTo>
                    <a:cubicBezTo>
                      <a:pt x="125" y="73"/>
                      <a:pt x="125" y="69"/>
                      <a:pt x="126" y="6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40" y="25"/>
                      <a:pt x="140" y="25"/>
                      <a:pt x="140" y="25"/>
                    </a:cubicBezTo>
                    <a:cubicBezTo>
                      <a:pt x="127" y="89"/>
                      <a:pt x="127" y="89"/>
                      <a:pt x="127" y="89"/>
                    </a:cubicBezTo>
                    <a:cubicBezTo>
                      <a:pt x="121" y="89"/>
                      <a:pt x="121" y="89"/>
                      <a:pt x="121" y="89"/>
                    </a:cubicBezTo>
                    <a:close/>
                    <a:moveTo>
                      <a:pt x="173" y="68"/>
                    </a:moveTo>
                    <a:cubicBezTo>
                      <a:pt x="179" y="70"/>
                      <a:pt x="179" y="70"/>
                      <a:pt x="179" y="70"/>
                    </a:cubicBezTo>
                    <a:cubicBezTo>
                      <a:pt x="178" y="76"/>
                      <a:pt x="177" y="81"/>
                      <a:pt x="174" y="85"/>
                    </a:cubicBezTo>
                    <a:cubicBezTo>
                      <a:pt x="171" y="89"/>
                      <a:pt x="168" y="90"/>
                      <a:pt x="164" y="90"/>
                    </a:cubicBezTo>
                    <a:cubicBezTo>
                      <a:pt x="159" y="90"/>
                      <a:pt x="155" y="87"/>
                      <a:pt x="152" y="82"/>
                    </a:cubicBezTo>
                    <a:cubicBezTo>
                      <a:pt x="149" y="76"/>
                      <a:pt x="147" y="68"/>
                      <a:pt x="147" y="58"/>
                    </a:cubicBezTo>
                    <a:cubicBezTo>
                      <a:pt x="147" y="47"/>
                      <a:pt x="149" y="39"/>
                      <a:pt x="152" y="33"/>
                    </a:cubicBezTo>
                    <a:cubicBezTo>
                      <a:pt x="155" y="27"/>
                      <a:pt x="159" y="24"/>
                      <a:pt x="164" y="24"/>
                    </a:cubicBezTo>
                    <a:cubicBezTo>
                      <a:pt x="168" y="24"/>
                      <a:pt x="172" y="27"/>
                      <a:pt x="175" y="33"/>
                    </a:cubicBezTo>
                    <a:cubicBezTo>
                      <a:pt x="178" y="38"/>
                      <a:pt x="180" y="46"/>
                      <a:pt x="180" y="57"/>
                    </a:cubicBezTo>
                    <a:cubicBezTo>
                      <a:pt x="180" y="58"/>
                      <a:pt x="180" y="59"/>
                      <a:pt x="179" y="60"/>
                    </a:cubicBezTo>
                    <a:cubicBezTo>
                      <a:pt x="153" y="60"/>
                      <a:pt x="153" y="60"/>
                      <a:pt x="153" y="60"/>
                    </a:cubicBezTo>
                    <a:cubicBezTo>
                      <a:pt x="154" y="67"/>
                      <a:pt x="155" y="72"/>
                      <a:pt x="157" y="76"/>
                    </a:cubicBezTo>
                    <a:cubicBezTo>
                      <a:pt x="159" y="80"/>
                      <a:pt x="161" y="81"/>
                      <a:pt x="164" y="81"/>
                    </a:cubicBezTo>
                    <a:cubicBezTo>
                      <a:pt x="166" y="81"/>
                      <a:pt x="168" y="80"/>
                      <a:pt x="170" y="78"/>
                    </a:cubicBezTo>
                    <a:cubicBezTo>
                      <a:pt x="171" y="76"/>
                      <a:pt x="172" y="73"/>
                      <a:pt x="173" y="68"/>
                    </a:cubicBezTo>
                    <a:close/>
                    <a:moveTo>
                      <a:pt x="154" y="51"/>
                    </a:moveTo>
                    <a:cubicBezTo>
                      <a:pt x="173" y="51"/>
                      <a:pt x="173" y="51"/>
                      <a:pt x="173" y="51"/>
                    </a:cubicBezTo>
                    <a:cubicBezTo>
                      <a:pt x="173" y="46"/>
                      <a:pt x="172" y="42"/>
                      <a:pt x="171" y="39"/>
                    </a:cubicBezTo>
                    <a:cubicBezTo>
                      <a:pt x="169" y="35"/>
                      <a:pt x="167" y="33"/>
                      <a:pt x="164" y="33"/>
                    </a:cubicBezTo>
                    <a:cubicBezTo>
                      <a:pt x="161" y="33"/>
                      <a:pt x="159" y="34"/>
                      <a:pt x="157" y="38"/>
                    </a:cubicBezTo>
                    <a:cubicBezTo>
                      <a:pt x="155" y="41"/>
                      <a:pt x="154" y="45"/>
                      <a:pt x="154" y="51"/>
                    </a:cubicBezTo>
                    <a:close/>
                    <a:moveTo>
                      <a:pt x="190" y="89"/>
                    </a:moveTo>
                    <a:cubicBezTo>
                      <a:pt x="190" y="25"/>
                      <a:pt x="190" y="25"/>
                      <a:pt x="190" y="25"/>
                    </a:cubicBezTo>
                    <a:cubicBezTo>
                      <a:pt x="196" y="25"/>
                      <a:pt x="196" y="25"/>
                      <a:pt x="196" y="25"/>
                    </a:cubicBezTo>
                    <a:cubicBezTo>
                      <a:pt x="196" y="35"/>
                      <a:pt x="196" y="35"/>
                      <a:pt x="196" y="35"/>
                    </a:cubicBezTo>
                    <a:cubicBezTo>
                      <a:pt x="197" y="30"/>
                      <a:pt x="198" y="27"/>
                      <a:pt x="200" y="26"/>
                    </a:cubicBezTo>
                    <a:cubicBezTo>
                      <a:pt x="201" y="25"/>
                      <a:pt x="202" y="24"/>
                      <a:pt x="203" y="24"/>
                    </a:cubicBezTo>
                    <a:cubicBezTo>
                      <a:pt x="205" y="24"/>
                      <a:pt x="207" y="25"/>
                      <a:pt x="209" y="27"/>
                    </a:cubicBezTo>
                    <a:cubicBezTo>
                      <a:pt x="207" y="37"/>
                      <a:pt x="207" y="37"/>
                      <a:pt x="207" y="37"/>
                    </a:cubicBezTo>
                    <a:cubicBezTo>
                      <a:pt x="206" y="36"/>
                      <a:pt x="205" y="35"/>
                      <a:pt x="203" y="35"/>
                    </a:cubicBezTo>
                    <a:cubicBezTo>
                      <a:pt x="202" y="35"/>
                      <a:pt x="201" y="36"/>
                      <a:pt x="200" y="37"/>
                    </a:cubicBezTo>
                    <a:cubicBezTo>
                      <a:pt x="199" y="39"/>
                      <a:pt x="198" y="41"/>
                      <a:pt x="197" y="43"/>
                    </a:cubicBezTo>
                    <a:cubicBezTo>
                      <a:pt x="197" y="47"/>
                      <a:pt x="196" y="51"/>
                      <a:pt x="196" y="56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190" y="89"/>
                      <a:pt x="190" y="89"/>
                      <a:pt x="190" y="89"/>
                    </a:cubicBezTo>
                    <a:close/>
                    <a:moveTo>
                      <a:pt x="214" y="70"/>
                    </a:moveTo>
                    <a:cubicBezTo>
                      <a:pt x="220" y="68"/>
                      <a:pt x="220" y="68"/>
                      <a:pt x="220" y="68"/>
                    </a:cubicBezTo>
                    <a:cubicBezTo>
                      <a:pt x="221" y="73"/>
                      <a:pt x="221" y="76"/>
                      <a:pt x="223" y="78"/>
                    </a:cubicBezTo>
                    <a:cubicBezTo>
                      <a:pt x="224" y="80"/>
                      <a:pt x="227" y="81"/>
                      <a:pt x="229" y="81"/>
                    </a:cubicBezTo>
                    <a:cubicBezTo>
                      <a:pt x="232" y="81"/>
                      <a:pt x="234" y="80"/>
                      <a:pt x="235" y="78"/>
                    </a:cubicBezTo>
                    <a:cubicBezTo>
                      <a:pt x="237" y="76"/>
                      <a:pt x="237" y="74"/>
                      <a:pt x="237" y="71"/>
                    </a:cubicBezTo>
                    <a:cubicBezTo>
                      <a:pt x="237" y="69"/>
                      <a:pt x="237" y="67"/>
                      <a:pt x="236" y="66"/>
                    </a:cubicBezTo>
                    <a:cubicBezTo>
                      <a:pt x="235" y="65"/>
                      <a:pt x="233" y="63"/>
                      <a:pt x="230" y="62"/>
                    </a:cubicBezTo>
                    <a:cubicBezTo>
                      <a:pt x="225" y="60"/>
                      <a:pt x="222" y="58"/>
                      <a:pt x="220" y="57"/>
                    </a:cubicBezTo>
                    <a:cubicBezTo>
                      <a:pt x="219" y="55"/>
                      <a:pt x="218" y="53"/>
                      <a:pt x="217" y="51"/>
                    </a:cubicBezTo>
                    <a:cubicBezTo>
                      <a:pt x="216" y="48"/>
                      <a:pt x="215" y="45"/>
                      <a:pt x="215" y="42"/>
                    </a:cubicBezTo>
                    <a:cubicBezTo>
                      <a:pt x="215" y="39"/>
                      <a:pt x="216" y="37"/>
                      <a:pt x="216" y="34"/>
                    </a:cubicBezTo>
                    <a:cubicBezTo>
                      <a:pt x="217" y="32"/>
                      <a:pt x="218" y="30"/>
                      <a:pt x="219" y="28"/>
                    </a:cubicBezTo>
                    <a:cubicBezTo>
                      <a:pt x="220" y="27"/>
                      <a:pt x="222" y="26"/>
                      <a:pt x="223" y="25"/>
                    </a:cubicBezTo>
                    <a:cubicBezTo>
                      <a:pt x="225" y="24"/>
                      <a:pt x="226" y="24"/>
                      <a:pt x="228" y="24"/>
                    </a:cubicBezTo>
                    <a:cubicBezTo>
                      <a:pt x="231" y="24"/>
                      <a:pt x="233" y="25"/>
                      <a:pt x="235" y="26"/>
                    </a:cubicBezTo>
                    <a:cubicBezTo>
                      <a:pt x="238" y="27"/>
                      <a:pt x="239" y="29"/>
                      <a:pt x="240" y="32"/>
                    </a:cubicBezTo>
                    <a:cubicBezTo>
                      <a:pt x="241" y="34"/>
                      <a:pt x="242" y="38"/>
                      <a:pt x="242" y="42"/>
                    </a:cubicBezTo>
                    <a:cubicBezTo>
                      <a:pt x="236" y="43"/>
                      <a:pt x="236" y="43"/>
                      <a:pt x="236" y="43"/>
                    </a:cubicBezTo>
                    <a:cubicBezTo>
                      <a:pt x="236" y="40"/>
                      <a:pt x="235" y="37"/>
                      <a:pt x="234" y="35"/>
                    </a:cubicBezTo>
                    <a:cubicBezTo>
                      <a:pt x="233" y="34"/>
                      <a:pt x="231" y="33"/>
                      <a:pt x="229" y="33"/>
                    </a:cubicBezTo>
                    <a:cubicBezTo>
                      <a:pt x="226" y="33"/>
                      <a:pt x="224" y="34"/>
                      <a:pt x="223" y="35"/>
                    </a:cubicBezTo>
                    <a:cubicBezTo>
                      <a:pt x="222" y="37"/>
                      <a:pt x="221" y="39"/>
                      <a:pt x="221" y="41"/>
                    </a:cubicBezTo>
                    <a:cubicBezTo>
                      <a:pt x="221" y="42"/>
                      <a:pt x="221" y="44"/>
                      <a:pt x="222" y="45"/>
                    </a:cubicBezTo>
                    <a:cubicBezTo>
                      <a:pt x="222" y="46"/>
                      <a:pt x="223" y="47"/>
                      <a:pt x="224" y="48"/>
                    </a:cubicBezTo>
                    <a:cubicBezTo>
                      <a:pt x="225" y="48"/>
                      <a:pt x="226" y="49"/>
                      <a:pt x="229" y="50"/>
                    </a:cubicBezTo>
                    <a:cubicBezTo>
                      <a:pt x="234" y="52"/>
                      <a:pt x="236" y="54"/>
                      <a:pt x="238" y="55"/>
                    </a:cubicBezTo>
                    <a:cubicBezTo>
                      <a:pt x="240" y="57"/>
                      <a:pt x="241" y="59"/>
                      <a:pt x="242" y="61"/>
                    </a:cubicBezTo>
                    <a:cubicBezTo>
                      <a:pt x="243" y="63"/>
                      <a:pt x="243" y="67"/>
                      <a:pt x="243" y="70"/>
                    </a:cubicBezTo>
                    <a:cubicBezTo>
                      <a:pt x="243" y="74"/>
                      <a:pt x="243" y="77"/>
                      <a:pt x="242" y="80"/>
                    </a:cubicBezTo>
                    <a:cubicBezTo>
                      <a:pt x="241" y="84"/>
                      <a:pt x="239" y="86"/>
                      <a:pt x="237" y="88"/>
                    </a:cubicBezTo>
                    <a:cubicBezTo>
                      <a:pt x="235" y="89"/>
                      <a:pt x="232" y="90"/>
                      <a:pt x="229" y="90"/>
                    </a:cubicBezTo>
                    <a:cubicBezTo>
                      <a:pt x="225" y="90"/>
                      <a:pt x="221" y="89"/>
                      <a:pt x="219" y="85"/>
                    </a:cubicBezTo>
                    <a:cubicBezTo>
                      <a:pt x="217" y="82"/>
                      <a:pt x="215" y="77"/>
                      <a:pt x="214" y="70"/>
                    </a:cubicBezTo>
                    <a:close/>
                    <a:moveTo>
                      <a:pt x="254" y="14"/>
                    </a:moveTo>
                    <a:cubicBezTo>
                      <a:pt x="254" y="1"/>
                      <a:pt x="254" y="1"/>
                      <a:pt x="254" y="1"/>
                    </a:cubicBezTo>
                    <a:cubicBezTo>
                      <a:pt x="260" y="1"/>
                      <a:pt x="260" y="1"/>
                      <a:pt x="260" y="1"/>
                    </a:cubicBezTo>
                    <a:cubicBezTo>
                      <a:pt x="260" y="14"/>
                      <a:pt x="260" y="14"/>
                      <a:pt x="260" y="14"/>
                    </a:cubicBezTo>
                    <a:cubicBezTo>
                      <a:pt x="254" y="14"/>
                      <a:pt x="254" y="14"/>
                      <a:pt x="254" y="14"/>
                    </a:cubicBezTo>
                    <a:close/>
                    <a:moveTo>
                      <a:pt x="254" y="89"/>
                    </a:moveTo>
                    <a:cubicBezTo>
                      <a:pt x="254" y="25"/>
                      <a:pt x="254" y="25"/>
                      <a:pt x="254" y="25"/>
                    </a:cubicBezTo>
                    <a:cubicBezTo>
                      <a:pt x="260" y="25"/>
                      <a:pt x="260" y="25"/>
                      <a:pt x="260" y="25"/>
                    </a:cubicBezTo>
                    <a:cubicBezTo>
                      <a:pt x="260" y="89"/>
                      <a:pt x="260" y="89"/>
                      <a:pt x="260" y="89"/>
                    </a:cubicBezTo>
                    <a:cubicBezTo>
                      <a:pt x="254" y="89"/>
                      <a:pt x="254" y="89"/>
                      <a:pt x="254" y="89"/>
                    </a:cubicBezTo>
                    <a:close/>
                    <a:moveTo>
                      <a:pt x="286" y="79"/>
                    </a:moveTo>
                    <a:cubicBezTo>
                      <a:pt x="287" y="89"/>
                      <a:pt x="287" y="89"/>
                      <a:pt x="287" y="89"/>
                    </a:cubicBezTo>
                    <a:cubicBezTo>
                      <a:pt x="285" y="89"/>
                      <a:pt x="284" y="90"/>
                      <a:pt x="282" y="90"/>
                    </a:cubicBezTo>
                    <a:cubicBezTo>
                      <a:pt x="280" y="90"/>
                      <a:pt x="278" y="89"/>
                      <a:pt x="277" y="88"/>
                    </a:cubicBezTo>
                    <a:cubicBezTo>
                      <a:pt x="276" y="87"/>
                      <a:pt x="275" y="85"/>
                      <a:pt x="275" y="83"/>
                    </a:cubicBezTo>
                    <a:cubicBezTo>
                      <a:pt x="274" y="81"/>
                      <a:pt x="274" y="77"/>
                      <a:pt x="274" y="70"/>
                    </a:cubicBezTo>
                    <a:cubicBezTo>
                      <a:pt x="274" y="34"/>
                      <a:pt x="274" y="34"/>
                      <a:pt x="274" y="34"/>
                    </a:cubicBezTo>
                    <a:cubicBezTo>
                      <a:pt x="270" y="34"/>
                      <a:pt x="270" y="34"/>
                      <a:pt x="270" y="34"/>
                    </a:cubicBezTo>
                    <a:cubicBezTo>
                      <a:pt x="270" y="25"/>
                      <a:pt x="270" y="25"/>
                      <a:pt x="270" y="25"/>
                    </a:cubicBezTo>
                    <a:cubicBezTo>
                      <a:pt x="274" y="25"/>
                      <a:pt x="274" y="25"/>
                      <a:pt x="274" y="25"/>
                    </a:cubicBezTo>
                    <a:cubicBezTo>
                      <a:pt x="274" y="10"/>
                      <a:pt x="274" y="10"/>
                      <a:pt x="274" y="10"/>
                    </a:cubicBezTo>
                    <a:cubicBezTo>
                      <a:pt x="280" y="3"/>
                      <a:pt x="280" y="3"/>
                      <a:pt x="280" y="3"/>
                    </a:cubicBezTo>
                    <a:cubicBezTo>
                      <a:pt x="280" y="25"/>
                      <a:pt x="280" y="25"/>
                      <a:pt x="280" y="25"/>
                    </a:cubicBezTo>
                    <a:cubicBezTo>
                      <a:pt x="286" y="25"/>
                      <a:pt x="286" y="25"/>
                      <a:pt x="286" y="25"/>
                    </a:cubicBezTo>
                    <a:cubicBezTo>
                      <a:pt x="286" y="34"/>
                      <a:pt x="286" y="34"/>
                      <a:pt x="286" y="34"/>
                    </a:cubicBezTo>
                    <a:cubicBezTo>
                      <a:pt x="280" y="34"/>
                      <a:pt x="280" y="34"/>
                      <a:pt x="280" y="34"/>
                    </a:cubicBezTo>
                    <a:cubicBezTo>
                      <a:pt x="280" y="71"/>
                      <a:pt x="280" y="71"/>
                      <a:pt x="280" y="71"/>
                    </a:cubicBezTo>
                    <a:cubicBezTo>
                      <a:pt x="280" y="74"/>
                      <a:pt x="280" y="76"/>
                      <a:pt x="280" y="77"/>
                    </a:cubicBezTo>
                    <a:cubicBezTo>
                      <a:pt x="280" y="78"/>
                      <a:pt x="281" y="78"/>
                      <a:pt x="281" y="79"/>
                    </a:cubicBezTo>
                    <a:cubicBezTo>
                      <a:pt x="282" y="79"/>
                      <a:pt x="282" y="80"/>
                      <a:pt x="283" y="80"/>
                    </a:cubicBezTo>
                    <a:cubicBezTo>
                      <a:pt x="284" y="80"/>
                      <a:pt x="285" y="80"/>
                      <a:pt x="286" y="79"/>
                    </a:cubicBezTo>
                    <a:close/>
                    <a:moveTo>
                      <a:pt x="295" y="113"/>
                    </a:moveTo>
                    <a:cubicBezTo>
                      <a:pt x="295" y="103"/>
                      <a:pt x="295" y="103"/>
                      <a:pt x="295" y="103"/>
                    </a:cubicBezTo>
                    <a:cubicBezTo>
                      <a:pt x="296" y="104"/>
                      <a:pt x="297" y="104"/>
                      <a:pt x="298" y="104"/>
                    </a:cubicBezTo>
                    <a:cubicBezTo>
                      <a:pt x="299" y="104"/>
                      <a:pt x="300" y="104"/>
                      <a:pt x="301" y="103"/>
                    </a:cubicBezTo>
                    <a:cubicBezTo>
                      <a:pt x="302" y="102"/>
                      <a:pt x="303" y="101"/>
                      <a:pt x="303" y="100"/>
                    </a:cubicBezTo>
                    <a:cubicBezTo>
                      <a:pt x="303" y="99"/>
                      <a:pt x="304" y="96"/>
                      <a:pt x="305" y="92"/>
                    </a:cubicBezTo>
                    <a:cubicBezTo>
                      <a:pt x="305" y="91"/>
                      <a:pt x="305" y="90"/>
                      <a:pt x="305" y="89"/>
                    </a:cubicBezTo>
                    <a:cubicBezTo>
                      <a:pt x="292" y="25"/>
                      <a:pt x="292" y="25"/>
                      <a:pt x="292" y="25"/>
                    </a:cubicBezTo>
                    <a:cubicBezTo>
                      <a:pt x="298" y="25"/>
                      <a:pt x="298" y="25"/>
                      <a:pt x="298" y="25"/>
                    </a:cubicBezTo>
                    <a:cubicBezTo>
                      <a:pt x="306" y="62"/>
                      <a:pt x="306" y="62"/>
                      <a:pt x="306" y="62"/>
                    </a:cubicBezTo>
                    <a:cubicBezTo>
                      <a:pt x="307" y="67"/>
                      <a:pt x="308" y="72"/>
                      <a:pt x="308" y="77"/>
                    </a:cubicBezTo>
                    <a:cubicBezTo>
                      <a:pt x="309" y="72"/>
                      <a:pt x="310" y="67"/>
                      <a:pt x="311" y="62"/>
                    </a:cubicBezTo>
                    <a:cubicBezTo>
                      <a:pt x="318" y="25"/>
                      <a:pt x="318" y="25"/>
                      <a:pt x="318" y="25"/>
                    </a:cubicBezTo>
                    <a:cubicBezTo>
                      <a:pt x="324" y="25"/>
                      <a:pt x="324" y="25"/>
                      <a:pt x="324" y="25"/>
                    </a:cubicBezTo>
                    <a:cubicBezTo>
                      <a:pt x="311" y="90"/>
                      <a:pt x="311" y="90"/>
                      <a:pt x="311" y="90"/>
                    </a:cubicBezTo>
                    <a:cubicBezTo>
                      <a:pt x="309" y="97"/>
                      <a:pt x="308" y="102"/>
                      <a:pt x="308" y="104"/>
                    </a:cubicBezTo>
                    <a:cubicBezTo>
                      <a:pt x="306" y="108"/>
                      <a:pt x="305" y="111"/>
                      <a:pt x="304" y="112"/>
                    </a:cubicBezTo>
                    <a:cubicBezTo>
                      <a:pt x="303" y="114"/>
                      <a:pt x="301" y="115"/>
                      <a:pt x="299" y="115"/>
                    </a:cubicBezTo>
                    <a:cubicBezTo>
                      <a:pt x="298" y="115"/>
                      <a:pt x="297" y="114"/>
                      <a:pt x="295" y="113"/>
                    </a:cubicBezTo>
                    <a:close/>
                    <a:moveTo>
                      <a:pt x="346" y="57"/>
                    </a:moveTo>
                    <a:cubicBezTo>
                      <a:pt x="346" y="45"/>
                      <a:pt x="348" y="37"/>
                      <a:pt x="351" y="31"/>
                    </a:cubicBezTo>
                    <a:cubicBezTo>
                      <a:pt x="354" y="26"/>
                      <a:pt x="358" y="24"/>
                      <a:pt x="362" y="24"/>
                    </a:cubicBezTo>
                    <a:cubicBezTo>
                      <a:pt x="367" y="24"/>
                      <a:pt x="371" y="27"/>
                      <a:pt x="374" y="32"/>
                    </a:cubicBezTo>
                    <a:cubicBezTo>
                      <a:pt x="377" y="38"/>
                      <a:pt x="379" y="46"/>
                      <a:pt x="379" y="56"/>
                    </a:cubicBezTo>
                    <a:cubicBezTo>
                      <a:pt x="379" y="64"/>
                      <a:pt x="378" y="71"/>
                      <a:pt x="376" y="76"/>
                    </a:cubicBezTo>
                    <a:cubicBezTo>
                      <a:pt x="375" y="80"/>
                      <a:pt x="373" y="84"/>
                      <a:pt x="371" y="86"/>
                    </a:cubicBezTo>
                    <a:cubicBezTo>
                      <a:pt x="368" y="89"/>
                      <a:pt x="365" y="90"/>
                      <a:pt x="362" y="90"/>
                    </a:cubicBezTo>
                    <a:cubicBezTo>
                      <a:pt x="357" y="90"/>
                      <a:pt x="353" y="87"/>
                      <a:pt x="350" y="82"/>
                    </a:cubicBezTo>
                    <a:cubicBezTo>
                      <a:pt x="347" y="76"/>
                      <a:pt x="346" y="68"/>
                      <a:pt x="346" y="57"/>
                    </a:cubicBezTo>
                    <a:close/>
                    <a:moveTo>
                      <a:pt x="352" y="57"/>
                    </a:moveTo>
                    <a:cubicBezTo>
                      <a:pt x="352" y="65"/>
                      <a:pt x="353" y="71"/>
                      <a:pt x="355" y="75"/>
                    </a:cubicBezTo>
                    <a:cubicBezTo>
                      <a:pt x="357" y="79"/>
                      <a:pt x="359" y="81"/>
                      <a:pt x="362" y="81"/>
                    </a:cubicBezTo>
                    <a:cubicBezTo>
                      <a:pt x="365" y="81"/>
                      <a:pt x="368" y="79"/>
                      <a:pt x="369" y="75"/>
                    </a:cubicBezTo>
                    <a:cubicBezTo>
                      <a:pt x="371" y="71"/>
                      <a:pt x="372" y="65"/>
                      <a:pt x="372" y="57"/>
                    </a:cubicBezTo>
                    <a:cubicBezTo>
                      <a:pt x="372" y="49"/>
                      <a:pt x="371" y="43"/>
                      <a:pt x="369" y="39"/>
                    </a:cubicBezTo>
                    <a:cubicBezTo>
                      <a:pt x="368" y="35"/>
                      <a:pt x="365" y="33"/>
                      <a:pt x="362" y="33"/>
                    </a:cubicBezTo>
                    <a:cubicBezTo>
                      <a:pt x="359" y="33"/>
                      <a:pt x="357" y="35"/>
                      <a:pt x="355" y="39"/>
                    </a:cubicBezTo>
                    <a:cubicBezTo>
                      <a:pt x="353" y="43"/>
                      <a:pt x="352" y="49"/>
                      <a:pt x="352" y="57"/>
                    </a:cubicBezTo>
                    <a:close/>
                    <a:moveTo>
                      <a:pt x="391" y="89"/>
                    </a:moveTo>
                    <a:cubicBezTo>
                      <a:pt x="391" y="34"/>
                      <a:pt x="391" y="34"/>
                      <a:pt x="391" y="34"/>
                    </a:cubicBezTo>
                    <a:cubicBezTo>
                      <a:pt x="385" y="34"/>
                      <a:pt x="385" y="34"/>
                      <a:pt x="385" y="34"/>
                    </a:cubicBezTo>
                    <a:cubicBezTo>
                      <a:pt x="385" y="25"/>
                      <a:pt x="385" y="25"/>
                      <a:pt x="385" y="25"/>
                    </a:cubicBezTo>
                    <a:cubicBezTo>
                      <a:pt x="391" y="25"/>
                      <a:pt x="391" y="25"/>
                      <a:pt x="391" y="25"/>
                    </a:cubicBezTo>
                    <a:cubicBezTo>
                      <a:pt x="391" y="19"/>
                      <a:pt x="391" y="19"/>
                      <a:pt x="391" y="19"/>
                    </a:cubicBezTo>
                    <a:cubicBezTo>
                      <a:pt x="391" y="14"/>
                      <a:pt x="391" y="11"/>
                      <a:pt x="391" y="9"/>
                    </a:cubicBezTo>
                    <a:cubicBezTo>
                      <a:pt x="392" y="6"/>
                      <a:pt x="393" y="4"/>
                      <a:pt x="394" y="2"/>
                    </a:cubicBezTo>
                    <a:cubicBezTo>
                      <a:pt x="396" y="0"/>
                      <a:pt x="398" y="0"/>
                      <a:pt x="400" y="0"/>
                    </a:cubicBezTo>
                    <a:cubicBezTo>
                      <a:pt x="402" y="0"/>
                      <a:pt x="404" y="0"/>
                      <a:pt x="406" y="1"/>
                    </a:cubicBezTo>
                    <a:cubicBezTo>
                      <a:pt x="405" y="10"/>
                      <a:pt x="405" y="10"/>
                      <a:pt x="405" y="10"/>
                    </a:cubicBezTo>
                    <a:cubicBezTo>
                      <a:pt x="404" y="10"/>
                      <a:pt x="403" y="9"/>
                      <a:pt x="401" y="9"/>
                    </a:cubicBezTo>
                    <a:cubicBezTo>
                      <a:pt x="400" y="9"/>
                      <a:pt x="398" y="10"/>
                      <a:pt x="398" y="12"/>
                    </a:cubicBezTo>
                    <a:cubicBezTo>
                      <a:pt x="397" y="13"/>
                      <a:pt x="397" y="16"/>
                      <a:pt x="397" y="19"/>
                    </a:cubicBezTo>
                    <a:cubicBezTo>
                      <a:pt x="397" y="25"/>
                      <a:pt x="397" y="25"/>
                      <a:pt x="397" y="25"/>
                    </a:cubicBezTo>
                    <a:cubicBezTo>
                      <a:pt x="403" y="25"/>
                      <a:pt x="403" y="25"/>
                      <a:pt x="403" y="25"/>
                    </a:cubicBezTo>
                    <a:cubicBezTo>
                      <a:pt x="403" y="34"/>
                      <a:pt x="403" y="34"/>
                      <a:pt x="403" y="34"/>
                    </a:cubicBezTo>
                    <a:cubicBezTo>
                      <a:pt x="397" y="34"/>
                      <a:pt x="397" y="34"/>
                      <a:pt x="397" y="34"/>
                    </a:cubicBezTo>
                    <a:cubicBezTo>
                      <a:pt x="397" y="89"/>
                      <a:pt x="397" y="89"/>
                      <a:pt x="397" y="89"/>
                    </a:cubicBezTo>
                    <a:cubicBezTo>
                      <a:pt x="391" y="89"/>
                      <a:pt x="391" y="89"/>
                      <a:pt x="391" y="89"/>
                    </a:cubicBezTo>
                    <a:close/>
                    <a:moveTo>
                      <a:pt x="428" y="89"/>
                    </a:moveTo>
                    <a:cubicBezTo>
                      <a:pt x="428" y="1"/>
                      <a:pt x="428" y="1"/>
                      <a:pt x="428" y="1"/>
                    </a:cubicBezTo>
                    <a:cubicBezTo>
                      <a:pt x="463" y="1"/>
                      <a:pt x="463" y="1"/>
                      <a:pt x="463" y="1"/>
                    </a:cubicBezTo>
                    <a:cubicBezTo>
                      <a:pt x="463" y="11"/>
                      <a:pt x="463" y="11"/>
                      <a:pt x="463" y="11"/>
                    </a:cubicBezTo>
                    <a:cubicBezTo>
                      <a:pt x="434" y="11"/>
                      <a:pt x="434" y="11"/>
                      <a:pt x="434" y="11"/>
                    </a:cubicBezTo>
                    <a:cubicBezTo>
                      <a:pt x="434" y="38"/>
                      <a:pt x="434" y="38"/>
                      <a:pt x="434" y="38"/>
                    </a:cubicBezTo>
                    <a:cubicBezTo>
                      <a:pt x="461" y="38"/>
                      <a:pt x="461" y="38"/>
                      <a:pt x="461" y="38"/>
                    </a:cubicBezTo>
                    <a:cubicBezTo>
                      <a:pt x="461" y="49"/>
                      <a:pt x="461" y="49"/>
                      <a:pt x="461" y="49"/>
                    </a:cubicBezTo>
                    <a:cubicBezTo>
                      <a:pt x="434" y="49"/>
                      <a:pt x="434" y="49"/>
                      <a:pt x="434" y="49"/>
                    </a:cubicBezTo>
                    <a:cubicBezTo>
                      <a:pt x="434" y="79"/>
                      <a:pt x="434" y="79"/>
                      <a:pt x="434" y="79"/>
                    </a:cubicBezTo>
                    <a:cubicBezTo>
                      <a:pt x="464" y="79"/>
                      <a:pt x="464" y="79"/>
                      <a:pt x="464" y="79"/>
                    </a:cubicBezTo>
                    <a:cubicBezTo>
                      <a:pt x="464" y="89"/>
                      <a:pt x="464" y="89"/>
                      <a:pt x="464" y="89"/>
                    </a:cubicBezTo>
                    <a:cubicBezTo>
                      <a:pt x="428" y="89"/>
                      <a:pt x="428" y="89"/>
                      <a:pt x="428" y="89"/>
                    </a:cubicBezTo>
                    <a:close/>
                    <a:moveTo>
                      <a:pt x="475" y="89"/>
                    </a:moveTo>
                    <a:cubicBezTo>
                      <a:pt x="475" y="1"/>
                      <a:pt x="475" y="1"/>
                      <a:pt x="475" y="1"/>
                    </a:cubicBezTo>
                    <a:cubicBezTo>
                      <a:pt x="481" y="1"/>
                      <a:pt x="481" y="1"/>
                      <a:pt x="481" y="1"/>
                    </a:cubicBezTo>
                    <a:cubicBezTo>
                      <a:pt x="481" y="89"/>
                      <a:pt x="481" y="89"/>
                      <a:pt x="481" y="89"/>
                    </a:cubicBezTo>
                    <a:cubicBezTo>
                      <a:pt x="475" y="89"/>
                      <a:pt x="475" y="89"/>
                      <a:pt x="475" y="89"/>
                    </a:cubicBezTo>
                    <a:close/>
                    <a:moveTo>
                      <a:pt x="518" y="68"/>
                    </a:moveTo>
                    <a:cubicBezTo>
                      <a:pt x="524" y="70"/>
                      <a:pt x="524" y="70"/>
                      <a:pt x="524" y="70"/>
                    </a:cubicBezTo>
                    <a:cubicBezTo>
                      <a:pt x="523" y="76"/>
                      <a:pt x="522" y="81"/>
                      <a:pt x="519" y="85"/>
                    </a:cubicBezTo>
                    <a:cubicBezTo>
                      <a:pt x="516" y="89"/>
                      <a:pt x="513" y="90"/>
                      <a:pt x="509" y="90"/>
                    </a:cubicBezTo>
                    <a:cubicBezTo>
                      <a:pt x="504" y="90"/>
                      <a:pt x="500" y="87"/>
                      <a:pt x="497" y="82"/>
                    </a:cubicBezTo>
                    <a:cubicBezTo>
                      <a:pt x="494" y="76"/>
                      <a:pt x="492" y="68"/>
                      <a:pt x="492" y="58"/>
                    </a:cubicBezTo>
                    <a:cubicBezTo>
                      <a:pt x="492" y="47"/>
                      <a:pt x="494" y="39"/>
                      <a:pt x="497" y="33"/>
                    </a:cubicBezTo>
                    <a:cubicBezTo>
                      <a:pt x="500" y="27"/>
                      <a:pt x="504" y="24"/>
                      <a:pt x="509" y="24"/>
                    </a:cubicBezTo>
                    <a:cubicBezTo>
                      <a:pt x="513" y="24"/>
                      <a:pt x="517" y="27"/>
                      <a:pt x="520" y="33"/>
                    </a:cubicBezTo>
                    <a:cubicBezTo>
                      <a:pt x="523" y="38"/>
                      <a:pt x="524" y="46"/>
                      <a:pt x="524" y="57"/>
                    </a:cubicBezTo>
                    <a:cubicBezTo>
                      <a:pt x="524" y="58"/>
                      <a:pt x="524" y="59"/>
                      <a:pt x="524" y="60"/>
                    </a:cubicBezTo>
                    <a:cubicBezTo>
                      <a:pt x="498" y="60"/>
                      <a:pt x="498" y="60"/>
                      <a:pt x="498" y="60"/>
                    </a:cubicBezTo>
                    <a:cubicBezTo>
                      <a:pt x="499" y="67"/>
                      <a:pt x="500" y="72"/>
                      <a:pt x="502" y="76"/>
                    </a:cubicBezTo>
                    <a:cubicBezTo>
                      <a:pt x="504" y="80"/>
                      <a:pt x="506" y="81"/>
                      <a:pt x="509" y="81"/>
                    </a:cubicBezTo>
                    <a:cubicBezTo>
                      <a:pt x="511" y="81"/>
                      <a:pt x="513" y="80"/>
                      <a:pt x="514" y="78"/>
                    </a:cubicBezTo>
                    <a:cubicBezTo>
                      <a:pt x="516" y="76"/>
                      <a:pt x="517" y="73"/>
                      <a:pt x="518" y="68"/>
                    </a:cubicBezTo>
                    <a:close/>
                    <a:moveTo>
                      <a:pt x="499" y="51"/>
                    </a:moveTo>
                    <a:cubicBezTo>
                      <a:pt x="518" y="51"/>
                      <a:pt x="518" y="51"/>
                      <a:pt x="518" y="51"/>
                    </a:cubicBezTo>
                    <a:cubicBezTo>
                      <a:pt x="518" y="46"/>
                      <a:pt x="517" y="42"/>
                      <a:pt x="516" y="39"/>
                    </a:cubicBezTo>
                    <a:cubicBezTo>
                      <a:pt x="514" y="35"/>
                      <a:pt x="512" y="33"/>
                      <a:pt x="509" y="33"/>
                    </a:cubicBezTo>
                    <a:cubicBezTo>
                      <a:pt x="506" y="33"/>
                      <a:pt x="504" y="34"/>
                      <a:pt x="502" y="38"/>
                    </a:cubicBezTo>
                    <a:cubicBezTo>
                      <a:pt x="500" y="41"/>
                      <a:pt x="499" y="45"/>
                      <a:pt x="499" y="51"/>
                    </a:cubicBezTo>
                    <a:close/>
                    <a:moveTo>
                      <a:pt x="558" y="66"/>
                    </a:moveTo>
                    <a:cubicBezTo>
                      <a:pt x="564" y="67"/>
                      <a:pt x="564" y="67"/>
                      <a:pt x="564" y="67"/>
                    </a:cubicBezTo>
                    <a:cubicBezTo>
                      <a:pt x="564" y="74"/>
                      <a:pt x="562" y="80"/>
                      <a:pt x="559" y="84"/>
                    </a:cubicBezTo>
                    <a:cubicBezTo>
                      <a:pt x="557" y="88"/>
                      <a:pt x="553" y="90"/>
                      <a:pt x="550" y="90"/>
                    </a:cubicBezTo>
                    <a:cubicBezTo>
                      <a:pt x="545" y="90"/>
                      <a:pt x="541" y="87"/>
                      <a:pt x="538" y="82"/>
                    </a:cubicBezTo>
                    <a:cubicBezTo>
                      <a:pt x="535" y="76"/>
                      <a:pt x="534" y="68"/>
                      <a:pt x="534" y="57"/>
                    </a:cubicBezTo>
                    <a:cubicBezTo>
                      <a:pt x="534" y="50"/>
                      <a:pt x="534" y="44"/>
                      <a:pt x="536" y="39"/>
                    </a:cubicBezTo>
                    <a:cubicBezTo>
                      <a:pt x="537" y="34"/>
                      <a:pt x="539" y="30"/>
                      <a:pt x="541" y="28"/>
                    </a:cubicBezTo>
                    <a:cubicBezTo>
                      <a:pt x="544" y="25"/>
                      <a:pt x="547" y="24"/>
                      <a:pt x="550" y="24"/>
                    </a:cubicBezTo>
                    <a:cubicBezTo>
                      <a:pt x="553" y="24"/>
                      <a:pt x="557" y="26"/>
                      <a:pt x="559" y="29"/>
                    </a:cubicBezTo>
                    <a:cubicBezTo>
                      <a:pt x="561" y="33"/>
                      <a:pt x="563" y="38"/>
                      <a:pt x="564" y="44"/>
                    </a:cubicBezTo>
                    <a:cubicBezTo>
                      <a:pt x="558" y="46"/>
                      <a:pt x="558" y="46"/>
                      <a:pt x="558" y="46"/>
                    </a:cubicBezTo>
                    <a:cubicBezTo>
                      <a:pt x="557" y="41"/>
                      <a:pt x="556" y="38"/>
                      <a:pt x="555" y="36"/>
                    </a:cubicBezTo>
                    <a:cubicBezTo>
                      <a:pt x="554" y="34"/>
                      <a:pt x="552" y="33"/>
                      <a:pt x="550" y="33"/>
                    </a:cubicBezTo>
                    <a:cubicBezTo>
                      <a:pt x="547" y="33"/>
                      <a:pt x="544" y="35"/>
                      <a:pt x="543" y="39"/>
                    </a:cubicBezTo>
                    <a:cubicBezTo>
                      <a:pt x="541" y="42"/>
                      <a:pt x="540" y="49"/>
                      <a:pt x="540" y="57"/>
                    </a:cubicBezTo>
                    <a:cubicBezTo>
                      <a:pt x="540" y="66"/>
                      <a:pt x="541" y="72"/>
                      <a:pt x="542" y="76"/>
                    </a:cubicBezTo>
                    <a:cubicBezTo>
                      <a:pt x="544" y="80"/>
                      <a:pt x="547" y="81"/>
                      <a:pt x="550" y="81"/>
                    </a:cubicBezTo>
                    <a:cubicBezTo>
                      <a:pt x="552" y="81"/>
                      <a:pt x="554" y="80"/>
                      <a:pt x="555" y="78"/>
                    </a:cubicBezTo>
                    <a:cubicBezTo>
                      <a:pt x="557" y="75"/>
                      <a:pt x="558" y="71"/>
                      <a:pt x="558" y="66"/>
                    </a:cubicBezTo>
                    <a:close/>
                    <a:moveTo>
                      <a:pt x="586" y="79"/>
                    </a:moveTo>
                    <a:cubicBezTo>
                      <a:pt x="587" y="89"/>
                      <a:pt x="587" y="89"/>
                      <a:pt x="587" y="89"/>
                    </a:cubicBezTo>
                    <a:cubicBezTo>
                      <a:pt x="585" y="89"/>
                      <a:pt x="584" y="90"/>
                      <a:pt x="582" y="90"/>
                    </a:cubicBezTo>
                    <a:cubicBezTo>
                      <a:pt x="580" y="90"/>
                      <a:pt x="578" y="89"/>
                      <a:pt x="577" y="88"/>
                    </a:cubicBezTo>
                    <a:cubicBezTo>
                      <a:pt x="576" y="87"/>
                      <a:pt x="575" y="85"/>
                      <a:pt x="575" y="83"/>
                    </a:cubicBezTo>
                    <a:cubicBezTo>
                      <a:pt x="574" y="81"/>
                      <a:pt x="574" y="77"/>
                      <a:pt x="574" y="70"/>
                    </a:cubicBezTo>
                    <a:cubicBezTo>
                      <a:pt x="574" y="34"/>
                      <a:pt x="574" y="34"/>
                      <a:pt x="574" y="34"/>
                    </a:cubicBezTo>
                    <a:cubicBezTo>
                      <a:pt x="570" y="34"/>
                      <a:pt x="570" y="34"/>
                      <a:pt x="570" y="34"/>
                    </a:cubicBezTo>
                    <a:cubicBezTo>
                      <a:pt x="570" y="25"/>
                      <a:pt x="570" y="25"/>
                      <a:pt x="570" y="25"/>
                    </a:cubicBezTo>
                    <a:cubicBezTo>
                      <a:pt x="574" y="25"/>
                      <a:pt x="574" y="25"/>
                      <a:pt x="574" y="25"/>
                    </a:cubicBezTo>
                    <a:cubicBezTo>
                      <a:pt x="574" y="10"/>
                      <a:pt x="574" y="10"/>
                      <a:pt x="574" y="10"/>
                    </a:cubicBezTo>
                    <a:cubicBezTo>
                      <a:pt x="580" y="3"/>
                      <a:pt x="580" y="3"/>
                      <a:pt x="580" y="3"/>
                    </a:cubicBezTo>
                    <a:cubicBezTo>
                      <a:pt x="580" y="25"/>
                      <a:pt x="580" y="25"/>
                      <a:pt x="580" y="25"/>
                    </a:cubicBezTo>
                    <a:cubicBezTo>
                      <a:pt x="586" y="25"/>
                      <a:pt x="586" y="25"/>
                      <a:pt x="586" y="25"/>
                    </a:cubicBezTo>
                    <a:cubicBezTo>
                      <a:pt x="586" y="34"/>
                      <a:pt x="586" y="34"/>
                      <a:pt x="586" y="34"/>
                    </a:cubicBezTo>
                    <a:cubicBezTo>
                      <a:pt x="580" y="34"/>
                      <a:pt x="580" y="34"/>
                      <a:pt x="580" y="34"/>
                    </a:cubicBezTo>
                    <a:cubicBezTo>
                      <a:pt x="580" y="71"/>
                      <a:pt x="580" y="71"/>
                      <a:pt x="580" y="71"/>
                    </a:cubicBezTo>
                    <a:cubicBezTo>
                      <a:pt x="580" y="74"/>
                      <a:pt x="580" y="76"/>
                      <a:pt x="580" y="77"/>
                    </a:cubicBezTo>
                    <a:cubicBezTo>
                      <a:pt x="580" y="78"/>
                      <a:pt x="581" y="78"/>
                      <a:pt x="581" y="79"/>
                    </a:cubicBezTo>
                    <a:cubicBezTo>
                      <a:pt x="582" y="79"/>
                      <a:pt x="582" y="80"/>
                      <a:pt x="583" y="80"/>
                    </a:cubicBezTo>
                    <a:cubicBezTo>
                      <a:pt x="584" y="80"/>
                      <a:pt x="585" y="80"/>
                      <a:pt x="586" y="79"/>
                    </a:cubicBezTo>
                    <a:close/>
                    <a:moveTo>
                      <a:pt x="595" y="89"/>
                    </a:moveTo>
                    <a:cubicBezTo>
                      <a:pt x="595" y="25"/>
                      <a:pt x="595" y="25"/>
                      <a:pt x="595" y="25"/>
                    </a:cubicBezTo>
                    <a:cubicBezTo>
                      <a:pt x="601" y="25"/>
                      <a:pt x="601" y="25"/>
                      <a:pt x="601" y="25"/>
                    </a:cubicBezTo>
                    <a:cubicBezTo>
                      <a:pt x="601" y="35"/>
                      <a:pt x="601" y="35"/>
                      <a:pt x="601" y="35"/>
                    </a:cubicBezTo>
                    <a:cubicBezTo>
                      <a:pt x="602" y="30"/>
                      <a:pt x="603" y="27"/>
                      <a:pt x="605" y="26"/>
                    </a:cubicBezTo>
                    <a:cubicBezTo>
                      <a:pt x="606" y="25"/>
                      <a:pt x="607" y="24"/>
                      <a:pt x="608" y="24"/>
                    </a:cubicBezTo>
                    <a:cubicBezTo>
                      <a:pt x="610" y="24"/>
                      <a:pt x="612" y="25"/>
                      <a:pt x="614" y="27"/>
                    </a:cubicBezTo>
                    <a:cubicBezTo>
                      <a:pt x="612" y="37"/>
                      <a:pt x="612" y="37"/>
                      <a:pt x="612" y="37"/>
                    </a:cubicBezTo>
                    <a:cubicBezTo>
                      <a:pt x="611" y="36"/>
                      <a:pt x="609" y="35"/>
                      <a:pt x="608" y="35"/>
                    </a:cubicBezTo>
                    <a:cubicBezTo>
                      <a:pt x="607" y="35"/>
                      <a:pt x="606" y="36"/>
                      <a:pt x="605" y="37"/>
                    </a:cubicBezTo>
                    <a:cubicBezTo>
                      <a:pt x="603" y="39"/>
                      <a:pt x="603" y="41"/>
                      <a:pt x="602" y="43"/>
                    </a:cubicBezTo>
                    <a:cubicBezTo>
                      <a:pt x="602" y="47"/>
                      <a:pt x="601" y="51"/>
                      <a:pt x="601" y="56"/>
                    </a:cubicBezTo>
                    <a:cubicBezTo>
                      <a:pt x="601" y="89"/>
                      <a:pt x="601" y="89"/>
                      <a:pt x="601" y="89"/>
                    </a:cubicBezTo>
                    <a:cubicBezTo>
                      <a:pt x="595" y="89"/>
                      <a:pt x="595" y="89"/>
                      <a:pt x="595" y="89"/>
                    </a:cubicBezTo>
                    <a:close/>
                    <a:moveTo>
                      <a:pt x="619" y="57"/>
                    </a:moveTo>
                    <a:cubicBezTo>
                      <a:pt x="619" y="45"/>
                      <a:pt x="621" y="37"/>
                      <a:pt x="625" y="31"/>
                    </a:cubicBezTo>
                    <a:cubicBezTo>
                      <a:pt x="628" y="26"/>
                      <a:pt x="632" y="24"/>
                      <a:pt x="636" y="24"/>
                    </a:cubicBezTo>
                    <a:cubicBezTo>
                      <a:pt x="641" y="24"/>
                      <a:pt x="645" y="27"/>
                      <a:pt x="648" y="32"/>
                    </a:cubicBezTo>
                    <a:cubicBezTo>
                      <a:pt x="651" y="38"/>
                      <a:pt x="652" y="46"/>
                      <a:pt x="652" y="56"/>
                    </a:cubicBezTo>
                    <a:cubicBezTo>
                      <a:pt x="652" y="64"/>
                      <a:pt x="652" y="71"/>
                      <a:pt x="650" y="76"/>
                    </a:cubicBezTo>
                    <a:cubicBezTo>
                      <a:pt x="649" y="80"/>
                      <a:pt x="647" y="84"/>
                      <a:pt x="644" y="86"/>
                    </a:cubicBezTo>
                    <a:cubicBezTo>
                      <a:pt x="642" y="89"/>
                      <a:pt x="639" y="90"/>
                      <a:pt x="636" y="90"/>
                    </a:cubicBezTo>
                    <a:cubicBezTo>
                      <a:pt x="631" y="90"/>
                      <a:pt x="627" y="87"/>
                      <a:pt x="624" y="82"/>
                    </a:cubicBezTo>
                    <a:cubicBezTo>
                      <a:pt x="621" y="76"/>
                      <a:pt x="619" y="68"/>
                      <a:pt x="619" y="57"/>
                    </a:cubicBezTo>
                    <a:close/>
                    <a:moveTo>
                      <a:pt x="626" y="57"/>
                    </a:moveTo>
                    <a:cubicBezTo>
                      <a:pt x="626" y="65"/>
                      <a:pt x="627" y="71"/>
                      <a:pt x="628" y="75"/>
                    </a:cubicBezTo>
                    <a:cubicBezTo>
                      <a:pt x="630" y="79"/>
                      <a:pt x="633" y="81"/>
                      <a:pt x="636" y="81"/>
                    </a:cubicBezTo>
                    <a:cubicBezTo>
                      <a:pt x="639" y="81"/>
                      <a:pt x="641" y="79"/>
                      <a:pt x="643" y="75"/>
                    </a:cubicBezTo>
                    <a:cubicBezTo>
                      <a:pt x="645" y="71"/>
                      <a:pt x="646" y="65"/>
                      <a:pt x="646" y="57"/>
                    </a:cubicBezTo>
                    <a:cubicBezTo>
                      <a:pt x="646" y="49"/>
                      <a:pt x="645" y="43"/>
                      <a:pt x="643" y="39"/>
                    </a:cubicBezTo>
                    <a:cubicBezTo>
                      <a:pt x="641" y="35"/>
                      <a:pt x="639" y="33"/>
                      <a:pt x="636" y="33"/>
                    </a:cubicBezTo>
                    <a:cubicBezTo>
                      <a:pt x="633" y="33"/>
                      <a:pt x="630" y="35"/>
                      <a:pt x="628" y="39"/>
                    </a:cubicBezTo>
                    <a:cubicBezTo>
                      <a:pt x="627" y="43"/>
                      <a:pt x="626" y="49"/>
                      <a:pt x="626" y="57"/>
                    </a:cubicBezTo>
                    <a:close/>
                    <a:moveTo>
                      <a:pt x="663" y="89"/>
                    </a:moveTo>
                    <a:cubicBezTo>
                      <a:pt x="663" y="25"/>
                      <a:pt x="663" y="25"/>
                      <a:pt x="663" y="25"/>
                    </a:cubicBezTo>
                    <a:cubicBezTo>
                      <a:pt x="668" y="25"/>
                      <a:pt x="668" y="25"/>
                      <a:pt x="668" y="25"/>
                    </a:cubicBezTo>
                    <a:cubicBezTo>
                      <a:pt x="668" y="34"/>
                      <a:pt x="668" y="34"/>
                      <a:pt x="668" y="34"/>
                    </a:cubicBezTo>
                    <a:cubicBezTo>
                      <a:pt x="671" y="27"/>
                      <a:pt x="675" y="24"/>
                      <a:pt x="679" y="24"/>
                    </a:cubicBezTo>
                    <a:cubicBezTo>
                      <a:pt x="682" y="24"/>
                      <a:pt x="683" y="25"/>
                      <a:pt x="685" y="26"/>
                    </a:cubicBezTo>
                    <a:cubicBezTo>
                      <a:pt x="687" y="27"/>
                      <a:pt x="688" y="29"/>
                      <a:pt x="689" y="31"/>
                    </a:cubicBezTo>
                    <a:cubicBezTo>
                      <a:pt x="690" y="34"/>
                      <a:pt x="691" y="36"/>
                      <a:pt x="691" y="39"/>
                    </a:cubicBezTo>
                    <a:cubicBezTo>
                      <a:pt x="691" y="41"/>
                      <a:pt x="691" y="45"/>
                      <a:pt x="691" y="50"/>
                    </a:cubicBezTo>
                    <a:cubicBezTo>
                      <a:pt x="691" y="89"/>
                      <a:pt x="691" y="89"/>
                      <a:pt x="691" y="89"/>
                    </a:cubicBezTo>
                    <a:cubicBezTo>
                      <a:pt x="685" y="89"/>
                      <a:pt x="685" y="89"/>
                      <a:pt x="685" y="89"/>
                    </a:cubicBezTo>
                    <a:cubicBezTo>
                      <a:pt x="685" y="50"/>
                      <a:pt x="685" y="50"/>
                      <a:pt x="685" y="50"/>
                    </a:cubicBezTo>
                    <a:cubicBezTo>
                      <a:pt x="685" y="46"/>
                      <a:pt x="685" y="43"/>
                      <a:pt x="685" y="40"/>
                    </a:cubicBezTo>
                    <a:cubicBezTo>
                      <a:pt x="684" y="38"/>
                      <a:pt x="683" y="36"/>
                      <a:pt x="682" y="35"/>
                    </a:cubicBezTo>
                    <a:cubicBezTo>
                      <a:pt x="681" y="34"/>
                      <a:pt x="680" y="33"/>
                      <a:pt x="678" y="33"/>
                    </a:cubicBezTo>
                    <a:cubicBezTo>
                      <a:pt x="676" y="33"/>
                      <a:pt x="673" y="35"/>
                      <a:pt x="672" y="38"/>
                    </a:cubicBezTo>
                    <a:cubicBezTo>
                      <a:pt x="670" y="40"/>
                      <a:pt x="669" y="46"/>
                      <a:pt x="669" y="54"/>
                    </a:cubicBezTo>
                    <a:cubicBezTo>
                      <a:pt x="669" y="89"/>
                      <a:pt x="669" y="89"/>
                      <a:pt x="669" y="89"/>
                    </a:cubicBezTo>
                    <a:cubicBezTo>
                      <a:pt x="663" y="89"/>
                      <a:pt x="663" y="89"/>
                      <a:pt x="663" y="89"/>
                    </a:cubicBezTo>
                    <a:close/>
                    <a:moveTo>
                      <a:pt x="704" y="14"/>
                    </a:moveTo>
                    <a:cubicBezTo>
                      <a:pt x="704" y="1"/>
                      <a:pt x="704" y="1"/>
                      <a:pt x="704" y="1"/>
                    </a:cubicBezTo>
                    <a:cubicBezTo>
                      <a:pt x="710" y="1"/>
                      <a:pt x="710" y="1"/>
                      <a:pt x="710" y="1"/>
                    </a:cubicBezTo>
                    <a:cubicBezTo>
                      <a:pt x="710" y="14"/>
                      <a:pt x="710" y="14"/>
                      <a:pt x="710" y="14"/>
                    </a:cubicBezTo>
                    <a:cubicBezTo>
                      <a:pt x="704" y="14"/>
                      <a:pt x="704" y="14"/>
                      <a:pt x="704" y="14"/>
                    </a:cubicBezTo>
                    <a:close/>
                    <a:moveTo>
                      <a:pt x="704" y="89"/>
                    </a:moveTo>
                    <a:cubicBezTo>
                      <a:pt x="704" y="25"/>
                      <a:pt x="704" y="25"/>
                      <a:pt x="704" y="25"/>
                    </a:cubicBezTo>
                    <a:cubicBezTo>
                      <a:pt x="710" y="25"/>
                      <a:pt x="710" y="25"/>
                      <a:pt x="710" y="25"/>
                    </a:cubicBezTo>
                    <a:cubicBezTo>
                      <a:pt x="710" y="89"/>
                      <a:pt x="710" y="89"/>
                      <a:pt x="710" y="89"/>
                    </a:cubicBezTo>
                    <a:cubicBezTo>
                      <a:pt x="704" y="89"/>
                      <a:pt x="704" y="89"/>
                      <a:pt x="704" y="89"/>
                    </a:cubicBezTo>
                    <a:close/>
                    <a:moveTo>
                      <a:pt x="746" y="66"/>
                    </a:moveTo>
                    <a:cubicBezTo>
                      <a:pt x="752" y="67"/>
                      <a:pt x="752" y="67"/>
                      <a:pt x="752" y="67"/>
                    </a:cubicBezTo>
                    <a:cubicBezTo>
                      <a:pt x="751" y="74"/>
                      <a:pt x="749" y="80"/>
                      <a:pt x="747" y="84"/>
                    </a:cubicBezTo>
                    <a:cubicBezTo>
                      <a:pt x="744" y="88"/>
                      <a:pt x="741" y="90"/>
                      <a:pt x="737" y="90"/>
                    </a:cubicBezTo>
                    <a:cubicBezTo>
                      <a:pt x="732" y="90"/>
                      <a:pt x="728" y="87"/>
                      <a:pt x="726" y="82"/>
                    </a:cubicBezTo>
                    <a:cubicBezTo>
                      <a:pt x="723" y="76"/>
                      <a:pt x="721" y="68"/>
                      <a:pt x="721" y="57"/>
                    </a:cubicBezTo>
                    <a:cubicBezTo>
                      <a:pt x="721" y="50"/>
                      <a:pt x="722" y="44"/>
                      <a:pt x="723" y="39"/>
                    </a:cubicBezTo>
                    <a:cubicBezTo>
                      <a:pt x="724" y="34"/>
                      <a:pt x="726" y="30"/>
                      <a:pt x="729" y="28"/>
                    </a:cubicBezTo>
                    <a:cubicBezTo>
                      <a:pt x="731" y="25"/>
                      <a:pt x="734" y="24"/>
                      <a:pt x="737" y="24"/>
                    </a:cubicBezTo>
                    <a:cubicBezTo>
                      <a:pt x="741" y="24"/>
                      <a:pt x="744" y="26"/>
                      <a:pt x="746" y="29"/>
                    </a:cubicBezTo>
                    <a:cubicBezTo>
                      <a:pt x="749" y="33"/>
                      <a:pt x="750" y="38"/>
                      <a:pt x="751" y="44"/>
                    </a:cubicBezTo>
                    <a:cubicBezTo>
                      <a:pt x="745" y="46"/>
                      <a:pt x="745" y="46"/>
                      <a:pt x="745" y="46"/>
                    </a:cubicBezTo>
                    <a:cubicBezTo>
                      <a:pt x="745" y="41"/>
                      <a:pt x="744" y="38"/>
                      <a:pt x="742" y="36"/>
                    </a:cubicBezTo>
                    <a:cubicBezTo>
                      <a:pt x="741" y="34"/>
                      <a:pt x="739" y="33"/>
                      <a:pt x="737" y="33"/>
                    </a:cubicBezTo>
                    <a:cubicBezTo>
                      <a:pt x="734" y="33"/>
                      <a:pt x="732" y="35"/>
                      <a:pt x="730" y="39"/>
                    </a:cubicBezTo>
                    <a:cubicBezTo>
                      <a:pt x="728" y="42"/>
                      <a:pt x="727" y="49"/>
                      <a:pt x="727" y="57"/>
                    </a:cubicBezTo>
                    <a:cubicBezTo>
                      <a:pt x="727" y="66"/>
                      <a:pt x="728" y="72"/>
                      <a:pt x="730" y="76"/>
                    </a:cubicBezTo>
                    <a:cubicBezTo>
                      <a:pt x="732" y="80"/>
                      <a:pt x="734" y="81"/>
                      <a:pt x="737" y="81"/>
                    </a:cubicBezTo>
                    <a:cubicBezTo>
                      <a:pt x="739" y="81"/>
                      <a:pt x="741" y="80"/>
                      <a:pt x="743" y="78"/>
                    </a:cubicBezTo>
                    <a:cubicBezTo>
                      <a:pt x="744" y="75"/>
                      <a:pt x="745" y="71"/>
                      <a:pt x="746" y="66"/>
                    </a:cubicBezTo>
                    <a:close/>
                    <a:moveTo>
                      <a:pt x="774" y="61"/>
                    </a:moveTo>
                    <a:cubicBezTo>
                      <a:pt x="780" y="60"/>
                      <a:pt x="780" y="60"/>
                      <a:pt x="780" y="60"/>
                    </a:cubicBezTo>
                    <a:cubicBezTo>
                      <a:pt x="780" y="64"/>
                      <a:pt x="781" y="68"/>
                      <a:pt x="782" y="71"/>
                    </a:cubicBezTo>
                    <a:cubicBezTo>
                      <a:pt x="783" y="73"/>
                      <a:pt x="785" y="76"/>
                      <a:pt x="787" y="77"/>
                    </a:cubicBezTo>
                    <a:cubicBezTo>
                      <a:pt x="789" y="79"/>
                      <a:pt x="792" y="80"/>
                      <a:pt x="794" y="80"/>
                    </a:cubicBezTo>
                    <a:cubicBezTo>
                      <a:pt x="797" y="80"/>
                      <a:pt x="799" y="79"/>
                      <a:pt x="801" y="78"/>
                    </a:cubicBezTo>
                    <a:cubicBezTo>
                      <a:pt x="803" y="77"/>
                      <a:pt x="804" y="75"/>
                      <a:pt x="805" y="73"/>
                    </a:cubicBezTo>
                    <a:cubicBezTo>
                      <a:pt x="806" y="70"/>
                      <a:pt x="806" y="68"/>
                      <a:pt x="806" y="65"/>
                    </a:cubicBezTo>
                    <a:cubicBezTo>
                      <a:pt x="806" y="62"/>
                      <a:pt x="806" y="60"/>
                      <a:pt x="805" y="58"/>
                    </a:cubicBezTo>
                    <a:cubicBezTo>
                      <a:pt x="804" y="56"/>
                      <a:pt x="803" y="54"/>
                      <a:pt x="801" y="53"/>
                    </a:cubicBezTo>
                    <a:cubicBezTo>
                      <a:pt x="799" y="52"/>
                      <a:pt x="796" y="50"/>
                      <a:pt x="792" y="48"/>
                    </a:cubicBezTo>
                    <a:cubicBezTo>
                      <a:pt x="788" y="46"/>
                      <a:pt x="785" y="45"/>
                      <a:pt x="783" y="43"/>
                    </a:cubicBezTo>
                    <a:cubicBezTo>
                      <a:pt x="780" y="41"/>
                      <a:pt x="779" y="38"/>
                      <a:pt x="778" y="35"/>
                    </a:cubicBezTo>
                    <a:cubicBezTo>
                      <a:pt x="776" y="31"/>
                      <a:pt x="776" y="28"/>
                      <a:pt x="776" y="24"/>
                    </a:cubicBezTo>
                    <a:cubicBezTo>
                      <a:pt x="776" y="19"/>
                      <a:pt x="777" y="15"/>
                      <a:pt x="778" y="11"/>
                    </a:cubicBezTo>
                    <a:cubicBezTo>
                      <a:pt x="779" y="8"/>
                      <a:pt x="781" y="5"/>
                      <a:pt x="784" y="3"/>
                    </a:cubicBezTo>
                    <a:cubicBezTo>
                      <a:pt x="787" y="1"/>
                      <a:pt x="790" y="0"/>
                      <a:pt x="793" y="0"/>
                    </a:cubicBezTo>
                    <a:cubicBezTo>
                      <a:pt x="796" y="0"/>
                      <a:pt x="800" y="1"/>
                      <a:pt x="802" y="3"/>
                    </a:cubicBezTo>
                    <a:cubicBezTo>
                      <a:pt x="805" y="5"/>
                      <a:pt x="807" y="8"/>
                      <a:pt x="809" y="12"/>
                    </a:cubicBezTo>
                    <a:cubicBezTo>
                      <a:pt x="810" y="16"/>
                      <a:pt x="811" y="21"/>
                      <a:pt x="811" y="26"/>
                    </a:cubicBezTo>
                    <a:cubicBezTo>
                      <a:pt x="805" y="27"/>
                      <a:pt x="805" y="27"/>
                      <a:pt x="805" y="27"/>
                    </a:cubicBezTo>
                    <a:cubicBezTo>
                      <a:pt x="805" y="21"/>
                      <a:pt x="803" y="17"/>
                      <a:pt x="802" y="14"/>
                    </a:cubicBezTo>
                    <a:cubicBezTo>
                      <a:pt x="800" y="11"/>
                      <a:pt x="797" y="10"/>
                      <a:pt x="793" y="10"/>
                    </a:cubicBezTo>
                    <a:cubicBezTo>
                      <a:pt x="789" y="10"/>
                      <a:pt x="786" y="11"/>
                      <a:pt x="785" y="14"/>
                    </a:cubicBezTo>
                    <a:cubicBezTo>
                      <a:pt x="783" y="16"/>
                      <a:pt x="782" y="19"/>
                      <a:pt x="782" y="23"/>
                    </a:cubicBezTo>
                    <a:cubicBezTo>
                      <a:pt x="782" y="26"/>
                      <a:pt x="783" y="29"/>
                      <a:pt x="784" y="31"/>
                    </a:cubicBezTo>
                    <a:cubicBezTo>
                      <a:pt x="785" y="33"/>
                      <a:pt x="788" y="35"/>
                      <a:pt x="794" y="37"/>
                    </a:cubicBezTo>
                    <a:cubicBezTo>
                      <a:pt x="799" y="39"/>
                      <a:pt x="802" y="41"/>
                      <a:pt x="804" y="43"/>
                    </a:cubicBezTo>
                    <a:cubicBezTo>
                      <a:pt x="807" y="45"/>
                      <a:pt x="809" y="48"/>
                      <a:pt x="810" y="52"/>
                    </a:cubicBezTo>
                    <a:cubicBezTo>
                      <a:pt x="812" y="55"/>
                      <a:pt x="812" y="59"/>
                      <a:pt x="812" y="64"/>
                    </a:cubicBezTo>
                    <a:cubicBezTo>
                      <a:pt x="812" y="69"/>
                      <a:pt x="812" y="73"/>
                      <a:pt x="810" y="77"/>
                    </a:cubicBezTo>
                    <a:cubicBezTo>
                      <a:pt x="809" y="81"/>
                      <a:pt x="807" y="85"/>
                      <a:pt x="804" y="87"/>
                    </a:cubicBezTo>
                    <a:cubicBezTo>
                      <a:pt x="801" y="89"/>
                      <a:pt x="798" y="90"/>
                      <a:pt x="795" y="90"/>
                    </a:cubicBezTo>
                    <a:cubicBezTo>
                      <a:pt x="790" y="90"/>
                      <a:pt x="787" y="89"/>
                      <a:pt x="784" y="87"/>
                    </a:cubicBezTo>
                    <a:cubicBezTo>
                      <a:pt x="781" y="85"/>
                      <a:pt x="778" y="81"/>
                      <a:pt x="777" y="76"/>
                    </a:cubicBezTo>
                    <a:cubicBezTo>
                      <a:pt x="775" y="72"/>
                      <a:pt x="774" y="67"/>
                      <a:pt x="774" y="61"/>
                    </a:cubicBezTo>
                    <a:close/>
                    <a:moveTo>
                      <a:pt x="847" y="66"/>
                    </a:moveTo>
                    <a:cubicBezTo>
                      <a:pt x="853" y="67"/>
                      <a:pt x="853" y="67"/>
                      <a:pt x="853" y="67"/>
                    </a:cubicBezTo>
                    <a:cubicBezTo>
                      <a:pt x="852" y="74"/>
                      <a:pt x="851" y="80"/>
                      <a:pt x="848" y="84"/>
                    </a:cubicBezTo>
                    <a:cubicBezTo>
                      <a:pt x="845" y="88"/>
                      <a:pt x="842" y="90"/>
                      <a:pt x="838" y="90"/>
                    </a:cubicBezTo>
                    <a:cubicBezTo>
                      <a:pt x="834" y="90"/>
                      <a:pt x="830" y="87"/>
                      <a:pt x="827" y="82"/>
                    </a:cubicBezTo>
                    <a:cubicBezTo>
                      <a:pt x="824" y="76"/>
                      <a:pt x="822" y="68"/>
                      <a:pt x="822" y="57"/>
                    </a:cubicBezTo>
                    <a:cubicBezTo>
                      <a:pt x="822" y="50"/>
                      <a:pt x="823" y="44"/>
                      <a:pt x="824" y="39"/>
                    </a:cubicBezTo>
                    <a:cubicBezTo>
                      <a:pt x="826" y="34"/>
                      <a:pt x="827" y="30"/>
                      <a:pt x="830" y="28"/>
                    </a:cubicBezTo>
                    <a:cubicBezTo>
                      <a:pt x="833" y="25"/>
                      <a:pt x="835" y="24"/>
                      <a:pt x="838" y="24"/>
                    </a:cubicBezTo>
                    <a:cubicBezTo>
                      <a:pt x="842" y="24"/>
                      <a:pt x="845" y="26"/>
                      <a:pt x="848" y="29"/>
                    </a:cubicBezTo>
                    <a:cubicBezTo>
                      <a:pt x="850" y="33"/>
                      <a:pt x="852" y="38"/>
                      <a:pt x="852" y="44"/>
                    </a:cubicBezTo>
                    <a:cubicBezTo>
                      <a:pt x="847" y="46"/>
                      <a:pt x="847" y="46"/>
                      <a:pt x="847" y="46"/>
                    </a:cubicBezTo>
                    <a:cubicBezTo>
                      <a:pt x="846" y="41"/>
                      <a:pt x="845" y="38"/>
                      <a:pt x="844" y="36"/>
                    </a:cubicBezTo>
                    <a:cubicBezTo>
                      <a:pt x="842" y="34"/>
                      <a:pt x="841" y="33"/>
                      <a:pt x="839" y="33"/>
                    </a:cubicBezTo>
                    <a:cubicBezTo>
                      <a:pt x="836" y="33"/>
                      <a:pt x="833" y="35"/>
                      <a:pt x="831" y="39"/>
                    </a:cubicBezTo>
                    <a:cubicBezTo>
                      <a:pt x="829" y="42"/>
                      <a:pt x="828" y="49"/>
                      <a:pt x="828" y="57"/>
                    </a:cubicBezTo>
                    <a:cubicBezTo>
                      <a:pt x="828" y="66"/>
                      <a:pt x="829" y="72"/>
                      <a:pt x="831" y="76"/>
                    </a:cubicBezTo>
                    <a:cubicBezTo>
                      <a:pt x="833" y="80"/>
                      <a:pt x="835" y="81"/>
                      <a:pt x="838" y="81"/>
                    </a:cubicBezTo>
                    <a:cubicBezTo>
                      <a:pt x="841" y="81"/>
                      <a:pt x="843" y="80"/>
                      <a:pt x="844" y="78"/>
                    </a:cubicBezTo>
                    <a:cubicBezTo>
                      <a:pt x="846" y="75"/>
                      <a:pt x="847" y="71"/>
                      <a:pt x="847" y="66"/>
                    </a:cubicBezTo>
                    <a:close/>
                    <a:moveTo>
                      <a:pt x="862" y="14"/>
                    </a:moveTo>
                    <a:cubicBezTo>
                      <a:pt x="862" y="1"/>
                      <a:pt x="862" y="1"/>
                      <a:pt x="862" y="1"/>
                    </a:cubicBezTo>
                    <a:cubicBezTo>
                      <a:pt x="868" y="1"/>
                      <a:pt x="868" y="1"/>
                      <a:pt x="868" y="1"/>
                    </a:cubicBezTo>
                    <a:cubicBezTo>
                      <a:pt x="868" y="14"/>
                      <a:pt x="868" y="14"/>
                      <a:pt x="868" y="14"/>
                    </a:cubicBezTo>
                    <a:cubicBezTo>
                      <a:pt x="862" y="14"/>
                      <a:pt x="862" y="14"/>
                      <a:pt x="862" y="14"/>
                    </a:cubicBezTo>
                    <a:close/>
                    <a:moveTo>
                      <a:pt x="862" y="89"/>
                    </a:moveTo>
                    <a:cubicBezTo>
                      <a:pt x="862" y="25"/>
                      <a:pt x="862" y="25"/>
                      <a:pt x="862" y="25"/>
                    </a:cubicBezTo>
                    <a:cubicBezTo>
                      <a:pt x="868" y="25"/>
                      <a:pt x="868" y="25"/>
                      <a:pt x="868" y="25"/>
                    </a:cubicBezTo>
                    <a:cubicBezTo>
                      <a:pt x="868" y="89"/>
                      <a:pt x="868" y="89"/>
                      <a:pt x="868" y="89"/>
                    </a:cubicBezTo>
                    <a:cubicBezTo>
                      <a:pt x="862" y="89"/>
                      <a:pt x="862" y="89"/>
                      <a:pt x="862" y="89"/>
                    </a:cubicBezTo>
                    <a:close/>
                    <a:moveTo>
                      <a:pt x="904" y="68"/>
                    </a:moveTo>
                    <a:cubicBezTo>
                      <a:pt x="911" y="70"/>
                      <a:pt x="911" y="70"/>
                      <a:pt x="911" y="70"/>
                    </a:cubicBezTo>
                    <a:cubicBezTo>
                      <a:pt x="910" y="76"/>
                      <a:pt x="908" y="81"/>
                      <a:pt x="905" y="85"/>
                    </a:cubicBezTo>
                    <a:cubicBezTo>
                      <a:pt x="903" y="89"/>
                      <a:pt x="899" y="90"/>
                      <a:pt x="895" y="90"/>
                    </a:cubicBezTo>
                    <a:cubicBezTo>
                      <a:pt x="890" y="90"/>
                      <a:pt x="886" y="87"/>
                      <a:pt x="883" y="82"/>
                    </a:cubicBezTo>
                    <a:cubicBezTo>
                      <a:pt x="880" y="76"/>
                      <a:pt x="878" y="68"/>
                      <a:pt x="878" y="58"/>
                    </a:cubicBezTo>
                    <a:cubicBezTo>
                      <a:pt x="878" y="47"/>
                      <a:pt x="880" y="39"/>
                      <a:pt x="883" y="33"/>
                    </a:cubicBezTo>
                    <a:cubicBezTo>
                      <a:pt x="886" y="27"/>
                      <a:pt x="890" y="24"/>
                      <a:pt x="895" y="24"/>
                    </a:cubicBezTo>
                    <a:cubicBezTo>
                      <a:pt x="899" y="24"/>
                      <a:pt x="903" y="27"/>
                      <a:pt x="906" y="33"/>
                    </a:cubicBezTo>
                    <a:cubicBezTo>
                      <a:pt x="909" y="38"/>
                      <a:pt x="911" y="46"/>
                      <a:pt x="911" y="57"/>
                    </a:cubicBezTo>
                    <a:cubicBezTo>
                      <a:pt x="911" y="58"/>
                      <a:pt x="911" y="59"/>
                      <a:pt x="911" y="60"/>
                    </a:cubicBezTo>
                    <a:cubicBezTo>
                      <a:pt x="885" y="60"/>
                      <a:pt x="885" y="60"/>
                      <a:pt x="885" y="60"/>
                    </a:cubicBezTo>
                    <a:cubicBezTo>
                      <a:pt x="885" y="67"/>
                      <a:pt x="886" y="72"/>
                      <a:pt x="888" y="76"/>
                    </a:cubicBezTo>
                    <a:cubicBezTo>
                      <a:pt x="890" y="80"/>
                      <a:pt x="892" y="81"/>
                      <a:pt x="895" y="81"/>
                    </a:cubicBezTo>
                    <a:cubicBezTo>
                      <a:pt x="897" y="81"/>
                      <a:pt x="899" y="80"/>
                      <a:pt x="901" y="78"/>
                    </a:cubicBezTo>
                    <a:cubicBezTo>
                      <a:pt x="902" y="76"/>
                      <a:pt x="903" y="73"/>
                      <a:pt x="904" y="68"/>
                    </a:cubicBezTo>
                    <a:close/>
                    <a:moveTo>
                      <a:pt x="885" y="51"/>
                    </a:moveTo>
                    <a:cubicBezTo>
                      <a:pt x="904" y="51"/>
                      <a:pt x="904" y="51"/>
                      <a:pt x="904" y="51"/>
                    </a:cubicBezTo>
                    <a:cubicBezTo>
                      <a:pt x="904" y="46"/>
                      <a:pt x="903" y="42"/>
                      <a:pt x="902" y="39"/>
                    </a:cubicBezTo>
                    <a:cubicBezTo>
                      <a:pt x="900" y="35"/>
                      <a:pt x="898" y="33"/>
                      <a:pt x="895" y="33"/>
                    </a:cubicBezTo>
                    <a:cubicBezTo>
                      <a:pt x="892" y="33"/>
                      <a:pt x="890" y="34"/>
                      <a:pt x="888" y="38"/>
                    </a:cubicBezTo>
                    <a:cubicBezTo>
                      <a:pt x="886" y="41"/>
                      <a:pt x="885" y="45"/>
                      <a:pt x="885" y="51"/>
                    </a:cubicBezTo>
                    <a:close/>
                    <a:moveTo>
                      <a:pt x="922" y="89"/>
                    </a:moveTo>
                    <a:cubicBezTo>
                      <a:pt x="922" y="25"/>
                      <a:pt x="922" y="25"/>
                      <a:pt x="922" y="25"/>
                    </a:cubicBezTo>
                    <a:cubicBezTo>
                      <a:pt x="927" y="25"/>
                      <a:pt x="927" y="25"/>
                      <a:pt x="927" y="25"/>
                    </a:cubicBezTo>
                    <a:cubicBezTo>
                      <a:pt x="927" y="34"/>
                      <a:pt x="927" y="34"/>
                      <a:pt x="927" y="34"/>
                    </a:cubicBezTo>
                    <a:cubicBezTo>
                      <a:pt x="930" y="27"/>
                      <a:pt x="933" y="24"/>
                      <a:pt x="938" y="24"/>
                    </a:cubicBezTo>
                    <a:cubicBezTo>
                      <a:pt x="940" y="24"/>
                      <a:pt x="942" y="25"/>
                      <a:pt x="944" y="26"/>
                    </a:cubicBezTo>
                    <a:cubicBezTo>
                      <a:pt x="946" y="27"/>
                      <a:pt x="947" y="29"/>
                      <a:pt x="948" y="31"/>
                    </a:cubicBezTo>
                    <a:cubicBezTo>
                      <a:pt x="949" y="34"/>
                      <a:pt x="949" y="36"/>
                      <a:pt x="950" y="39"/>
                    </a:cubicBezTo>
                    <a:cubicBezTo>
                      <a:pt x="950" y="41"/>
                      <a:pt x="950" y="45"/>
                      <a:pt x="950" y="50"/>
                    </a:cubicBezTo>
                    <a:cubicBezTo>
                      <a:pt x="950" y="89"/>
                      <a:pt x="950" y="89"/>
                      <a:pt x="950" y="89"/>
                    </a:cubicBezTo>
                    <a:cubicBezTo>
                      <a:pt x="944" y="89"/>
                      <a:pt x="944" y="89"/>
                      <a:pt x="944" y="89"/>
                    </a:cubicBezTo>
                    <a:cubicBezTo>
                      <a:pt x="944" y="50"/>
                      <a:pt x="944" y="50"/>
                      <a:pt x="944" y="50"/>
                    </a:cubicBezTo>
                    <a:cubicBezTo>
                      <a:pt x="944" y="46"/>
                      <a:pt x="944" y="43"/>
                      <a:pt x="944" y="40"/>
                    </a:cubicBezTo>
                    <a:cubicBezTo>
                      <a:pt x="943" y="38"/>
                      <a:pt x="942" y="36"/>
                      <a:pt x="941" y="35"/>
                    </a:cubicBezTo>
                    <a:cubicBezTo>
                      <a:pt x="940" y="34"/>
                      <a:pt x="939" y="33"/>
                      <a:pt x="937" y="33"/>
                    </a:cubicBezTo>
                    <a:cubicBezTo>
                      <a:pt x="934" y="33"/>
                      <a:pt x="932" y="35"/>
                      <a:pt x="930" y="38"/>
                    </a:cubicBezTo>
                    <a:cubicBezTo>
                      <a:pt x="929" y="40"/>
                      <a:pt x="928" y="46"/>
                      <a:pt x="928" y="54"/>
                    </a:cubicBezTo>
                    <a:cubicBezTo>
                      <a:pt x="928" y="89"/>
                      <a:pt x="928" y="89"/>
                      <a:pt x="928" y="89"/>
                    </a:cubicBezTo>
                    <a:cubicBezTo>
                      <a:pt x="922" y="89"/>
                      <a:pt x="922" y="89"/>
                      <a:pt x="922" y="89"/>
                    </a:cubicBezTo>
                    <a:close/>
                    <a:moveTo>
                      <a:pt x="986" y="66"/>
                    </a:moveTo>
                    <a:cubicBezTo>
                      <a:pt x="992" y="67"/>
                      <a:pt x="992" y="67"/>
                      <a:pt x="992" y="67"/>
                    </a:cubicBezTo>
                    <a:cubicBezTo>
                      <a:pt x="991" y="74"/>
                      <a:pt x="989" y="80"/>
                      <a:pt x="987" y="84"/>
                    </a:cubicBezTo>
                    <a:cubicBezTo>
                      <a:pt x="984" y="88"/>
                      <a:pt x="981" y="90"/>
                      <a:pt x="977" y="90"/>
                    </a:cubicBezTo>
                    <a:cubicBezTo>
                      <a:pt x="972" y="90"/>
                      <a:pt x="968" y="87"/>
                      <a:pt x="966" y="82"/>
                    </a:cubicBezTo>
                    <a:cubicBezTo>
                      <a:pt x="963" y="76"/>
                      <a:pt x="961" y="68"/>
                      <a:pt x="961" y="57"/>
                    </a:cubicBezTo>
                    <a:cubicBezTo>
                      <a:pt x="961" y="50"/>
                      <a:pt x="962" y="44"/>
                      <a:pt x="963" y="39"/>
                    </a:cubicBezTo>
                    <a:cubicBezTo>
                      <a:pt x="964" y="34"/>
                      <a:pt x="966" y="30"/>
                      <a:pt x="969" y="28"/>
                    </a:cubicBezTo>
                    <a:cubicBezTo>
                      <a:pt x="971" y="25"/>
                      <a:pt x="974" y="24"/>
                      <a:pt x="977" y="24"/>
                    </a:cubicBezTo>
                    <a:cubicBezTo>
                      <a:pt x="981" y="24"/>
                      <a:pt x="984" y="26"/>
                      <a:pt x="986" y="29"/>
                    </a:cubicBezTo>
                    <a:cubicBezTo>
                      <a:pt x="989" y="33"/>
                      <a:pt x="990" y="38"/>
                      <a:pt x="991" y="44"/>
                    </a:cubicBezTo>
                    <a:cubicBezTo>
                      <a:pt x="985" y="46"/>
                      <a:pt x="985" y="46"/>
                      <a:pt x="985" y="46"/>
                    </a:cubicBezTo>
                    <a:cubicBezTo>
                      <a:pt x="985" y="41"/>
                      <a:pt x="984" y="38"/>
                      <a:pt x="982" y="36"/>
                    </a:cubicBezTo>
                    <a:cubicBezTo>
                      <a:pt x="981" y="34"/>
                      <a:pt x="979" y="33"/>
                      <a:pt x="977" y="33"/>
                    </a:cubicBezTo>
                    <a:cubicBezTo>
                      <a:pt x="974" y="33"/>
                      <a:pt x="972" y="35"/>
                      <a:pt x="970" y="39"/>
                    </a:cubicBezTo>
                    <a:cubicBezTo>
                      <a:pt x="968" y="42"/>
                      <a:pt x="967" y="49"/>
                      <a:pt x="967" y="57"/>
                    </a:cubicBezTo>
                    <a:cubicBezTo>
                      <a:pt x="967" y="66"/>
                      <a:pt x="968" y="72"/>
                      <a:pt x="970" y="76"/>
                    </a:cubicBezTo>
                    <a:cubicBezTo>
                      <a:pt x="972" y="80"/>
                      <a:pt x="974" y="81"/>
                      <a:pt x="977" y="81"/>
                    </a:cubicBezTo>
                    <a:cubicBezTo>
                      <a:pt x="979" y="81"/>
                      <a:pt x="981" y="80"/>
                      <a:pt x="983" y="78"/>
                    </a:cubicBezTo>
                    <a:cubicBezTo>
                      <a:pt x="984" y="75"/>
                      <a:pt x="985" y="71"/>
                      <a:pt x="986" y="66"/>
                    </a:cubicBezTo>
                    <a:close/>
                    <a:moveTo>
                      <a:pt x="1024" y="68"/>
                    </a:moveTo>
                    <a:cubicBezTo>
                      <a:pt x="1031" y="70"/>
                      <a:pt x="1031" y="70"/>
                      <a:pt x="1031" y="70"/>
                    </a:cubicBezTo>
                    <a:cubicBezTo>
                      <a:pt x="1030" y="76"/>
                      <a:pt x="1028" y="81"/>
                      <a:pt x="1025" y="85"/>
                    </a:cubicBezTo>
                    <a:cubicBezTo>
                      <a:pt x="1023" y="89"/>
                      <a:pt x="1019" y="90"/>
                      <a:pt x="1015" y="90"/>
                    </a:cubicBezTo>
                    <a:cubicBezTo>
                      <a:pt x="1010" y="90"/>
                      <a:pt x="1006" y="87"/>
                      <a:pt x="1003" y="82"/>
                    </a:cubicBezTo>
                    <a:cubicBezTo>
                      <a:pt x="1000" y="76"/>
                      <a:pt x="998" y="68"/>
                      <a:pt x="998" y="58"/>
                    </a:cubicBezTo>
                    <a:cubicBezTo>
                      <a:pt x="998" y="47"/>
                      <a:pt x="1000" y="39"/>
                      <a:pt x="1003" y="33"/>
                    </a:cubicBezTo>
                    <a:cubicBezTo>
                      <a:pt x="1006" y="27"/>
                      <a:pt x="1010" y="24"/>
                      <a:pt x="1015" y="24"/>
                    </a:cubicBezTo>
                    <a:cubicBezTo>
                      <a:pt x="1020" y="24"/>
                      <a:pt x="1023" y="27"/>
                      <a:pt x="1026" y="33"/>
                    </a:cubicBezTo>
                    <a:cubicBezTo>
                      <a:pt x="1029" y="38"/>
                      <a:pt x="1031" y="46"/>
                      <a:pt x="1031" y="57"/>
                    </a:cubicBezTo>
                    <a:cubicBezTo>
                      <a:pt x="1031" y="58"/>
                      <a:pt x="1031" y="59"/>
                      <a:pt x="1031" y="60"/>
                    </a:cubicBezTo>
                    <a:cubicBezTo>
                      <a:pt x="1005" y="60"/>
                      <a:pt x="1005" y="60"/>
                      <a:pt x="1005" y="60"/>
                    </a:cubicBezTo>
                    <a:cubicBezTo>
                      <a:pt x="1005" y="67"/>
                      <a:pt x="1006" y="72"/>
                      <a:pt x="1008" y="76"/>
                    </a:cubicBezTo>
                    <a:cubicBezTo>
                      <a:pt x="1010" y="80"/>
                      <a:pt x="1012" y="81"/>
                      <a:pt x="1015" y="81"/>
                    </a:cubicBezTo>
                    <a:cubicBezTo>
                      <a:pt x="1017" y="81"/>
                      <a:pt x="1019" y="80"/>
                      <a:pt x="1021" y="78"/>
                    </a:cubicBezTo>
                    <a:cubicBezTo>
                      <a:pt x="1022" y="76"/>
                      <a:pt x="1024" y="73"/>
                      <a:pt x="1024" y="68"/>
                    </a:cubicBezTo>
                    <a:close/>
                    <a:moveTo>
                      <a:pt x="1005" y="51"/>
                    </a:moveTo>
                    <a:cubicBezTo>
                      <a:pt x="1024" y="51"/>
                      <a:pt x="1024" y="51"/>
                      <a:pt x="1024" y="51"/>
                    </a:cubicBezTo>
                    <a:cubicBezTo>
                      <a:pt x="1024" y="46"/>
                      <a:pt x="1023" y="42"/>
                      <a:pt x="1022" y="39"/>
                    </a:cubicBezTo>
                    <a:cubicBezTo>
                      <a:pt x="1020" y="35"/>
                      <a:pt x="1018" y="33"/>
                      <a:pt x="1015" y="33"/>
                    </a:cubicBezTo>
                    <a:cubicBezTo>
                      <a:pt x="1012" y="33"/>
                      <a:pt x="1010" y="34"/>
                      <a:pt x="1008" y="38"/>
                    </a:cubicBezTo>
                    <a:cubicBezTo>
                      <a:pt x="1006" y="41"/>
                      <a:pt x="1005" y="45"/>
                      <a:pt x="1005" y="51"/>
                    </a:cubicBezTo>
                    <a:close/>
                    <a:moveTo>
                      <a:pt x="1080" y="81"/>
                    </a:moveTo>
                    <a:cubicBezTo>
                      <a:pt x="1077" y="84"/>
                      <a:pt x="1075" y="87"/>
                      <a:pt x="1073" y="88"/>
                    </a:cubicBezTo>
                    <a:cubicBezTo>
                      <a:pt x="1071" y="90"/>
                      <a:pt x="1069" y="90"/>
                      <a:pt x="1067" y="90"/>
                    </a:cubicBezTo>
                    <a:cubicBezTo>
                      <a:pt x="1063" y="90"/>
                      <a:pt x="1060" y="89"/>
                      <a:pt x="1058" y="85"/>
                    </a:cubicBezTo>
                    <a:cubicBezTo>
                      <a:pt x="1056" y="82"/>
                      <a:pt x="1055" y="77"/>
                      <a:pt x="1055" y="72"/>
                    </a:cubicBezTo>
                    <a:cubicBezTo>
                      <a:pt x="1055" y="69"/>
                      <a:pt x="1055" y="66"/>
                      <a:pt x="1056" y="64"/>
                    </a:cubicBezTo>
                    <a:cubicBezTo>
                      <a:pt x="1057" y="61"/>
                      <a:pt x="1058" y="59"/>
                      <a:pt x="1059" y="57"/>
                    </a:cubicBezTo>
                    <a:cubicBezTo>
                      <a:pt x="1060" y="56"/>
                      <a:pt x="1062" y="55"/>
                      <a:pt x="1063" y="54"/>
                    </a:cubicBezTo>
                    <a:cubicBezTo>
                      <a:pt x="1064" y="53"/>
                      <a:pt x="1066" y="53"/>
                      <a:pt x="1068" y="52"/>
                    </a:cubicBezTo>
                    <a:cubicBezTo>
                      <a:pt x="1073" y="51"/>
                      <a:pt x="1077" y="50"/>
                      <a:pt x="1079" y="49"/>
                    </a:cubicBezTo>
                    <a:cubicBezTo>
                      <a:pt x="1079" y="47"/>
                      <a:pt x="1079" y="46"/>
                      <a:pt x="1079" y="46"/>
                    </a:cubicBezTo>
                    <a:cubicBezTo>
                      <a:pt x="1079" y="41"/>
                      <a:pt x="1079" y="38"/>
                      <a:pt x="1077" y="36"/>
                    </a:cubicBezTo>
                    <a:cubicBezTo>
                      <a:pt x="1076" y="34"/>
                      <a:pt x="1074" y="33"/>
                      <a:pt x="1071" y="33"/>
                    </a:cubicBezTo>
                    <a:cubicBezTo>
                      <a:pt x="1068" y="33"/>
                      <a:pt x="1066" y="34"/>
                      <a:pt x="1064" y="35"/>
                    </a:cubicBezTo>
                    <a:cubicBezTo>
                      <a:pt x="1063" y="37"/>
                      <a:pt x="1062" y="40"/>
                      <a:pt x="1062" y="45"/>
                    </a:cubicBezTo>
                    <a:cubicBezTo>
                      <a:pt x="1056" y="43"/>
                      <a:pt x="1056" y="43"/>
                      <a:pt x="1056" y="43"/>
                    </a:cubicBezTo>
                    <a:cubicBezTo>
                      <a:pt x="1056" y="39"/>
                      <a:pt x="1057" y="35"/>
                      <a:pt x="1058" y="33"/>
                    </a:cubicBezTo>
                    <a:cubicBezTo>
                      <a:pt x="1060" y="30"/>
                      <a:pt x="1061" y="28"/>
                      <a:pt x="1064" y="26"/>
                    </a:cubicBezTo>
                    <a:cubicBezTo>
                      <a:pt x="1066" y="25"/>
                      <a:pt x="1069" y="24"/>
                      <a:pt x="1072" y="24"/>
                    </a:cubicBezTo>
                    <a:cubicBezTo>
                      <a:pt x="1075" y="24"/>
                      <a:pt x="1077" y="25"/>
                      <a:pt x="1079" y="26"/>
                    </a:cubicBezTo>
                    <a:cubicBezTo>
                      <a:pt x="1081" y="27"/>
                      <a:pt x="1082" y="29"/>
                      <a:pt x="1083" y="31"/>
                    </a:cubicBezTo>
                    <a:cubicBezTo>
                      <a:pt x="1084" y="33"/>
                      <a:pt x="1084" y="35"/>
                      <a:pt x="1085" y="38"/>
                    </a:cubicBezTo>
                    <a:cubicBezTo>
                      <a:pt x="1085" y="40"/>
                      <a:pt x="1085" y="43"/>
                      <a:pt x="1085" y="48"/>
                    </a:cubicBezTo>
                    <a:cubicBezTo>
                      <a:pt x="1085" y="62"/>
                      <a:pt x="1085" y="62"/>
                      <a:pt x="1085" y="62"/>
                    </a:cubicBezTo>
                    <a:cubicBezTo>
                      <a:pt x="1085" y="72"/>
                      <a:pt x="1085" y="79"/>
                      <a:pt x="1085" y="81"/>
                    </a:cubicBezTo>
                    <a:cubicBezTo>
                      <a:pt x="1086" y="84"/>
                      <a:pt x="1086" y="86"/>
                      <a:pt x="1087" y="89"/>
                    </a:cubicBezTo>
                    <a:cubicBezTo>
                      <a:pt x="1081" y="89"/>
                      <a:pt x="1081" y="89"/>
                      <a:pt x="1081" y="89"/>
                    </a:cubicBezTo>
                    <a:cubicBezTo>
                      <a:pt x="1080" y="87"/>
                      <a:pt x="1080" y="84"/>
                      <a:pt x="1080" y="81"/>
                    </a:cubicBezTo>
                    <a:close/>
                    <a:moveTo>
                      <a:pt x="1079" y="57"/>
                    </a:moveTo>
                    <a:cubicBezTo>
                      <a:pt x="1077" y="59"/>
                      <a:pt x="1074" y="60"/>
                      <a:pt x="1069" y="61"/>
                    </a:cubicBezTo>
                    <a:cubicBezTo>
                      <a:pt x="1067" y="62"/>
                      <a:pt x="1065" y="62"/>
                      <a:pt x="1064" y="63"/>
                    </a:cubicBezTo>
                    <a:cubicBezTo>
                      <a:pt x="1063" y="64"/>
                      <a:pt x="1062" y="65"/>
                      <a:pt x="1062" y="67"/>
                    </a:cubicBezTo>
                    <a:cubicBezTo>
                      <a:pt x="1061" y="68"/>
                      <a:pt x="1061" y="70"/>
                      <a:pt x="1061" y="72"/>
                    </a:cubicBezTo>
                    <a:cubicBezTo>
                      <a:pt x="1061" y="75"/>
                      <a:pt x="1062" y="77"/>
                      <a:pt x="1063" y="79"/>
                    </a:cubicBezTo>
                    <a:cubicBezTo>
                      <a:pt x="1064" y="81"/>
                      <a:pt x="1066" y="82"/>
                      <a:pt x="1068" y="82"/>
                    </a:cubicBezTo>
                    <a:cubicBezTo>
                      <a:pt x="1070" y="82"/>
                      <a:pt x="1072" y="81"/>
                      <a:pt x="1074" y="79"/>
                    </a:cubicBezTo>
                    <a:cubicBezTo>
                      <a:pt x="1076" y="77"/>
                      <a:pt x="1077" y="75"/>
                      <a:pt x="1078" y="72"/>
                    </a:cubicBezTo>
                    <a:cubicBezTo>
                      <a:pt x="1079" y="69"/>
                      <a:pt x="1079" y="66"/>
                      <a:pt x="1079" y="61"/>
                    </a:cubicBezTo>
                    <a:cubicBezTo>
                      <a:pt x="1079" y="57"/>
                      <a:pt x="1079" y="57"/>
                      <a:pt x="1079" y="57"/>
                    </a:cubicBezTo>
                    <a:close/>
                    <a:moveTo>
                      <a:pt x="1098" y="89"/>
                    </a:moveTo>
                    <a:cubicBezTo>
                      <a:pt x="1098" y="25"/>
                      <a:pt x="1098" y="25"/>
                      <a:pt x="1098" y="25"/>
                    </a:cubicBezTo>
                    <a:cubicBezTo>
                      <a:pt x="1103" y="25"/>
                      <a:pt x="1103" y="25"/>
                      <a:pt x="1103" y="25"/>
                    </a:cubicBezTo>
                    <a:cubicBezTo>
                      <a:pt x="1103" y="34"/>
                      <a:pt x="1103" y="34"/>
                      <a:pt x="1103" y="34"/>
                    </a:cubicBezTo>
                    <a:cubicBezTo>
                      <a:pt x="1106" y="27"/>
                      <a:pt x="1110" y="24"/>
                      <a:pt x="1114" y="24"/>
                    </a:cubicBezTo>
                    <a:cubicBezTo>
                      <a:pt x="1117" y="24"/>
                      <a:pt x="1119" y="25"/>
                      <a:pt x="1120" y="26"/>
                    </a:cubicBezTo>
                    <a:cubicBezTo>
                      <a:pt x="1122" y="27"/>
                      <a:pt x="1123" y="29"/>
                      <a:pt x="1124" y="31"/>
                    </a:cubicBezTo>
                    <a:cubicBezTo>
                      <a:pt x="1125" y="34"/>
                      <a:pt x="1126" y="36"/>
                      <a:pt x="1126" y="39"/>
                    </a:cubicBezTo>
                    <a:cubicBezTo>
                      <a:pt x="1126" y="41"/>
                      <a:pt x="1126" y="45"/>
                      <a:pt x="1126" y="50"/>
                    </a:cubicBezTo>
                    <a:cubicBezTo>
                      <a:pt x="1126" y="89"/>
                      <a:pt x="1126" y="89"/>
                      <a:pt x="1126" y="89"/>
                    </a:cubicBezTo>
                    <a:cubicBezTo>
                      <a:pt x="1121" y="89"/>
                      <a:pt x="1121" y="89"/>
                      <a:pt x="1121" y="89"/>
                    </a:cubicBezTo>
                    <a:cubicBezTo>
                      <a:pt x="1121" y="50"/>
                      <a:pt x="1121" y="50"/>
                      <a:pt x="1121" y="50"/>
                    </a:cubicBezTo>
                    <a:cubicBezTo>
                      <a:pt x="1121" y="46"/>
                      <a:pt x="1120" y="43"/>
                      <a:pt x="1120" y="40"/>
                    </a:cubicBezTo>
                    <a:cubicBezTo>
                      <a:pt x="1119" y="38"/>
                      <a:pt x="1119" y="36"/>
                      <a:pt x="1117" y="35"/>
                    </a:cubicBezTo>
                    <a:cubicBezTo>
                      <a:pt x="1116" y="34"/>
                      <a:pt x="1115" y="33"/>
                      <a:pt x="1113" y="33"/>
                    </a:cubicBezTo>
                    <a:cubicBezTo>
                      <a:pt x="1111" y="33"/>
                      <a:pt x="1109" y="35"/>
                      <a:pt x="1107" y="38"/>
                    </a:cubicBezTo>
                    <a:cubicBezTo>
                      <a:pt x="1105" y="40"/>
                      <a:pt x="1104" y="46"/>
                      <a:pt x="1104" y="54"/>
                    </a:cubicBezTo>
                    <a:cubicBezTo>
                      <a:pt x="1104" y="89"/>
                      <a:pt x="1104" y="89"/>
                      <a:pt x="1104" y="89"/>
                    </a:cubicBezTo>
                    <a:cubicBezTo>
                      <a:pt x="1098" y="89"/>
                      <a:pt x="1098" y="89"/>
                      <a:pt x="1098" y="89"/>
                    </a:cubicBezTo>
                    <a:close/>
                    <a:moveTo>
                      <a:pt x="1162" y="89"/>
                    </a:moveTo>
                    <a:cubicBezTo>
                      <a:pt x="1162" y="81"/>
                      <a:pt x="1162" y="81"/>
                      <a:pt x="1162" y="81"/>
                    </a:cubicBezTo>
                    <a:cubicBezTo>
                      <a:pt x="1160" y="87"/>
                      <a:pt x="1157" y="90"/>
                      <a:pt x="1152" y="90"/>
                    </a:cubicBezTo>
                    <a:cubicBezTo>
                      <a:pt x="1149" y="90"/>
                      <a:pt x="1147" y="89"/>
                      <a:pt x="1145" y="86"/>
                    </a:cubicBezTo>
                    <a:cubicBezTo>
                      <a:pt x="1142" y="83"/>
                      <a:pt x="1140" y="79"/>
                      <a:pt x="1139" y="74"/>
                    </a:cubicBezTo>
                    <a:cubicBezTo>
                      <a:pt x="1138" y="69"/>
                      <a:pt x="1137" y="64"/>
                      <a:pt x="1137" y="57"/>
                    </a:cubicBezTo>
                    <a:cubicBezTo>
                      <a:pt x="1137" y="51"/>
                      <a:pt x="1138" y="45"/>
                      <a:pt x="1139" y="40"/>
                    </a:cubicBezTo>
                    <a:cubicBezTo>
                      <a:pt x="1140" y="35"/>
                      <a:pt x="1142" y="31"/>
                      <a:pt x="1144" y="28"/>
                    </a:cubicBezTo>
                    <a:cubicBezTo>
                      <a:pt x="1146" y="25"/>
                      <a:pt x="1149" y="24"/>
                      <a:pt x="1152" y="24"/>
                    </a:cubicBezTo>
                    <a:cubicBezTo>
                      <a:pt x="1154" y="24"/>
                      <a:pt x="1156" y="25"/>
                      <a:pt x="1158" y="26"/>
                    </a:cubicBezTo>
                    <a:cubicBezTo>
                      <a:pt x="1159" y="28"/>
                      <a:pt x="1161" y="30"/>
                      <a:pt x="1162" y="33"/>
                    </a:cubicBezTo>
                    <a:cubicBezTo>
                      <a:pt x="1162" y="1"/>
                      <a:pt x="1162" y="1"/>
                      <a:pt x="1162" y="1"/>
                    </a:cubicBezTo>
                    <a:cubicBezTo>
                      <a:pt x="1167" y="1"/>
                      <a:pt x="1167" y="1"/>
                      <a:pt x="1167" y="1"/>
                    </a:cubicBezTo>
                    <a:cubicBezTo>
                      <a:pt x="1167" y="89"/>
                      <a:pt x="1167" y="89"/>
                      <a:pt x="1167" y="89"/>
                    </a:cubicBezTo>
                    <a:cubicBezTo>
                      <a:pt x="1162" y="89"/>
                      <a:pt x="1162" y="89"/>
                      <a:pt x="1162" y="89"/>
                    </a:cubicBezTo>
                    <a:close/>
                    <a:moveTo>
                      <a:pt x="1143" y="57"/>
                    </a:moveTo>
                    <a:cubicBezTo>
                      <a:pt x="1143" y="65"/>
                      <a:pt x="1144" y="71"/>
                      <a:pt x="1146" y="75"/>
                    </a:cubicBezTo>
                    <a:cubicBezTo>
                      <a:pt x="1148" y="79"/>
                      <a:pt x="1150" y="81"/>
                      <a:pt x="1153" y="81"/>
                    </a:cubicBezTo>
                    <a:cubicBezTo>
                      <a:pt x="1155" y="81"/>
                      <a:pt x="1158" y="80"/>
                      <a:pt x="1159" y="76"/>
                    </a:cubicBezTo>
                    <a:cubicBezTo>
                      <a:pt x="1161" y="72"/>
                      <a:pt x="1162" y="66"/>
                      <a:pt x="1162" y="58"/>
                    </a:cubicBezTo>
                    <a:cubicBezTo>
                      <a:pt x="1162" y="49"/>
                      <a:pt x="1161" y="43"/>
                      <a:pt x="1159" y="39"/>
                    </a:cubicBezTo>
                    <a:cubicBezTo>
                      <a:pt x="1157" y="35"/>
                      <a:pt x="1155" y="33"/>
                      <a:pt x="1152" y="33"/>
                    </a:cubicBezTo>
                    <a:cubicBezTo>
                      <a:pt x="1150" y="33"/>
                      <a:pt x="1148" y="35"/>
                      <a:pt x="1146" y="39"/>
                    </a:cubicBezTo>
                    <a:cubicBezTo>
                      <a:pt x="1144" y="43"/>
                      <a:pt x="1143" y="49"/>
                      <a:pt x="1143" y="57"/>
                    </a:cubicBezTo>
                    <a:close/>
                    <a:moveTo>
                      <a:pt x="1207" y="89"/>
                    </a:moveTo>
                    <a:cubicBezTo>
                      <a:pt x="1207" y="11"/>
                      <a:pt x="1207" y="11"/>
                      <a:pt x="1207" y="11"/>
                    </a:cubicBezTo>
                    <a:cubicBezTo>
                      <a:pt x="1191" y="11"/>
                      <a:pt x="1191" y="11"/>
                      <a:pt x="1191" y="11"/>
                    </a:cubicBezTo>
                    <a:cubicBezTo>
                      <a:pt x="1191" y="1"/>
                      <a:pt x="1191" y="1"/>
                      <a:pt x="1191" y="1"/>
                    </a:cubicBezTo>
                    <a:cubicBezTo>
                      <a:pt x="1230" y="1"/>
                      <a:pt x="1230" y="1"/>
                      <a:pt x="1230" y="1"/>
                    </a:cubicBezTo>
                    <a:cubicBezTo>
                      <a:pt x="1230" y="11"/>
                      <a:pt x="1230" y="11"/>
                      <a:pt x="1230" y="11"/>
                    </a:cubicBezTo>
                    <a:cubicBezTo>
                      <a:pt x="1214" y="11"/>
                      <a:pt x="1214" y="11"/>
                      <a:pt x="1214" y="11"/>
                    </a:cubicBezTo>
                    <a:cubicBezTo>
                      <a:pt x="1214" y="89"/>
                      <a:pt x="1214" y="89"/>
                      <a:pt x="1214" y="89"/>
                    </a:cubicBezTo>
                    <a:cubicBezTo>
                      <a:pt x="1207" y="89"/>
                      <a:pt x="1207" y="89"/>
                      <a:pt x="1207" y="89"/>
                    </a:cubicBezTo>
                    <a:close/>
                    <a:moveTo>
                      <a:pt x="1256" y="68"/>
                    </a:moveTo>
                    <a:cubicBezTo>
                      <a:pt x="1262" y="70"/>
                      <a:pt x="1262" y="70"/>
                      <a:pt x="1262" y="70"/>
                    </a:cubicBezTo>
                    <a:cubicBezTo>
                      <a:pt x="1261" y="76"/>
                      <a:pt x="1259" y="81"/>
                      <a:pt x="1257" y="85"/>
                    </a:cubicBezTo>
                    <a:cubicBezTo>
                      <a:pt x="1254" y="89"/>
                      <a:pt x="1251" y="90"/>
                      <a:pt x="1247" y="90"/>
                    </a:cubicBezTo>
                    <a:cubicBezTo>
                      <a:pt x="1241" y="90"/>
                      <a:pt x="1237" y="87"/>
                      <a:pt x="1234" y="82"/>
                    </a:cubicBezTo>
                    <a:cubicBezTo>
                      <a:pt x="1231" y="76"/>
                      <a:pt x="1230" y="68"/>
                      <a:pt x="1230" y="58"/>
                    </a:cubicBezTo>
                    <a:cubicBezTo>
                      <a:pt x="1230" y="47"/>
                      <a:pt x="1231" y="39"/>
                      <a:pt x="1234" y="33"/>
                    </a:cubicBezTo>
                    <a:cubicBezTo>
                      <a:pt x="1237" y="27"/>
                      <a:pt x="1241" y="24"/>
                      <a:pt x="1246" y="24"/>
                    </a:cubicBezTo>
                    <a:cubicBezTo>
                      <a:pt x="1251" y="24"/>
                      <a:pt x="1255" y="27"/>
                      <a:pt x="1258" y="33"/>
                    </a:cubicBezTo>
                    <a:cubicBezTo>
                      <a:pt x="1261" y="38"/>
                      <a:pt x="1262" y="46"/>
                      <a:pt x="1262" y="57"/>
                    </a:cubicBezTo>
                    <a:cubicBezTo>
                      <a:pt x="1262" y="58"/>
                      <a:pt x="1262" y="59"/>
                      <a:pt x="1262" y="60"/>
                    </a:cubicBezTo>
                    <a:cubicBezTo>
                      <a:pt x="1236" y="60"/>
                      <a:pt x="1236" y="60"/>
                      <a:pt x="1236" y="60"/>
                    </a:cubicBezTo>
                    <a:cubicBezTo>
                      <a:pt x="1236" y="67"/>
                      <a:pt x="1237" y="72"/>
                      <a:pt x="1239" y="76"/>
                    </a:cubicBezTo>
                    <a:cubicBezTo>
                      <a:pt x="1241" y="80"/>
                      <a:pt x="1244" y="81"/>
                      <a:pt x="1247" y="81"/>
                    </a:cubicBezTo>
                    <a:cubicBezTo>
                      <a:pt x="1249" y="81"/>
                      <a:pt x="1251" y="80"/>
                      <a:pt x="1252" y="78"/>
                    </a:cubicBezTo>
                    <a:cubicBezTo>
                      <a:pt x="1254" y="76"/>
                      <a:pt x="1255" y="73"/>
                      <a:pt x="1256" y="68"/>
                    </a:cubicBezTo>
                    <a:close/>
                    <a:moveTo>
                      <a:pt x="1236" y="51"/>
                    </a:moveTo>
                    <a:cubicBezTo>
                      <a:pt x="1256" y="51"/>
                      <a:pt x="1256" y="51"/>
                      <a:pt x="1256" y="51"/>
                    </a:cubicBezTo>
                    <a:cubicBezTo>
                      <a:pt x="1256" y="46"/>
                      <a:pt x="1255" y="42"/>
                      <a:pt x="1254" y="39"/>
                    </a:cubicBezTo>
                    <a:cubicBezTo>
                      <a:pt x="1252" y="35"/>
                      <a:pt x="1249" y="33"/>
                      <a:pt x="1246" y="33"/>
                    </a:cubicBezTo>
                    <a:cubicBezTo>
                      <a:pt x="1244" y="33"/>
                      <a:pt x="1241" y="34"/>
                      <a:pt x="1239" y="38"/>
                    </a:cubicBezTo>
                    <a:cubicBezTo>
                      <a:pt x="1238" y="41"/>
                      <a:pt x="1237" y="45"/>
                      <a:pt x="1236" y="51"/>
                    </a:cubicBezTo>
                    <a:close/>
                    <a:moveTo>
                      <a:pt x="1296" y="66"/>
                    </a:moveTo>
                    <a:cubicBezTo>
                      <a:pt x="1302" y="67"/>
                      <a:pt x="1302" y="67"/>
                      <a:pt x="1302" y="67"/>
                    </a:cubicBezTo>
                    <a:cubicBezTo>
                      <a:pt x="1301" y="74"/>
                      <a:pt x="1300" y="80"/>
                      <a:pt x="1297" y="84"/>
                    </a:cubicBezTo>
                    <a:cubicBezTo>
                      <a:pt x="1294" y="88"/>
                      <a:pt x="1291" y="90"/>
                      <a:pt x="1287" y="90"/>
                    </a:cubicBezTo>
                    <a:cubicBezTo>
                      <a:pt x="1282" y="90"/>
                      <a:pt x="1279" y="87"/>
                      <a:pt x="1276" y="82"/>
                    </a:cubicBezTo>
                    <a:cubicBezTo>
                      <a:pt x="1273" y="76"/>
                      <a:pt x="1271" y="68"/>
                      <a:pt x="1271" y="57"/>
                    </a:cubicBezTo>
                    <a:cubicBezTo>
                      <a:pt x="1271" y="50"/>
                      <a:pt x="1272" y="44"/>
                      <a:pt x="1273" y="39"/>
                    </a:cubicBezTo>
                    <a:cubicBezTo>
                      <a:pt x="1274" y="34"/>
                      <a:pt x="1276" y="30"/>
                      <a:pt x="1279" y="28"/>
                    </a:cubicBezTo>
                    <a:cubicBezTo>
                      <a:pt x="1281" y="25"/>
                      <a:pt x="1284" y="24"/>
                      <a:pt x="1287" y="24"/>
                    </a:cubicBezTo>
                    <a:cubicBezTo>
                      <a:pt x="1291" y="24"/>
                      <a:pt x="1294" y="26"/>
                      <a:pt x="1297" y="29"/>
                    </a:cubicBezTo>
                    <a:cubicBezTo>
                      <a:pt x="1299" y="33"/>
                      <a:pt x="1301" y="38"/>
                      <a:pt x="1301" y="44"/>
                    </a:cubicBezTo>
                    <a:cubicBezTo>
                      <a:pt x="1295" y="46"/>
                      <a:pt x="1295" y="46"/>
                      <a:pt x="1295" y="46"/>
                    </a:cubicBezTo>
                    <a:cubicBezTo>
                      <a:pt x="1295" y="41"/>
                      <a:pt x="1294" y="38"/>
                      <a:pt x="1293" y="36"/>
                    </a:cubicBezTo>
                    <a:cubicBezTo>
                      <a:pt x="1291" y="34"/>
                      <a:pt x="1289" y="33"/>
                      <a:pt x="1287" y="33"/>
                    </a:cubicBezTo>
                    <a:cubicBezTo>
                      <a:pt x="1284" y="33"/>
                      <a:pt x="1282" y="35"/>
                      <a:pt x="1280" y="39"/>
                    </a:cubicBezTo>
                    <a:cubicBezTo>
                      <a:pt x="1278" y="42"/>
                      <a:pt x="1277" y="49"/>
                      <a:pt x="1277" y="57"/>
                    </a:cubicBezTo>
                    <a:cubicBezTo>
                      <a:pt x="1277" y="66"/>
                      <a:pt x="1278" y="72"/>
                      <a:pt x="1280" y="76"/>
                    </a:cubicBezTo>
                    <a:cubicBezTo>
                      <a:pt x="1282" y="80"/>
                      <a:pt x="1284" y="81"/>
                      <a:pt x="1287" y="81"/>
                    </a:cubicBezTo>
                    <a:cubicBezTo>
                      <a:pt x="1289" y="81"/>
                      <a:pt x="1291" y="80"/>
                      <a:pt x="1293" y="78"/>
                    </a:cubicBezTo>
                    <a:cubicBezTo>
                      <a:pt x="1295" y="75"/>
                      <a:pt x="1296" y="71"/>
                      <a:pt x="1296" y="66"/>
                    </a:cubicBezTo>
                    <a:close/>
                    <a:moveTo>
                      <a:pt x="1311" y="89"/>
                    </a:moveTo>
                    <a:cubicBezTo>
                      <a:pt x="1311" y="1"/>
                      <a:pt x="1311" y="1"/>
                      <a:pt x="1311" y="1"/>
                    </a:cubicBezTo>
                    <a:cubicBezTo>
                      <a:pt x="1317" y="1"/>
                      <a:pt x="1317" y="1"/>
                      <a:pt x="1317" y="1"/>
                    </a:cubicBezTo>
                    <a:cubicBezTo>
                      <a:pt x="1317" y="33"/>
                      <a:pt x="1317" y="33"/>
                      <a:pt x="1317" y="33"/>
                    </a:cubicBezTo>
                    <a:cubicBezTo>
                      <a:pt x="1319" y="27"/>
                      <a:pt x="1323" y="24"/>
                      <a:pt x="1327" y="24"/>
                    </a:cubicBezTo>
                    <a:cubicBezTo>
                      <a:pt x="1330" y="24"/>
                      <a:pt x="1332" y="25"/>
                      <a:pt x="1334" y="27"/>
                    </a:cubicBezTo>
                    <a:cubicBezTo>
                      <a:pt x="1336" y="28"/>
                      <a:pt x="1337" y="31"/>
                      <a:pt x="1338" y="34"/>
                    </a:cubicBezTo>
                    <a:cubicBezTo>
                      <a:pt x="1339" y="38"/>
                      <a:pt x="1339" y="42"/>
                      <a:pt x="1339" y="49"/>
                    </a:cubicBezTo>
                    <a:cubicBezTo>
                      <a:pt x="1339" y="89"/>
                      <a:pt x="1339" y="89"/>
                      <a:pt x="1339" y="89"/>
                    </a:cubicBezTo>
                    <a:cubicBezTo>
                      <a:pt x="1333" y="89"/>
                      <a:pt x="1333" y="89"/>
                      <a:pt x="1333" y="89"/>
                    </a:cubicBezTo>
                    <a:cubicBezTo>
                      <a:pt x="1333" y="49"/>
                      <a:pt x="1333" y="49"/>
                      <a:pt x="1333" y="49"/>
                    </a:cubicBezTo>
                    <a:cubicBezTo>
                      <a:pt x="1333" y="43"/>
                      <a:pt x="1333" y="39"/>
                      <a:pt x="1331" y="37"/>
                    </a:cubicBezTo>
                    <a:cubicBezTo>
                      <a:pt x="1330" y="34"/>
                      <a:pt x="1328" y="33"/>
                      <a:pt x="1326" y="33"/>
                    </a:cubicBezTo>
                    <a:cubicBezTo>
                      <a:pt x="1324" y="33"/>
                      <a:pt x="1322" y="34"/>
                      <a:pt x="1321" y="36"/>
                    </a:cubicBezTo>
                    <a:cubicBezTo>
                      <a:pt x="1319" y="37"/>
                      <a:pt x="1318" y="40"/>
                      <a:pt x="1318" y="42"/>
                    </a:cubicBezTo>
                    <a:cubicBezTo>
                      <a:pt x="1317" y="45"/>
                      <a:pt x="1317" y="49"/>
                      <a:pt x="1317" y="54"/>
                    </a:cubicBezTo>
                    <a:cubicBezTo>
                      <a:pt x="1317" y="89"/>
                      <a:pt x="1317" y="89"/>
                      <a:pt x="1317" y="89"/>
                    </a:cubicBezTo>
                    <a:cubicBezTo>
                      <a:pt x="1311" y="89"/>
                      <a:pt x="1311" y="89"/>
                      <a:pt x="1311" y="89"/>
                    </a:cubicBezTo>
                    <a:close/>
                    <a:moveTo>
                      <a:pt x="1352" y="89"/>
                    </a:moveTo>
                    <a:cubicBezTo>
                      <a:pt x="1352" y="25"/>
                      <a:pt x="1352" y="25"/>
                      <a:pt x="1352" y="25"/>
                    </a:cubicBezTo>
                    <a:cubicBezTo>
                      <a:pt x="1357" y="25"/>
                      <a:pt x="1357" y="25"/>
                      <a:pt x="1357" y="25"/>
                    </a:cubicBezTo>
                    <a:cubicBezTo>
                      <a:pt x="1357" y="34"/>
                      <a:pt x="1357" y="34"/>
                      <a:pt x="1357" y="34"/>
                    </a:cubicBezTo>
                    <a:cubicBezTo>
                      <a:pt x="1360" y="27"/>
                      <a:pt x="1363" y="24"/>
                      <a:pt x="1368" y="24"/>
                    </a:cubicBezTo>
                    <a:cubicBezTo>
                      <a:pt x="1370" y="24"/>
                      <a:pt x="1372" y="25"/>
                      <a:pt x="1374" y="26"/>
                    </a:cubicBezTo>
                    <a:cubicBezTo>
                      <a:pt x="1376" y="27"/>
                      <a:pt x="1377" y="29"/>
                      <a:pt x="1378" y="31"/>
                    </a:cubicBezTo>
                    <a:cubicBezTo>
                      <a:pt x="1379" y="34"/>
                      <a:pt x="1380" y="36"/>
                      <a:pt x="1380" y="39"/>
                    </a:cubicBezTo>
                    <a:cubicBezTo>
                      <a:pt x="1380" y="41"/>
                      <a:pt x="1380" y="45"/>
                      <a:pt x="1380" y="50"/>
                    </a:cubicBezTo>
                    <a:cubicBezTo>
                      <a:pt x="1380" y="89"/>
                      <a:pt x="1380" y="89"/>
                      <a:pt x="1380" y="89"/>
                    </a:cubicBezTo>
                    <a:cubicBezTo>
                      <a:pt x="1374" y="89"/>
                      <a:pt x="1374" y="89"/>
                      <a:pt x="1374" y="89"/>
                    </a:cubicBezTo>
                    <a:cubicBezTo>
                      <a:pt x="1374" y="50"/>
                      <a:pt x="1374" y="50"/>
                      <a:pt x="1374" y="50"/>
                    </a:cubicBezTo>
                    <a:cubicBezTo>
                      <a:pt x="1374" y="46"/>
                      <a:pt x="1374" y="43"/>
                      <a:pt x="1374" y="40"/>
                    </a:cubicBezTo>
                    <a:cubicBezTo>
                      <a:pt x="1373" y="38"/>
                      <a:pt x="1372" y="36"/>
                      <a:pt x="1371" y="35"/>
                    </a:cubicBezTo>
                    <a:cubicBezTo>
                      <a:pt x="1370" y="34"/>
                      <a:pt x="1369" y="33"/>
                      <a:pt x="1367" y="33"/>
                    </a:cubicBezTo>
                    <a:cubicBezTo>
                      <a:pt x="1365" y="33"/>
                      <a:pt x="1362" y="35"/>
                      <a:pt x="1361" y="38"/>
                    </a:cubicBezTo>
                    <a:cubicBezTo>
                      <a:pt x="1359" y="40"/>
                      <a:pt x="1358" y="46"/>
                      <a:pt x="1358" y="54"/>
                    </a:cubicBezTo>
                    <a:cubicBezTo>
                      <a:pt x="1358" y="89"/>
                      <a:pt x="1358" y="89"/>
                      <a:pt x="1358" y="89"/>
                    </a:cubicBezTo>
                    <a:cubicBezTo>
                      <a:pt x="1352" y="89"/>
                      <a:pt x="1352" y="89"/>
                      <a:pt x="1352" y="89"/>
                    </a:cubicBezTo>
                    <a:close/>
                    <a:moveTo>
                      <a:pt x="1391" y="57"/>
                    </a:moveTo>
                    <a:cubicBezTo>
                      <a:pt x="1391" y="45"/>
                      <a:pt x="1393" y="37"/>
                      <a:pt x="1396" y="31"/>
                    </a:cubicBezTo>
                    <a:cubicBezTo>
                      <a:pt x="1399" y="26"/>
                      <a:pt x="1403" y="24"/>
                      <a:pt x="1407" y="24"/>
                    </a:cubicBezTo>
                    <a:cubicBezTo>
                      <a:pt x="1412" y="24"/>
                      <a:pt x="1416" y="27"/>
                      <a:pt x="1419" y="32"/>
                    </a:cubicBezTo>
                    <a:cubicBezTo>
                      <a:pt x="1422" y="38"/>
                      <a:pt x="1424" y="46"/>
                      <a:pt x="1424" y="56"/>
                    </a:cubicBezTo>
                    <a:cubicBezTo>
                      <a:pt x="1424" y="64"/>
                      <a:pt x="1423" y="71"/>
                      <a:pt x="1422" y="76"/>
                    </a:cubicBezTo>
                    <a:cubicBezTo>
                      <a:pt x="1420" y="80"/>
                      <a:pt x="1418" y="84"/>
                      <a:pt x="1416" y="86"/>
                    </a:cubicBezTo>
                    <a:cubicBezTo>
                      <a:pt x="1413" y="89"/>
                      <a:pt x="1410" y="90"/>
                      <a:pt x="1407" y="90"/>
                    </a:cubicBezTo>
                    <a:cubicBezTo>
                      <a:pt x="1402" y="90"/>
                      <a:pt x="1398" y="87"/>
                      <a:pt x="1395" y="82"/>
                    </a:cubicBezTo>
                    <a:cubicBezTo>
                      <a:pt x="1392" y="76"/>
                      <a:pt x="1391" y="68"/>
                      <a:pt x="1391" y="57"/>
                    </a:cubicBezTo>
                    <a:close/>
                    <a:moveTo>
                      <a:pt x="1397" y="57"/>
                    </a:moveTo>
                    <a:cubicBezTo>
                      <a:pt x="1397" y="65"/>
                      <a:pt x="1398" y="71"/>
                      <a:pt x="1400" y="75"/>
                    </a:cubicBezTo>
                    <a:cubicBezTo>
                      <a:pt x="1402" y="79"/>
                      <a:pt x="1404" y="81"/>
                      <a:pt x="1407" y="81"/>
                    </a:cubicBezTo>
                    <a:cubicBezTo>
                      <a:pt x="1410" y="81"/>
                      <a:pt x="1413" y="79"/>
                      <a:pt x="1415" y="75"/>
                    </a:cubicBezTo>
                    <a:cubicBezTo>
                      <a:pt x="1417" y="71"/>
                      <a:pt x="1418" y="65"/>
                      <a:pt x="1418" y="57"/>
                    </a:cubicBezTo>
                    <a:cubicBezTo>
                      <a:pt x="1418" y="49"/>
                      <a:pt x="1417" y="43"/>
                      <a:pt x="1415" y="39"/>
                    </a:cubicBezTo>
                    <a:cubicBezTo>
                      <a:pt x="1413" y="35"/>
                      <a:pt x="1410" y="33"/>
                      <a:pt x="1407" y="33"/>
                    </a:cubicBezTo>
                    <a:cubicBezTo>
                      <a:pt x="1404" y="33"/>
                      <a:pt x="1402" y="35"/>
                      <a:pt x="1400" y="39"/>
                    </a:cubicBezTo>
                    <a:cubicBezTo>
                      <a:pt x="1398" y="43"/>
                      <a:pt x="1397" y="49"/>
                      <a:pt x="1397" y="57"/>
                    </a:cubicBezTo>
                    <a:close/>
                    <a:moveTo>
                      <a:pt x="1434" y="89"/>
                    </a:moveTo>
                    <a:cubicBezTo>
                      <a:pt x="1434" y="1"/>
                      <a:pt x="1434" y="1"/>
                      <a:pt x="1434" y="1"/>
                    </a:cubicBezTo>
                    <a:cubicBezTo>
                      <a:pt x="1440" y="1"/>
                      <a:pt x="1440" y="1"/>
                      <a:pt x="1440" y="1"/>
                    </a:cubicBezTo>
                    <a:cubicBezTo>
                      <a:pt x="1440" y="89"/>
                      <a:pt x="1440" y="89"/>
                      <a:pt x="1440" y="89"/>
                    </a:cubicBezTo>
                    <a:cubicBezTo>
                      <a:pt x="1434" y="89"/>
                      <a:pt x="1434" y="89"/>
                      <a:pt x="1434" y="89"/>
                    </a:cubicBezTo>
                    <a:close/>
                    <a:moveTo>
                      <a:pt x="1451" y="57"/>
                    </a:moveTo>
                    <a:cubicBezTo>
                      <a:pt x="1451" y="45"/>
                      <a:pt x="1453" y="37"/>
                      <a:pt x="1456" y="31"/>
                    </a:cubicBezTo>
                    <a:cubicBezTo>
                      <a:pt x="1459" y="26"/>
                      <a:pt x="1463" y="24"/>
                      <a:pt x="1467" y="24"/>
                    </a:cubicBezTo>
                    <a:cubicBezTo>
                      <a:pt x="1472" y="24"/>
                      <a:pt x="1476" y="27"/>
                      <a:pt x="1479" y="32"/>
                    </a:cubicBezTo>
                    <a:cubicBezTo>
                      <a:pt x="1482" y="38"/>
                      <a:pt x="1484" y="46"/>
                      <a:pt x="1484" y="56"/>
                    </a:cubicBezTo>
                    <a:cubicBezTo>
                      <a:pt x="1484" y="64"/>
                      <a:pt x="1483" y="71"/>
                      <a:pt x="1482" y="76"/>
                    </a:cubicBezTo>
                    <a:cubicBezTo>
                      <a:pt x="1480" y="80"/>
                      <a:pt x="1478" y="84"/>
                      <a:pt x="1476" y="86"/>
                    </a:cubicBezTo>
                    <a:cubicBezTo>
                      <a:pt x="1473" y="89"/>
                      <a:pt x="1470" y="90"/>
                      <a:pt x="1467" y="90"/>
                    </a:cubicBezTo>
                    <a:cubicBezTo>
                      <a:pt x="1462" y="90"/>
                      <a:pt x="1459" y="87"/>
                      <a:pt x="1455" y="82"/>
                    </a:cubicBezTo>
                    <a:cubicBezTo>
                      <a:pt x="1452" y="76"/>
                      <a:pt x="1451" y="68"/>
                      <a:pt x="1451" y="57"/>
                    </a:cubicBezTo>
                    <a:close/>
                    <a:moveTo>
                      <a:pt x="1457" y="57"/>
                    </a:moveTo>
                    <a:cubicBezTo>
                      <a:pt x="1457" y="65"/>
                      <a:pt x="1458" y="71"/>
                      <a:pt x="1460" y="75"/>
                    </a:cubicBezTo>
                    <a:cubicBezTo>
                      <a:pt x="1462" y="79"/>
                      <a:pt x="1464" y="81"/>
                      <a:pt x="1467" y="81"/>
                    </a:cubicBezTo>
                    <a:cubicBezTo>
                      <a:pt x="1470" y="81"/>
                      <a:pt x="1473" y="79"/>
                      <a:pt x="1475" y="75"/>
                    </a:cubicBezTo>
                    <a:cubicBezTo>
                      <a:pt x="1477" y="71"/>
                      <a:pt x="1478" y="65"/>
                      <a:pt x="1478" y="57"/>
                    </a:cubicBezTo>
                    <a:cubicBezTo>
                      <a:pt x="1478" y="49"/>
                      <a:pt x="1477" y="43"/>
                      <a:pt x="1475" y="39"/>
                    </a:cubicBezTo>
                    <a:cubicBezTo>
                      <a:pt x="1473" y="35"/>
                      <a:pt x="1470" y="33"/>
                      <a:pt x="1467" y="33"/>
                    </a:cubicBezTo>
                    <a:cubicBezTo>
                      <a:pt x="1464" y="33"/>
                      <a:pt x="1462" y="35"/>
                      <a:pt x="1460" y="39"/>
                    </a:cubicBezTo>
                    <a:cubicBezTo>
                      <a:pt x="1458" y="43"/>
                      <a:pt x="1457" y="49"/>
                      <a:pt x="1457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iṥḷíḍé"/>
              <p:cNvSpPr/>
              <p:nvPr/>
            </p:nvSpPr>
            <p:spPr bwMode="auto">
              <a:xfrm>
                <a:off x="9003514" y="3864490"/>
                <a:ext cx="1155870" cy="372361"/>
              </a:xfrm>
              <a:custGeom>
                <a:avLst/>
                <a:gdLst>
                  <a:gd name="T0" fmla="*/ 15 w 359"/>
                  <a:gd name="T1" fmla="*/ 106 h 115"/>
                  <a:gd name="T2" fmla="*/ 15 w 359"/>
                  <a:gd name="T3" fmla="*/ 89 h 115"/>
                  <a:gd name="T4" fmla="*/ 7 w 359"/>
                  <a:gd name="T5" fmla="*/ 28 h 115"/>
                  <a:gd name="T6" fmla="*/ 31 w 359"/>
                  <a:gd name="T7" fmla="*/ 25 h 115"/>
                  <a:gd name="T8" fmla="*/ 15 w 359"/>
                  <a:gd name="T9" fmla="*/ 115 h 115"/>
                  <a:gd name="T10" fmla="*/ 9 w 359"/>
                  <a:gd name="T11" fmla="*/ 74 h 115"/>
                  <a:gd name="T12" fmla="*/ 23 w 359"/>
                  <a:gd name="T13" fmla="*/ 39 h 115"/>
                  <a:gd name="T14" fmla="*/ 43 w 359"/>
                  <a:gd name="T15" fmla="*/ 113 h 115"/>
                  <a:gd name="T16" fmla="*/ 51 w 359"/>
                  <a:gd name="T17" fmla="*/ 100 h 115"/>
                  <a:gd name="T18" fmla="*/ 47 w 359"/>
                  <a:gd name="T19" fmla="*/ 25 h 115"/>
                  <a:gd name="T20" fmla="*/ 66 w 359"/>
                  <a:gd name="T21" fmla="*/ 25 h 115"/>
                  <a:gd name="T22" fmla="*/ 52 w 359"/>
                  <a:gd name="T23" fmla="*/ 112 h 115"/>
                  <a:gd name="T24" fmla="*/ 99 w 359"/>
                  <a:gd name="T25" fmla="*/ 31 h 115"/>
                  <a:gd name="T26" fmla="*/ 125 w 359"/>
                  <a:gd name="T27" fmla="*/ 76 h 115"/>
                  <a:gd name="T28" fmla="*/ 94 w 359"/>
                  <a:gd name="T29" fmla="*/ 57 h 115"/>
                  <a:gd name="T30" fmla="*/ 118 w 359"/>
                  <a:gd name="T31" fmla="*/ 75 h 115"/>
                  <a:gd name="T32" fmla="*/ 103 w 359"/>
                  <a:gd name="T33" fmla="*/ 39 h 115"/>
                  <a:gd name="T34" fmla="*/ 134 w 359"/>
                  <a:gd name="T35" fmla="*/ 34 h 115"/>
                  <a:gd name="T36" fmla="*/ 140 w 359"/>
                  <a:gd name="T37" fmla="*/ 9 h 115"/>
                  <a:gd name="T38" fmla="*/ 153 w 359"/>
                  <a:gd name="T39" fmla="*/ 10 h 115"/>
                  <a:gd name="T40" fmla="*/ 145 w 359"/>
                  <a:gd name="T41" fmla="*/ 25 h 115"/>
                  <a:gd name="T42" fmla="*/ 145 w 359"/>
                  <a:gd name="T43" fmla="*/ 89 h 115"/>
                  <a:gd name="T44" fmla="*/ 209 w 359"/>
                  <a:gd name="T45" fmla="*/ 83 h 115"/>
                  <a:gd name="T46" fmla="*/ 174 w 359"/>
                  <a:gd name="T47" fmla="*/ 44 h 115"/>
                  <a:gd name="T48" fmla="*/ 209 w 359"/>
                  <a:gd name="T49" fmla="*/ 6 h 115"/>
                  <a:gd name="T50" fmla="*/ 197 w 359"/>
                  <a:gd name="T51" fmla="*/ 10 h 115"/>
                  <a:gd name="T52" fmla="*/ 182 w 359"/>
                  <a:gd name="T53" fmla="*/ 64 h 115"/>
                  <a:gd name="T54" fmla="*/ 210 w 359"/>
                  <a:gd name="T55" fmla="*/ 58 h 115"/>
                  <a:gd name="T56" fmla="*/ 233 w 359"/>
                  <a:gd name="T57" fmla="*/ 33 h 115"/>
                  <a:gd name="T58" fmla="*/ 256 w 359"/>
                  <a:gd name="T59" fmla="*/ 49 h 115"/>
                  <a:gd name="T60" fmla="*/ 248 w 359"/>
                  <a:gd name="T61" fmla="*/ 37 h 115"/>
                  <a:gd name="T62" fmla="*/ 233 w 359"/>
                  <a:gd name="T63" fmla="*/ 54 h 115"/>
                  <a:gd name="T64" fmla="*/ 269 w 359"/>
                  <a:gd name="T65" fmla="*/ 1 h 115"/>
                  <a:gd name="T66" fmla="*/ 269 w 359"/>
                  <a:gd name="T67" fmla="*/ 89 h 115"/>
                  <a:gd name="T68" fmla="*/ 269 w 359"/>
                  <a:gd name="T69" fmla="*/ 89 h 115"/>
                  <a:gd name="T70" fmla="*/ 293 w 359"/>
                  <a:gd name="T71" fmla="*/ 34 h 115"/>
                  <a:gd name="T72" fmla="*/ 316 w 359"/>
                  <a:gd name="T73" fmla="*/ 39 h 115"/>
                  <a:gd name="T74" fmla="*/ 310 w 359"/>
                  <a:gd name="T75" fmla="*/ 50 h 115"/>
                  <a:gd name="T76" fmla="*/ 296 w 359"/>
                  <a:gd name="T77" fmla="*/ 38 h 115"/>
                  <a:gd name="T78" fmla="*/ 352 w 359"/>
                  <a:gd name="T79" fmla="*/ 81 h 115"/>
                  <a:gd name="T80" fmla="*/ 327 w 359"/>
                  <a:gd name="T81" fmla="*/ 72 h 115"/>
                  <a:gd name="T82" fmla="*/ 340 w 359"/>
                  <a:gd name="T83" fmla="*/ 52 h 115"/>
                  <a:gd name="T84" fmla="*/ 343 w 359"/>
                  <a:gd name="T85" fmla="*/ 33 h 115"/>
                  <a:gd name="T86" fmla="*/ 330 w 359"/>
                  <a:gd name="T87" fmla="*/ 33 h 115"/>
                  <a:gd name="T88" fmla="*/ 355 w 359"/>
                  <a:gd name="T89" fmla="*/ 31 h 115"/>
                  <a:gd name="T90" fmla="*/ 357 w 359"/>
                  <a:gd name="T91" fmla="*/ 81 h 115"/>
                  <a:gd name="T92" fmla="*/ 351 w 359"/>
                  <a:gd name="T93" fmla="*/ 57 h 115"/>
                  <a:gd name="T94" fmla="*/ 333 w 359"/>
                  <a:gd name="T95" fmla="*/ 72 h 115"/>
                  <a:gd name="T96" fmla="*/ 350 w 359"/>
                  <a:gd name="T97" fmla="*/ 7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59" h="115">
                    <a:moveTo>
                      <a:pt x="1" y="94"/>
                    </a:moveTo>
                    <a:cubicBezTo>
                      <a:pt x="7" y="96"/>
                      <a:pt x="7" y="96"/>
                      <a:pt x="7" y="96"/>
                    </a:cubicBezTo>
                    <a:cubicBezTo>
                      <a:pt x="7" y="99"/>
                      <a:pt x="8" y="101"/>
                      <a:pt x="9" y="103"/>
                    </a:cubicBezTo>
                    <a:cubicBezTo>
                      <a:pt x="11" y="105"/>
                      <a:pt x="13" y="106"/>
                      <a:pt x="15" y="106"/>
                    </a:cubicBezTo>
                    <a:cubicBezTo>
                      <a:pt x="18" y="106"/>
                      <a:pt x="20" y="105"/>
                      <a:pt x="22" y="103"/>
                    </a:cubicBezTo>
                    <a:cubicBezTo>
                      <a:pt x="23" y="101"/>
                      <a:pt x="24" y="98"/>
                      <a:pt x="25" y="94"/>
                    </a:cubicBezTo>
                    <a:cubicBezTo>
                      <a:pt x="25" y="92"/>
                      <a:pt x="25" y="88"/>
                      <a:pt x="25" y="81"/>
                    </a:cubicBezTo>
                    <a:cubicBezTo>
                      <a:pt x="22" y="86"/>
                      <a:pt x="19" y="89"/>
                      <a:pt x="15" y="89"/>
                    </a:cubicBezTo>
                    <a:cubicBezTo>
                      <a:pt x="10" y="89"/>
                      <a:pt x="7" y="86"/>
                      <a:pt x="4" y="79"/>
                    </a:cubicBezTo>
                    <a:cubicBezTo>
                      <a:pt x="1" y="73"/>
                      <a:pt x="0" y="66"/>
                      <a:pt x="0" y="57"/>
                    </a:cubicBezTo>
                    <a:cubicBezTo>
                      <a:pt x="0" y="51"/>
                      <a:pt x="1" y="45"/>
                      <a:pt x="2" y="40"/>
                    </a:cubicBezTo>
                    <a:cubicBezTo>
                      <a:pt x="3" y="35"/>
                      <a:pt x="5" y="31"/>
                      <a:pt x="7" y="28"/>
                    </a:cubicBezTo>
                    <a:cubicBezTo>
                      <a:pt x="10" y="25"/>
                      <a:pt x="12" y="24"/>
                      <a:pt x="15" y="24"/>
                    </a:cubicBezTo>
                    <a:cubicBezTo>
                      <a:pt x="19" y="24"/>
                      <a:pt x="23" y="27"/>
                      <a:pt x="26" y="33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1" y="80"/>
                      <a:pt x="31" y="80"/>
                      <a:pt x="31" y="80"/>
                    </a:cubicBezTo>
                    <a:cubicBezTo>
                      <a:pt x="31" y="90"/>
                      <a:pt x="30" y="97"/>
                      <a:pt x="29" y="101"/>
                    </a:cubicBezTo>
                    <a:cubicBezTo>
                      <a:pt x="28" y="105"/>
                      <a:pt x="26" y="109"/>
                      <a:pt x="24" y="111"/>
                    </a:cubicBezTo>
                    <a:cubicBezTo>
                      <a:pt x="22" y="114"/>
                      <a:pt x="19" y="115"/>
                      <a:pt x="15" y="115"/>
                    </a:cubicBezTo>
                    <a:cubicBezTo>
                      <a:pt x="11" y="115"/>
                      <a:pt x="8" y="113"/>
                      <a:pt x="5" y="110"/>
                    </a:cubicBezTo>
                    <a:cubicBezTo>
                      <a:pt x="3" y="106"/>
                      <a:pt x="1" y="101"/>
                      <a:pt x="1" y="94"/>
                    </a:cubicBezTo>
                    <a:close/>
                    <a:moveTo>
                      <a:pt x="6" y="56"/>
                    </a:moveTo>
                    <a:cubicBezTo>
                      <a:pt x="6" y="64"/>
                      <a:pt x="7" y="70"/>
                      <a:pt x="9" y="74"/>
                    </a:cubicBezTo>
                    <a:cubicBezTo>
                      <a:pt x="11" y="78"/>
                      <a:pt x="13" y="80"/>
                      <a:pt x="16" y="80"/>
                    </a:cubicBezTo>
                    <a:cubicBezTo>
                      <a:pt x="19" y="80"/>
                      <a:pt x="21" y="78"/>
                      <a:pt x="23" y="74"/>
                    </a:cubicBezTo>
                    <a:cubicBezTo>
                      <a:pt x="25" y="70"/>
                      <a:pt x="25" y="64"/>
                      <a:pt x="25" y="56"/>
                    </a:cubicBezTo>
                    <a:cubicBezTo>
                      <a:pt x="25" y="49"/>
                      <a:pt x="25" y="43"/>
                      <a:pt x="23" y="39"/>
                    </a:cubicBezTo>
                    <a:cubicBezTo>
                      <a:pt x="21" y="35"/>
                      <a:pt x="18" y="33"/>
                      <a:pt x="16" y="33"/>
                    </a:cubicBezTo>
                    <a:cubicBezTo>
                      <a:pt x="13" y="33"/>
                      <a:pt x="11" y="35"/>
                      <a:pt x="9" y="39"/>
                    </a:cubicBezTo>
                    <a:cubicBezTo>
                      <a:pt x="7" y="43"/>
                      <a:pt x="6" y="48"/>
                      <a:pt x="6" y="56"/>
                    </a:cubicBezTo>
                    <a:close/>
                    <a:moveTo>
                      <a:pt x="43" y="113"/>
                    </a:moveTo>
                    <a:cubicBezTo>
                      <a:pt x="43" y="103"/>
                      <a:pt x="43" y="103"/>
                      <a:pt x="43" y="103"/>
                    </a:cubicBezTo>
                    <a:cubicBezTo>
                      <a:pt x="44" y="104"/>
                      <a:pt x="45" y="104"/>
                      <a:pt x="46" y="104"/>
                    </a:cubicBezTo>
                    <a:cubicBezTo>
                      <a:pt x="47" y="104"/>
                      <a:pt x="49" y="104"/>
                      <a:pt x="49" y="103"/>
                    </a:cubicBezTo>
                    <a:cubicBezTo>
                      <a:pt x="50" y="102"/>
                      <a:pt x="51" y="101"/>
                      <a:pt x="51" y="100"/>
                    </a:cubicBezTo>
                    <a:cubicBezTo>
                      <a:pt x="52" y="99"/>
                      <a:pt x="52" y="96"/>
                      <a:pt x="53" y="92"/>
                    </a:cubicBezTo>
                    <a:cubicBezTo>
                      <a:pt x="53" y="91"/>
                      <a:pt x="53" y="90"/>
                      <a:pt x="54" y="89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54" y="62"/>
                      <a:pt x="54" y="62"/>
                      <a:pt x="54" y="62"/>
                    </a:cubicBezTo>
                    <a:cubicBezTo>
                      <a:pt x="55" y="67"/>
                      <a:pt x="56" y="72"/>
                      <a:pt x="57" y="77"/>
                    </a:cubicBezTo>
                    <a:cubicBezTo>
                      <a:pt x="57" y="72"/>
                      <a:pt x="58" y="67"/>
                      <a:pt x="59" y="62"/>
                    </a:cubicBezTo>
                    <a:cubicBezTo>
                      <a:pt x="66" y="25"/>
                      <a:pt x="66" y="25"/>
                      <a:pt x="66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59" y="90"/>
                      <a:pt x="59" y="90"/>
                      <a:pt x="59" y="90"/>
                    </a:cubicBezTo>
                    <a:cubicBezTo>
                      <a:pt x="58" y="97"/>
                      <a:pt x="57" y="102"/>
                      <a:pt x="56" y="104"/>
                    </a:cubicBezTo>
                    <a:cubicBezTo>
                      <a:pt x="55" y="108"/>
                      <a:pt x="54" y="111"/>
                      <a:pt x="52" y="112"/>
                    </a:cubicBezTo>
                    <a:cubicBezTo>
                      <a:pt x="51" y="114"/>
                      <a:pt x="49" y="115"/>
                      <a:pt x="47" y="115"/>
                    </a:cubicBezTo>
                    <a:cubicBezTo>
                      <a:pt x="46" y="115"/>
                      <a:pt x="45" y="114"/>
                      <a:pt x="43" y="113"/>
                    </a:cubicBezTo>
                    <a:close/>
                    <a:moveTo>
                      <a:pt x="94" y="57"/>
                    </a:moveTo>
                    <a:cubicBezTo>
                      <a:pt x="94" y="45"/>
                      <a:pt x="96" y="37"/>
                      <a:pt x="99" y="31"/>
                    </a:cubicBezTo>
                    <a:cubicBezTo>
                      <a:pt x="102" y="26"/>
                      <a:pt x="106" y="24"/>
                      <a:pt x="110" y="24"/>
                    </a:cubicBezTo>
                    <a:cubicBezTo>
                      <a:pt x="115" y="24"/>
                      <a:pt x="119" y="27"/>
                      <a:pt x="122" y="32"/>
                    </a:cubicBezTo>
                    <a:cubicBezTo>
                      <a:pt x="125" y="38"/>
                      <a:pt x="127" y="46"/>
                      <a:pt x="127" y="56"/>
                    </a:cubicBezTo>
                    <a:cubicBezTo>
                      <a:pt x="127" y="64"/>
                      <a:pt x="126" y="71"/>
                      <a:pt x="125" y="76"/>
                    </a:cubicBezTo>
                    <a:cubicBezTo>
                      <a:pt x="123" y="80"/>
                      <a:pt x="121" y="84"/>
                      <a:pt x="119" y="86"/>
                    </a:cubicBezTo>
                    <a:cubicBezTo>
                      <a:pt x="116" y="89"/>
                      <a:pt x="113" y="90"/>
                      <a:pt x="110" y="90"/>
                    </a:cubicBezTo>
                    <a:cubicBezTo>
                      <a:pt x="106" y="90"/>
                      <a:pt x="102" y="87"/>
                      <a:pt x="99" y="82"/>
                    </a:cubicBezTo>
                    <a:cubicBezTo>
                      <a:pt x="95" y="76"/>
                      <a:pt x="94" y="68"/>
                      <a:pt x="94" y="57"/>
                    </a:cubicBezTo>
                    <a:close/>
                    <a:moveTo>
                      <a:pt x="100" y="57"/>
                    </a:moveTo>
                    <a:cubicBezTo>
                      <a:pt x="100" y="65"/>
                      <a:pt x="101" y="71"/>
                      <a:pt x="103" y="75"/>
                    </a:cubicBezTo>
                    <a:cubicBezTo>
                      <a:pt x="105" y="79"/>
                      <a:pt x="107" y="81"/>
                      <a:pt x="110" y="81"/>
                    </a:cubicBezTo>
                    <a:cubicBezTo>
                      <a:pt x="113" y="81"/>
                      <a:pt x="116" y="79"/>
                      <a:pt x="118" y="75"/>
                    </a:cubicBezTo>
                    <a:cubicBezTo>
                      <a:pt x="120" y="71"/>
                      <a:pt x="121" y="65"/>
                      <a:pt x="121" y="57"/>
                    </a:cubicBezTo>
                    <a:cubicBezTo>
                      <a:pt x="121" y="49"/>
                      <a:pt x="120" y="43"/>
                      <a:pt x="118" y="39"/>
                    </a:cubicBezTo>
                    <a:cubicBezTo>
                      <a:pt x="116" y="35"/>
                      <a:pt x="113" y="33"/>
                      <a:pt x="110" y="33"/>
                    </a:cubicBezTo>
                    <a:cubicBezTo>
                      <a:pt x="107" y="33"/>
                      <a:pt x="105" y="35"/>
                      <a:pt x="103" y="39"/>
                    </a:cubicBezTo>
                    <a:cubicBezTo>
                      <a:pt x="101" y="43"/>
                      <a:pt x="100" y="49"/>
                      <a:pt x="100" y="57"/>
                    </a:cubicBezTo>
                    <a:close/>
                    <a:moveTo>
                      <a:pt x="139" y="89"/>
                    </a:moveTo>
                    <a:cubicBezTo>
                      <a:pt x="139" y="34"/>
                      <a:pt x="139" y="34"/>
                      <a:pt x="139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9" y="25"/>
                      <a:pt x="139" y="25"/>
                      <a:pt x="139" y="25"/>
                    </a:cubicBezTo>
                    <a:cubicBezTo>
                      <a:pt x="139" y="19"/>
                      <a:pt x="139" y="19"/>
                      <a:pt x="139" y="19"/>
                    </a:cubicBezTo>
                    <a:cubicBezTo>
                      <a:pt x="139" y="14"/>
                      <a:pt x="139" y="11"/>
                      <a:pt x="140" y="9"/>
                    </a:cubicBezTo>
                    <a:cubicBezTo>
                      <a:pt x="140" y="6"/>
                      <a:pt x="141" y="4"/>
                      <a:pt x="143" y="2"/>
                    </a:cubicBezTo>
                    <a:cubicBezTo>
                      <a:pt x="144" y="0"/>
                      <a:pt x="146" y="0"/>
                      <a:pt x="149" y="0"/>
                    </a:cubicBezTo>
                    <a:cubicBezTo>
                      <a:pt x="150" y="0"/>
                      <a:pt x="152" y="0"/>
                      <a:pt x="154" y="1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0"/>
                      <a:pt x="151" y="9"/>
                      <a:pt x="150" y="9"/>
                    </a:cubicBezTo>
                    <a:cubicBezTo>
                      <a:pt x="148" y="9"/>
                      <a:pt x="147" y="10"/>
                      <a:pt x="146" y="12"/>
                    </a:cubicBezTo>
                    <a:cubicBezTo>
                      <a:pt x="145" y="13"/>
                      <a:pt x="145" y="16"/>
                      <a:pt x="145" y="19"/>
                    </a:cubicBezTo>
                    <a:cubicBezTo>
                      <a:pt x="145" y="25"/>
                      <a:pt x="145" y="25"/>
                      <a:pt x="145" y="25"/>
                    </a:cubicBezTo>
                    <a:cubicBezTo>
                      <a:pt x="152" y="25"/>
                      <a:pt x="152" y="25"/>
                      <a:pt x="152" y="25"/>
                    </a:cubicBezTo>
                    <a:cubicBezTo>
                      <a:pt x="152" y="34"/>
                      <a:pt x="152" y="34"/>
                      <a:pt x="152" y="34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5" y="89"/>
                      <a:pt x="145" y="89"/>
                      <a:pt x="145" y="89"/>
                    </a:cubicBezTo>
                    <a:cubicBezTo>
                      <a:pt x="139" y="89"/>
                      <a:pt x="139" y="89"/>
                      <a:pt x="139" y="89"/>
                    </a:cubicBezTo>
                    <a:close/>
                    <a:moveTo>
                      <a:pt x="210" y="58"/>
                    </a:moveTo>
                    <a:cubicBezTo>
                      <a:pt x="217" y="61"/>
                      <a:pt x="217" y="61"/>
                      <a:pt x="217" y="61"/>
                    </a:cubicBezTo>
                    <a:cubicBezTo>
                      <a:pt x="215" y="71"/>
                      <a:pt x="213" y="78"/>
                      <a:pt x="209" y="83"/>
                    </a:cubicBezTo>
                    <a:cubicBezTo>
                      <a:pt x="206" y="88"/>
                      <a:pt x="202" y="90"/>
                      <a:pt x="197" y="90"/>
                    </a:cubicBezTo>
                    <a:cubicBezTo>
                      <a:pt x="191" y="90"/>
                      <a:pt x="187" y="88"/>
                      <a:pt x="184" y="85"/>
                    </a:cubicBezTo>
                    <a:cubicBezTo>
                      <a:pt x="181" y="81"/>
                      <a:pt x="178" y="75"/>
                      <a:pt x="176" y="68"/>
                    </a:cubicBezTo>
                    <a:cubicBezTo>
                      <a:pt x="175" y="61"/>
                      <a:pt x="174" y="53"/>
                      <a:pt x="174" y="44"/>
                    </a:cubicBezTo>
                    <a:cubicBezTo>
                      <a:pt x="174" y="35"/>
                      <a:pt x="175" y="27"/>
                      <a:pt x="177" y="20"/>
                    </a:cubicBezTo>
                    <a:cubicBezTo>
                      <a:pt x="179" y="14"/>
                      <a:pt x="181" y="8"/>
                      <a:pt x="185" y="5"/>
                    </a:cubicBezTo>
                    <a:cubicBezTo>
                      <a:pt x="189" y="1"/>
                      <a:pt x="192" y="0"/>
                      <a:pt x="197" y="0"/>
                    </a:cubicBezTo>
                    <a:cubicBezTo>
                      <a:pt x="202" y="0"/>
                      <a:pt x="206" y="2"/>
                      <a:pt x="209" y="6"/>
                    </a:cubicBezTo>
                    <a:cubicBezTo>
                      <a:pt x="212" y="11"/>
                      <a:pt x="214" y="17"/>
                      <a:pt x="216" y="25"/>
                    </a:cubicBezTo>
                    <a:cubicBezTo>
                      <a:pt x="209" y="28"/>
                      <a:pt x="209" y="28"/>
                      <a:pt x="209" y="28"/>
                    </a:cubicBezTo>
                    <a:cubicBezTo>
                      <a:pt x="208" y="21"/>
                      <a:pt x="207" y="17"/>
                      <a:pt x="205" y="14"/>
                    </a:cubicBezTo>
                    <a:cubicBezTo>
                      <a:pt x="202" y="11"/>
                      <a:pt x="200" y="10"/>
                      <a:pt x="197" y="10"/>
                    </a:cubicBezTo>
                    <a:cubicBezTo>
                      <a:pt x="193" y="10"/>
                      <a:pt x="190" y="11"/>
                      <a:pt x="187" y="14"/>
                    </a:cubicBezTo>
                    <a:cubicBezTo>
                      <a:pt x="185" y="18"/>
                      <a:pt x="183" y="22"/>
                      <a:pt x="182" y="27"/>
                    </a:cubicBezTo>
                    <a:cubicBezTo>
                      <a:pt x="181" y="33"/>
                      <a:pt x="180" y="38"/>
                      <a:pt x="180" y="44"/>
                    </a:cubicBezTo>
                    <a:cubicBezTo>
                      <a:pt x="180" y="52"/>
                      <a:pt x="181" y="58"/>
                      <a:pt x="182" y="64"/>
                    </a:cubicBezTo>
                    <a:cubicBezTo>
                      <a:pt x="183" y="69"/>
                      <a:pt x="185" y="74"/>
                      <a:pt x="188" y="76"/>
                    </a:cubicBezTo>
                    <a:cubicBezTo>
                      <a:pt x="190" y="79"/>
                      <a:pt x="193" y="80"/>
                      <a:pt x="196" y="80"/>
                    </a:cubicBezTo>
                    <a:cubicBezTo>
                      <a:pt x="200" y="80"/>
                      <a:pt x="203" y="79"/>
                      <a:pt x="205" y="75"/>
                    </a:cubicBezTo>
                    <a:cubicBezTo>
                      <a:pt x="208" y="71"/>
                      <a:pt x="209" y="65"/>
                      <a:pt x="210" y="58"/>
                    </a:cubicBezTo>
                    <a:close/>
                    <a:moveTo>
                      <a:pt x="227" y="89"/>
                    </a:moveTo>
                    <a:cubicBezTo>
                      <a:pt x="227" y="1"/>
                      <a:pt x="227" y="1"/>
                      <a:pt x="227" y="1"/>
                    </a:cubicBezTo>
                    <a:cubicBezTo>
                      <a:pt x="233" y="1"/>
                      <a:pt x="233" y="1"/>
                      <a:pt x="233" y="1"/>
                    </a:cubicBezTo>
                    <a:cubicBezTo>
                      <a:pt x="233" y="33"/>
                      <a:pt x="233" y="33"/>
                      <a:pt x="233" y="33"/>
                    </a:cubicBezTo>
                    <a:cubicBezTo>
                      <a:pt x="236" y="27"/>
                      <a:pt x="240" y="24"/>
                      <a:pt x="244" y="24"/>
                    </a:cubicBezTo>
                    <a:cubicBezTo>
                      <a:pt x="246" y="24"/>
                      <a:pt x="249" y="25"/>
                      <a:pt x="251" y="27"/>
                    </a:cubicBezTo>
                    <a:cubicBezTo>
                      <a:pt x="253" y="28"/>
                      <a:pt x="254" y="31"/>
                      <a:pt x="255" y="34"/>
                    </a:cubicBezTo>
                    <a:cubicBezTo>
                      <a:pt x="256" y="38"/>
                      <a:pt x="256" y="42"/>
                      <a:pt x="256" y="49"/>
                    </a:cubicBezTo>
                    <a:cubicBezTo>
                      <a:pt x="256" y="89"/>
                      <a:pt x="256" y="89"/>
                      <a:pt x="256" y="89"/>
                    </a:cubicBezTo>
                    <a:cubicBezTo>
                      <a:pt x="250" y="89"/>
                      <a:pt x="250" y="89"/>
                      <a:pt x="250" y="89"/>
                    </a:cubicBezTo>
                    <a:cubicBezTo>
                      <a:pt x="250" y="49"/>
                      <a:pt x="250" y="49"/>
                      <a:pt x="250" y="49"/>
                    </a:cubicBezTo>
                    <a:cubicBezTo>
                      <a:pt x="250" y="43"/>
                      <a:pt x="249" y="39"/>
                      <a:pt x="248" y="37"/>
                    </a:cubicBezTo>
                    <a:cubicBezTo>
                      <a:pt x="247" y="34"/>
                      <a:pt x="245" y="33"/>
                      <a:pt x="243" y="33"/>
                    </a:cubicBezTo>
                    <a:cubicBezTo>
                      <a:pt x="241" y="33"/>
                      <a:pt x="239" y="34"/>
                      <a:pt x="238" y="36"/>
                    </a:cubicBezTo>
                    <a:cubicBezTo>
                      <a:pt x="236" y="37"/>
                      <a:pt x="235" y="40"/>
                      <a:pt x="234" y="42"/>
                    </a:cubicBezTo>
                    <a:cubicBezTo>
                      <a:pt x="234" y="45"/>
                      <a:pt x="233" y="49"/>
                      <a:pt x="233" y="54"/>
                    </a:cubicBezTo>
                    <a:cubicBezTo>
                      <a:pt x="233" y="89"/>
                      <a:pt x="233" y="89"/>
                      <a:pt x="233" y="89"/>
                    </a:cubicBezTo>
                    <a:cubicBezTo>
                      <a:pt x="227" y="89"/>
                      <a:pt x="227" y="89"/>
                      <a:pt x="227" y="89"/>
                    </a:cubicBezTo>
                    <a:close/>
                    <a:moveTo>
                      <a:pt x="269" y="14"/>
                    </a:moveTo>
                    <a:cubicBezTo>
                      <a:pt x="269" y="1"/>
                      <a:pt x="269" y="1"/>
                      <a:pt x="269" y="1"/>
                    </a:cubicBezTo>
                    <a:cubicBezTo>
                      <a:pt x="275" y="1"/>
                      <a:pt x="275" y="1"/>
                      <a:pt x="275" y="1"/>
                    </a:cubicBezTo>
                    <a:cubicBezTo>
                      <a:pt x="275" y="14"/>
                      <a:pt x="275" y="14"/>
                      <a:pt x="275" y="14"/>
                    </a:cubicBezTo>
                    <a:cubicBezTo>
                      <a:pt x="269" y="14"/>
                      <a:pt x="269" y="14"/>
                      <a:pt x="269" y="14"/>
                    </a:cubicBezTo>
                    <a:close/>
                    <a:moveTo>
                      <a:pt x="269" y="89"/>
                    </a:moveTo>
                    <a:cubicBezTo>
                      <a:pt x="269" y="25"/>
                      <a:pt x="269" y="25"/>
                      <a:pt x="269" y="25"/>
                    </a:cubicBezTo>
                    <a:cubicBezTo>
                      <a:pt x="275" y="25"/>
                      <a:pt x="275" y="25"/>
                      <a:pt x="275" y="25"/>
                    </a:cubicBezTo>
                    <a:cubicBezTo>
                      <a:pt x="275" y="89"/>
                      <a:pt x="275" y="89"/>
                      <a:pt x="275" y="89"/>
                    </a:cubicBezTo>
                    <a:cubicBezTo>
                      <a:pt x="269" y="89"/>
                      <a:pt x="269" y="89"/>
                      <a:pt x="269" y="89"/>
                    </a:cubicBezTo>
                    <a:close/>
                    <a:moveTo>
                      <a:pt x="287" y="89"/>
                    </a:moveTo>
                    <a:cubicBezTo>
                      <a:pt x="287" y="25"/>
                      <a:pt x="287" y="25"/>
                      <a:pt x="287" y="25"/>
                    </a:cubicBezTo>
                    <a:cubicBezTo>
                      <a:pt x="293" y="25"/>
                      <a:pt x="293" y="25"/>
                      <a:pt x="293" y="25"/>
                    </a:cubicBezTo>
                    <a:cubicBezTo>
                      <a:pt x="293" y="34"/>
                      <a:pt x="293" y="34"/>
                      <a:pt x="293" y="34"/>
                    </a:cubicBezTo>
                    <a:cubicBezTo>
                      <a:pt x="295" y="27"/>
                      <a:pt x="299" y="24"/>
                      <a:pt x="304" y="24"/>
                    </a:cubicBezTo>
                    <a:cubicBezTo>
                      <a:pt x="306" y="24"/>
                      <a:pt x="308" y="25"/>
                      <a:pt x="310" y="26"/>
                    </a:cubicBezTo>
                    <a:cubicBezTo>
                      <a:pt x="312" y="27"/>
                      <a:pt x="313" y="29"/>
                      <a:pt x="314" y="31"/>
                    </a:cubicBezTo>
                    <a:cubicBezTo>
                      <a:pt x="315" y="34"/>
                      <a:pt x="315" y="36"/>
                      <a:pt x="316" y="39"/>
                    </a:cubicBezTo>
                    <a:cubicBezTo>
                      <a:pt x="316" y="41"/>
                      <a:pt x="316" y="45"/>
                      <a:pt x="316" y="50"/>
                    </a:cubicBezTo>
                    <a:cubicBezTo>
                      <a:pt x="316" y="89"/>
                      <a:pt x="316" y="89"/>
                      <a:pt x="316" y="89"/>
                    </a:cubicBezTo>
                    <a:cubicBezTo>
                      <a:pt x="310" y="89"/>
                      <a:pt x="310" y="89"/>
                      <a:pt x="310" y="89"/>
                    </a:cubicBezTo>
                    <a:cubicBezTo>
                      <a:pt x="310" y="50"/>
                      <a:pt x="310" y="50"/>
                      <a:pt x="310" y="50"/>
                    </a:cubicBezTo>
                    <a:cubicBezTo>
                      <a:pt x="310" y="46"/>
                      <a:pt x="310" y="43"/>
                      <a:pt x="309" y="40"/>
                    </a:cubicBezTo>
                    <a:cubicBezTo>
                      <a:pt x="309" y="38"/>
                      <a:pt x="308" y="36"/>
                      <a:pt x="307" y="35"/>
                    </a:cubicBezTo>
                    <a:cubicBezTo>
                      <a:pt x="306" y="34"/>
                      <a:pt x="304" y="33"/>
                      <a:pt x="303" y="33"/>
                    </a:cubicBezTo>
                    <a:cubicBezTo>
                      <a:pt x="300" y="33"/>
                      <a:pt x="298" y="35"/>
                      <a:pt x="296" y="38"/>
                    </a:cubicBezTo>
                    <a:cubicBezTo>
                      <a:pt x="294" y="40"/>
                      <a:pt x="293" y="46"/>
                      <a:pt x="293" y="54"/>
                    </a:cubicBezTo>
                    <a:cubicBezTo>
                      <a:pt x="293" y="89"/>
                      <a:pt x="293" y="89"/>
                      <a:pt x="293" y="89"/>
                    </a:cubicBezTo>
                    <a:cubicBezTo>
                      <a:pt x="287" y="89"/>
                      <a:pt x="287" y="89"/>
                      <a:pt x="287" y="89"/>
                    </a:cubicBezTo>
                    <a:close/>
                    <a:moveTo>
                      <a:pt x="352" y="81"/>
                    </a:moveTo>
                    <a:cubicBezTo>
                      <a:pt x="349" y="84"/>
                      <a:pt x="347" y="87"/>
                      <a:pt x="345" y="88"/>
                    </a:cubicBezTo>
                    <a:cubicBezTo>
                      <a:pt x="343" y="90"/>
                      <a:pt x="341" y="90"/>
                      <a:pt x="339" y="90"/>
                    </a:cubicBezTo>
                    <a:cubicBezTo>
                      <a:pt x="335" y="90"/>
                      <a:pt x="332" y="89"/>
                      <a:pt x="330" y="85"/>
                    </a:cubicBezTo>
                    <a:cubicBezTo>
                      <a:pt x="328" y="82"/>
                      <a:pt x="327" y="77"/>
                      <a:pt x="327" y="72"/>
                    </a:cubicBezTo>
                    <a:cubicBezTo>
                      <a:pt x="327" y="69"/>
                      <a:pt x="327" y="66"/>
                      <a:pt x="328" y="64"/>
                    </a:cubicBezTo>
                    <a:cubicBezTo>
                      <a:pt x="329" y="61"/>
                      <a:pt x="330" y="59"/>
                      <a:pt x="331" y="57"/>
                    </a:cubicBezTo>
                    <a:cubicBezTo>
                      <a:pt x="332" y="56"/>
                      <a:pt x="334" y="55"/>
                      <a:pt x="335" y="54"/>
                    </a:cubicBezTo>
                    <a:cubicBezTo>
                      <a:pt x="336" y="53"/>
                      <a:pt x="338" y="53"/>
                      <a:pt x="340" y="52"/>
                    </a:cubicBezTo>
                    <a:cubicBezTo>
                      <a:pt x="345" y="51"/>
                      <a:pt x="349" y="50"/>
                      <a:pt x="351" y="49"/>
                    </a:cubicBezTo>
                    <a:cubicBezTo>
                      <a:pt x="351" y="47"/>
                      <a:pt x="351" y="46"/>
                      <a:pt x="351" y="46"/>
                    </a:cubicBezTo>
                    <a:cubicBezTo>
                      <a:pt x="351" y="41"/>
                      <a:pt x="351" y="38"/>
                      <a:pt x="349" y="36"/>
                    </a:cubicBezTo>
                    <a:cubicBezTo>
                      <a:pt x="348" y="34"/>
                      <a:pt x="346" y="33"/>
                      <a:pt x="343" y="33"/>
                    </a:cubicBezTo>
                    <a:cubicBezTo>
                      <a:pt x="340" y="33"/>
                      <a:pt x="338" y="34"/>
                      <a:pt x="336" y="35"/>
                    </a:cubicBezTo>
                    <a:cubicBezTo>
                      <a:pt x="335" y="37"/>
                      <a:pt x="334" y="40"/>
                      <a:pt x="334" y="45"/>
                    </a:cubicBezTo>
                    <a:cubicBezTo>
                      <a:pt x="328" y="43"/>
                      <a:pt x="328" y="43"/>
                      <a:pt x="328" y="43"/>
                    </a:cubicBezTo>
                    <a:cubicBezTo>
                      <a:pt x="328" y="39"/>
                      <a:pt x="329" y="35"/>
                      <a:pt x="330" y="33"/>
                    </a:cubicBezTo>
                    <a:cubicBezTo>
                      <a:pt x="332" y="30"/>
                      <a:pt x="333" y="28"/>
                      <a:pt x="336" y="26"/>
                    </a:cubicBezTo>
                    <a:cubicBezTo>
                      <a:pt x="338" y="25"/>
                      <a:pt x="341" y="24"/>
                      <a:pt x="344" y="24"/>
                    </a:cubicBezTo>
                    <a:cubicBezTo>
                      <a:pt x="347" y="24"/>
                      <a:pt x="349" y="25"/>
                      <a:pt x="351" y="26"/>
                    </a:cubicBezTo>
                    <a:cubicBezTo>
                      <a:pt x="353" y="27"/>
                      <a:pt x="354" y="29"/>
                      <a:pt x="355" y="31"/>
                    </a:cubicBezTo>
                    <a:cubicBezTo>
                      <a:pt x="356" y="33"/>
                      <a:pt x="356" y="35"/>
                      <a:pt x="357" y="38"/>
                    </a:cubicBezTo>
                    <a:cubicBezTo>
                      <a:pt x="357" y="40"/>
                      <a:pt x="357" y="43"/>
                      <a:pt x="357" y="48"/>
                    </a:cubicBezTo>
                    <a:cubicBezTo>
                      <a:pt x="357" y="62"/>
                      <a:pt x="357" y="62"/>
                      <a:pt x="357" y="62"/>
                    </a:cubicBezTo>
                    <a:cubicBezTo>
                      <a:pt x="357" y="72"/>
                      <a:pt x="357" y="79"/>
                      <a:pt x="357" y="81"/>
                    </a:cubicBezTo>
                    <a:cubicBezTo>
                      <a:pt x="358" y="84"/>
                      <a:pt x="358" y="86"/>
                      <a:pt x="359" y="89"/>
                    </a:cubicBezTo>
                    <a:cubicBezTo>
                      <a:pt x="353" y="89"/>
                      <a:pt x="353" y="89"/>
                      <a:pt x="353" y="89"/>
                    </a:cubicBezTo>
                    <a:cubicBezTo>
                      <a:pt x="352" y="87"/>
                      <a:pt x="352" y="84"/>
                      <a:pt x="352" y="81"/>
                    </a:cubicBezTo>
                    <a:close/>
                    <a:moveTo>
                      <a:pt x="351" y="57"/>
                    </a:moveTo>
                    <a:cubicBezTo>
                      <a:pt x="349" y="59"/>
                      <a:pt x="346" y="60"/>
                      <a:pt x="341" y="61"/>
                    </a:cubicBezTo>
                    <a:cubicBezTo>
                      <a:pt x="339" y="62"/>
                      <a:pt x="337" y="62"/>
                      <a:pt x="336" y="63"/>
                    </a:cubicBezTo>
                    <a:cubicBezTo>
                      <a:pt x="335" y="64"/>
                      <a:pt x="334" y="65"/>
                      <a:pt x="334" y="67"/>
                    </a:cubicBezTo>
                    <a:cubicBezTo>
                      <a:pt x="333" y="68"/>
                      <a:pt x="333" y="70"/>
                      <a:pt x="333" y="72"/>
                    </a:cubicBezTo>
                    <a:cubicBezTo>
                      <a:pt x="333" y="75"/>
                      <a:pt x="334" y="77"/>
                      <a:pt x="335" y="79"/>
                    </a:cubicBezTo>
                    <a:cubicBezTo>
                      <a:pt x="336" y="81"/>
                      <a:pt x="338" y="82"/>
                      <a:pt x="340" y="82"/>
                    </a:cubicBezTo>
                    <a:cubicBezTo>
                      <a:pt x="342" y="82"/>
                      <a:pt x="344" y="81"/>
                      <a:pt x="346" y="79"/>
                    </a:cubicBezTo>
                    <a:cubicBezTo>
                      <a:pt x="348" y="77"/>
                      <a:pt x="349" y="75"/>
                      <a:pt x="350" y="72"/>
                    </a:cubicBezTo>
                    <a:cubicBezTo>
                      <a:pt x="351" y="69"/>
                      <a:pt x="351" y="66"/>
                      <a:pt x="351" y="61"/>
                    </a:cubicBezTo>
                    <a:lnTo>
                      <a:pt x="351" y="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4.xml"/><Relationship Id="rId4" Type="http://schemas.openxmlformats.org/officeDocument/2006/relationships/themeOverride" Target="../theme/themeOverride2.xml"/><Relationship Id="rId3" Type="http://schemas.openxmlformats.org/officeDocument/2006/relationships/tags" Target="../tags/tag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themeOverride" Target="../theme/themeOverride3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themeOverride" Target="../theme/themeOverride4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97170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70496" y="684232"/>
            <a:ext cx="1524001" cy="1516531"/>
          </a:xfrm>
          <a:prstGeom prst="rect">
            <a:avLst/>
          </a:prstGeom>
        </p:spPr>
      </p:pic>
      <p:sp>
        <p:nvSpPr>
          <p:cNvPr id="1048737" name="矩形 2"/>
          <p:cNvSpPr/>
          <p:nvPr/>
        </p:nvSpPr>
        <p:spPr>
          <a:xfrm>
            <a:off x="-1" y="2339025"/>
            <a:ext cx="12192000" cy="1942305"/>
          </a:xfrm>
          <a:prstGeom prst="rect">
            <a:avLst/>
          </a:prstGeom>
          <a:solidFill>
            <a:srgbClr val="164C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38" name="文本框 13"/>
          <p:cNvSpPr txBox="1"/>
          <p:nvPr/>
        </p:nvSpPr>
        <p:spPr>
          <a:xfrm>
            <a:off x="826968" y="2731860"/>
            <a:ext cx="1061171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影响专家：徐诗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霖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S1iḋ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$ļïḋé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影响分析框架：代价落在谁身上</a:t>
            </a:r>
            <a:endParaRPr lang="zh-CN" altLang="en-US" dirty="0"/>
          </a:p>
        </p:txBody>
      </p:sp>
      <p:sp>
        <p:nvSpPr>
          <p:cNvPr id="3" name="ïṡḻíďê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经济社会与公共资源损害  /  影响专家</a:t>
            </a:r>
            <a:endParaRPr lang="zh-CN" altLang="en-US" dirty="0"/>
          </a:p>
        </p:txBody>
      </p:sp>
      <p:sp>
        <p:nvSpPr>
          <p:cNvPr id="4" name="iŝḷïďé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293" name="iṣḷíďê"/>
          <p:cNvSpPr/>
          <p:nvPr/>
        </p:nvSpPr>
        <p:spPr bwMode="auto">
          <a:xfrm flipH="1">
            <a:off x="3166128" y="3110103"/>
            <a:ext cx="587825" cy="656885"/>
          </a:xfrm>
          <a:custGeom>
            <a:avLst/>
            <a:gdLst>
              <a:gd name="T0" fmla="*/ 137 w 351"/>
              <a:gd name="T1" fmla="*/ 81 h 402"/>
              <a:gd name="T2" fmla="*/ 58 w 351"/>
              <a:gd name="T3" fmla="*/ 0 h 402"/>
              <a:gd name="T4" fmla="*/ 0 w 351"/>
              <a:gd name="T5" fmla="*/ 97 h 402"/>
              <a:gd name="T6" fmla="*/ 43 w 351"/>
              <a:gd name="T7" fmla="*/ 92 h 402"/>
              <a:gd name="T8" fmla="*/ 45 w 351"/>
              <a:gd name="T9" fmla="*/ 109 h 402"/>
              <a:gd name="T10" fmla="*/ 281 w 351"/>
              <a:gd name="T11" fmla="*/ 385 h 402"/>
              <a:gd name="T12" fmla="*/ 351 w 351"/>
              <a:gd name="T13" fmla="*/ 402 h 402"/>
              <a:gd name="T14" fmla="*/ 304 w 351"/>
              <a:gd name="T15" fmla="*/ 388 h 402"/>
              <a:gd name="T16" fmla="*/ 86 w 351"/>
              <a:gd name="T17" fmla="*/ 103 h 402"/>
              <a:gd name="T18" fmla="*/ 86 w 351"/>
              <a:gd name="T19" fmla="*/ 87 h 402"/>
              <a:gd name="T20" fmla="*/ 137 w 351"/>
              <a:gd name="T21" fmla="*/ 8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1" h="402">
                <a:moveTo>
                  <a:pt x="137" y="81"/>
                </a:moveTo>
                <a:cubicBezTo>
                  <a:pt x="58" y="0"/>
                  <a:pt x="58" y="0"/>
                  <a:pt x="58" y="0"/>
                </a:cubicBezTo>
                <a:cubicBezTo>
                  <a:pt x="0" y="97"/>
                  <a:pt x="0" y="97"/>
                  <a:pt x="0" y="97"/>
                </a:cubicBezTo>
                <a:cubicBezTo>
                  <a:pt x="43" y="92"/>
                  <a:pt x="43" y="92"/>
                  <a:pt x="43" y="92"/>
                </a:cubicBezTo>
                <a:cubicBezTo>
                  <a:pt x="45" y="109"/>
                  <a:pt x="45" y="109"/>
                  <a:pt x="45" y="109"/>
                </a:cubicBezTo>
                <a:cubicBezTo>
                  <a:pt x="64" y="242"/>
                  <a:pt x="157" y="341"/>
                  <a:pt x="281" y="385"/>
                </a:cubicBezTo>
                <a:cubicBezTo>
                  <a:pt x="304" y="392"/>
                  <a:pt x="327" y="399"/>
                  <a:pt x="351" y="402"/>
                </a:cubicBezTo>
                <a:cubicBezTo>
                  <a:pt x="335" y="398"/>
                  <a:pt x="320" y="394"/>
                  <a:pt x="304" y="388"/>
                </a:cubicBezTo>
                <a:cubicBezTo>
                  <a:pt x="181" y="341"/>
                  <a:pt x="91" y="239"/>
                  <a:pt x="86" y="103"/>
                </a:cubicBezTo>
                <a:cubicBezTo>
                  <a:pt x="86" y="87"/>
                  <a:pt x="86" y="87"/>
                  <a:pt x="86" y="87"/>
                </a:cubicBezTo>
                <a:lnTo>
                  <a:pt x="137" y="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5" name="iṣļíḑé"/>
          <p:cNvSpPr/>
          <p:nvPr/>
        </p:nvSpPr>
        <p:spPr bwMode="auto">
          <a:xfrm flipH="1">
            <a:off x="3039198" y="3238028"/>
            <a:ext cx="1136116" cy="737092"/>
          </a:xfrm>
          <a:custGeom>
            <a:avLst/>
            <a:gdLst>
              <a:gd name="T0" fmla="*/ 679 w 679"/>
              <a:gd name="T1" fmla="*/ 412 h 451"/>
              <a:gd name="T2" fmla="*/ 376 w 679"/>
              <a:gd name="T3" fmla="*/ 397 h 451"/>
              <a:gd name="T4" fmla="*/ 107 w 679"/>
              <a:gd name="T5" fmla="*/ 102 h 451"/>
              <a:gd name="T6" fmla="*/ 102 w 679"/>
              <a:gd name="T7" fmla="*/ 87 h 451"/>
              <a:gd name="T8" fmla="*/ 151 w 679"/>
              <a:gd name="T9" fmla="*/ 66 h 451"/>
              <a:gd name="T10" fmla="*/ 32 w 679"/>
              <a:gd name="T11" fmla="*/ 0 h 451"/>
              <a:gd name="T12" fmla="*/ 0 w 679"/>
              <a:gd name="T13" fmla="*/ 132 h 451"/>
              <a:gd name="T14" fmla="*/ 50 w 679"/>
              <a:gd name="T15" fmla="*/ 110 h 451"/>
              <a:gd name="T16" fmla="*/ 57 w 679"/>
              <a:gd name="T17" fmla="*/ 125 h 451"/>
              <a:gd name="T18" fmla="*/ 244 w 679"/>
              <a:gd name="T19" fmla="*/ 355 h 451"/>
              <a:gd name="T20" fmla="*/ 464 w 679"/>
              <a:gd name="T21" fmla="*/ 443 h 451"/>
              <a:gd name="T22" fmla="*/ 671 w 679"/>
              <a:gd name="T23" fmla="*/ 416 h 451"/>
              <a:gd name="T24" fmla="*/ 679 w 679"/>
              <a:gd name="T25" fmla="*/ 412 h 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9" h="451">
                <a:moveTo>
                  <a:pt x="679" y="412"/>
                </a:moveTo>
                <a:cubicBezTo>
                  <a:pt x="581" y="446"/>
                  <a:pt x="471" y="437"/>
                  <a:pt x="376" y="397"/>
                </a:cubicBezTo>
                <a:cubicBezTo>
                  <a:pt x="246" y="343"/>
                  <a:pt x="151" y="236"/>
                  <a:pt x="107" y="102"/>
                </a:cubicBezTo>
                <a:cubicBezTo>
                  <a:pt x="102" y="87"/>
                  <a:pt x="102" y="87"/>
                  <a:pt x="102" y="87"/>
                </a:cubicBezTo>
                <a:cubicBezTo>
                  <a:pt x="151" y="66"/>
                  <a:pt x="151" y="66"/>
                  <a:pt x="151" y="66"/>
                </a:cubicBezTo>
                <a:cubicBezTo>
                  <a:pt x="32" y="0"/>
                  <a:pt x="32" y="0"/>
                  <a:pt x="32" y="0"/>
                </a:cubicBezTo>
                <a:cubicBezTo>
                  <a:pt x="0" y="132"/>
                  <a:pt x="0" y="132"/>
                  <a:pt x="0" y="132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7" y="125"/>
                  <a:pt x="57" y="125"/>
                  <a:pt x="57" y="125"/>
                </a:cubicBezTo>
                <a:cubicBezTo>
                  <a:pt x="102" y="215"/>
                  <a:pt x="163" y="296"/>
                  <a:pt x="244" y="355"/>
                </a:cubicBezTo>
                <a:cubicBezTo>
                  <a:pt x="309" y="402"/>
                  <a:pt x="384" y="434"/>
                  <a:pt x="464" y="443"/>
                </a:cubicBezTo>
                <a:cubicBezTo>
                  <a:pt x="534" y="451"/>
                  <a:pt x="606" y="443"/>
                  <a:pt x="671" y="416"/>
                </a:cubicBezTo>
                <a:cubicBezTo>
                  <a:pt x="673" y="414"/>
                  <a:pt x="676" y="413"/>
                  <a:pt x="679" y="4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7" name="ïṣ1îḍé"/>
          <p:cNvSpPr/>
          <p:nvPr/>
        </p:nvSpPr>
        <p:spPr bwMode="auto">
          <a:xfrm flipH="1">
            <a:off x="2952846" y="3552764"/>
            <a:ext cx="2627006" cy="766535"/>
          </a:xfrm>
          <a:custGeom>
            <a:avLst/>
            <a:gdLst>
              <a:gd name="T0" fmla="*/ 227 w 1569"/>
              <a:gd name="T1" fmla="*/ 0 h 469"/>
              <a:gd name="T2" fmla="*/ 0 w 1569"/>
              <a:gd name="T3" fmla="*/ 13 h 469"/>
              <a:gd name="T4" fmla="*/ 71 w 1569"/>
              <a:gd name="T5" fmla="*/ 229 h 469"/>
              <a:gd name="T6" fmla="*/ 114 w 1569"/>
              <a:gd name="T7" fmla="*/ 165 h 469"/>
              <a:gd name="T8" fmla="*/ 128 w 1569"/>
              <a:gd name="T9" fmla="*/ 173 h 469"/>
              <a:gd name="T10" fmla="*/ 669 w 1569"/>
              <a:gd name="T11" fmla="*/ 403 h 469"/>
              <a:gd name="T12" fmla="*/ 1096 w 1569"/>
              <a:gd name="T13" fmla="*/ 465 h 469"/>
              <a:gd name="T14" fmla="*/ 1569 w 1569"/>
              <a:gd name="T15" fmla="*/ 266 h 469"/>
              <a:gd name="T16" fmla="*/ 1425 w 1569"/>
              <a:gd name="T17" fmla="*/ 363 h 469"/>
              <a:gd name="T18" fmla="*/ 1096 w 1569"/>
              <a:gd name="T19" fmla="*/ 432 h 469"/>
              <a:gd name="T20" fmla="*/ 193 w 1569"/>
              <a:gd name="T21" fmla="*/ 80 h 469"/>
              <a:gd name="T22" fmla="*/ 179 w 1569"/>
              <a:gd name="T23" fmla="*/ 70 h 469"/>
              <a:gd name="T24" fmla="*/ 227 w 1569"/>
              <a:gd name="T25" fmla="*/ 0 h 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69" h="469">
                <a:moveTo>
                  <a:pt x="227" y="0"/>
                </a:moveTo>
                <a:cubicBezTo>
                  <a:pt x="0" y="13"/>
                  <a:pt x="0" y="13"/>
                  <a:pt x="0" y="13"/>
                </a:cubicBezTo>
                <a:cubicBezTo>
                  <a:pt x="71" y="229"/>
                  <a:pt x="71" y="229"/>
                  <a:pt x="71" y="229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28" y="173"/>
                  <a:pt x="128" y="173"/>
                  <a:pt x="128" y="173"/>
                </a:cubicBezTo>
                <a:cubicBezTo>
                  <a:pt x="299" y="266"/>
                  <a:pt x="481" y="349"/>
                  <a:pt x="669" y="403"/>
                </a:cubicBezTo>
                <a:cubicBezTo>
                  <a:pt x="806" y="443"/>
                  <a:pt x="953" y="469"/>
                  <a:pt x="1096" y="465"/>
                </a:cubicBezTo>
                <a:cubicBezTo>
                  <a:pt x="1276" y="459"/>
                  <a:pt x="1452" y="403"/>
                  <a:pt x="1569" y="266"/>
                </a:cubicBezTo>
                <a:cubicBezTo>
                  <a:pt x="1526" y="306"/>
                  <a:pt x="1478" y="338"/>
                  <a:pt x="1425" y="363"/>
                </a:cubicBezTo>
                <a:cubicBezTo>
                  <a:pt x="1323" y="413"/>
                  <a:pt x="1209" y="433"/>
                  <a:pt x="1096" y="432"/>
                </a:cubicBezTo>
                <a:cubicBezTo>
                  <a:pt x="774" y="429"/>
                  <a:pt x="449" y="263"/>
                  <a:pt x="193" y="80"/>
                </a:cubicBezTo>
                <a:cubicBezTo>
                  <a:pt x="179" y="70"/>
                  <a:pt x="179" y="70"/>
                  <a:pt x="179" y="70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9" name="ïṥļïḑe"/>
          <p:cNvSpPr/>
          <p:nvPr/>
        </p:nvSpPr>
        <p:spPr bwMode="auto">
          <a:xfrm flipH="1">
            <a:off x="2894584" y="4048220"/>
            <a:ext cx="2838207" cy="633533"/>
          </a:xfrm>
          <a:custGeom>
            <a:avLst/>
            <a:gdLst>
              <a:gd name="T0" fmla="*/ 243 w 1695"/>
              <a:gd name="T1" fmla="*/ 3 h 388"/>
              <a:gd name="T2" fmla="*/ 0 w 1695"/>
              <a:gd name="T3" fmla="*/ 59 h 388"/>
              <a:gd name="T4" fmla="*/ 117 w 1695"/>
              <a:gd name="T5" fmla="*/ 279 h 388"/>
              <a:gd name="T6" fmla="*/ 157 w 1695"/>
              <a:gd name="T7" fmla="*/ 191 h 388"/>
              <a:gd name="T8" fmla="*/ 173 w 1695"/>
              <a:gd name="T9" fmla="*/ 199 h 388"/>
              <a:gd name="T10" fmla="*/ 573 w 1695"/>
              <a:gd name="T11" fmla="*/ 342 h 388"/>
              <a:gd name="T12" fmla="*/ 957 w 1695"/>
              <a:gd name="T13" fmla="*/ 385 h 388"/>
              <a:gd name="T14" fmla="*/ 1567 w 1695"/>
              <a:gd name="T15" fmla="*/ 167 h 388"/>
              <a:gd name="T16" fmla="*/ 1695 w 1695"/>
              <a:gd name="T17" fmla="*/ 0 h 388"/>
              <a:gd name="T18" fmla="*/ 1390 w 1695"/>
              <a:gd name="T19" fmla="*/ 254 h 388"/>
              <a:gd name="T20" fmla="*/ 1176 w 1695"/>
              <a:gd name="T21" fmla="*/ 311 h 388"/>
              <a:gd name="T22" fmla="*/ 912 w 1695"/>
              <a:gd name="T23" fmla="*/ 311 h 388"/>
              <a:gd name="T24" fmla="*/ 595 w 1695"/>
              <a:gd name="T25" fmla="*/ 243 h 388"/>
              <a:gd name="T26" fmla="*/ 220 w 1695"/>
              <a:gd name="T27" fmla="*/ 94 h 388"/>
              <a:gd name="T28" fmla="*/ 205 w 1695"/>
              <a:gd name="T29" fmla="*/ 87 h 388"/>
              <a:gd name="T30" fmla="*/ 243 w 1695"/>
              <a:gd name="T31" fmla="*/ 3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695" h="388">
                <a:moveTo>
                  <a:pt x="243" y="3"/>
                </a:moveTo>
                <a:cubicBezTo>
                  <a:pt x="0" y="59"/>
                  <a:pt x="0" y="59"/>
                  <a:pt x="0" y="59"/>
                </a:cubicBezTo>
                <a:cubicBezTo>
                  <a:pt x="117" y="279"/>
                  <a:pt x="117" y="279"/>
                  <a:pt x="117" y="279"/>
                </a:cubicBezTo>
                <a:cubicBezTo>
                  <a:pt x="157" y="191"/>
                  <a:pt x="157" y="191"/>
                  <a:pt x="157" y="191"/>
                </a:cubicBezTo>
                <a:cubicBezTo>
                  <a:pt x="173" y="199"/>
                  <a:pt x="173" y="199"/>
                  <a:pt x="173" y="199"/>
                </a:cubicBezTo>
                <a:cubicBezTo>
                  <a:pt x="301" y="261"/>
                  <a:pt x="435" y="310"/>
                  <a:pt x="573" y="342"/>
                </a:cubicBezTo>
                <a:cubicBezTo>
                  <a:pt x="698" y="372"/>
                  <a:pt x="828" y="388"/>
                  <a:pt x="957" y="385"/>
                </a:cubicBezTo>
                <a:cubicBezTo>
                  <a:pt x="1177" y="381"/>
                  <a:pt x="1404" y="321"/>
                  <a:pt x="1567" y="167"/>
                </a:cubicBezTo>
                <a:cubicBezTo>
                  <a:pt x="1620" y="117"/>
                  <a:pt x="1662" y="61"/>
                  <a:pt x="1695" y="0"/>
                </a:cubicBezTo>
                <a:cubicBezTo>
                  <a:pt x="1621" y="110"/>
                  <a:pt x="1519" y="199"/>
                  <a:pt x="1390" y="254"/>
                </a:cubicBezTo>
                <a:cubicBezTo>
                  <a:pt x="1322" y="283"/>
                  <a:pt x="1250" y="302"/>
                  <a:pt x="1176" y="311"/>
                </a:cubicBezTo>
                <a:cubicBezTo>
                  <a:pt x="1089" y="322"/>
                  <a:pt x="1000" y="321"/>
                  <a:pt x="912" y="311"/>
                </a:cubicBezTo>
                <a:cubicBezTo>
                  <a:pt x="805" y="299"/>
                  <a:pt x="698" y="274"/>
                  <a:pt x="595" y="243"/>
                </a:cubicBezTo>
                <a:cubicBezTo>
                  <a:pt x="467" y="203"/>
                  <a:pt x="342" y="152"/>
                  <a:pt x="220" y="94"/>
                </a:cubicBezTo>
                <a:cubicBezTo>
                  <a:pt x="205" y="87"/>
                  <a:pt x="205" y="87"/>
                  <a:pt x="205" y="87"/>
                </a:cubicBezTo>
                <a:lnTo>
                  <a:pt x="243" y="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5" name="ïSḻíḋê"/>
          <p:cNvGrpSpPr/>
          <p:nvPr/>
        </p:nvGrpSpPr>
        <p:grpSpPr>
          <a:xfrm>
            <a:off x="1676277" y="1760798"/>
            <a:ext cx="3469729" cy="1805165"/>
            <a:chOff x="1676277" y="1760798"/>
            <a:chExt cx="3469729" cy="1805165"/>
          </a:xfrm>
          <a:solidFill>
            <a:schemeClr val="bg2"/>
          </a:solidFill>
        </p:grpSpPr>
        <p:sp>
          <p:nvSpPr>
            <p:cNvPr id="272" name="is1ídé"/>
            <p:cNvSpPr/>
            <p:nvPr/>
          </p:nvSpPr>
          <p:spPr bwMode="auto">
            <a:xfrm flipH="1">
              <a:off x="3548995" y="2246101"/>
              <a:ext cx="296513" cy="405096"/>
            </a:xfrm>
            <a:custGeom>
              <a:avLst/>
              <a:gdLst>
                <a:gd name="T0" fmla="*/ 134 w 177"/>
                <a:gd name="T1" fmla="*/ 28 h 248"/>
                <a:gd name="T2" fmla="*/ 134 w 177"/>
                <a:gd name="T3" fmla="*/ 45 h 248"/>
                <a:gd name="T4" fmla="*/ 145 w 177"/>
                <a:gd name="T5" fmla="*/ 78 h 248"/>
                <a:gd name="T6" fmla="*/ 146 w 177"/>
                <a:gd name="T7" fmla="*/ 95 h 248"/>
                <a:gd name="T8" fmla="*/ 134 w 177"/>
                <a:gd name="T9" fmla="*/ 130 h 248"/>
                <a:gd name="T10" fmla="*/ 134 w 177"/>
                <a:gd name="T11" fmla="*/ 147 h 248"/>
                <a:gd name="T12" fmla="*/ 155 w 177"/>
                <a:gd name="T13" fmla="*/ 179 h 248"/>
                <a:gd name="T14" fmla="*/ 157 w 177"/>
                <a:gd name="T15" fmla="*/ 196 h 248"/>
                <a:gd name="T16" fmla="*/ 134 w 177"/>
                <a:gd name="T17" fmla="*/ 237 h 248"/>
                <a:gd name="T18" fmla="*/ 154 w 177"/>
                <a:gd name="T19" fmla="*/ 0 h 248"/>
                <a:gd name="T20" fmla="*/ 105 w 177"/>
                <a:gd name="T21" fmla="*/ 31 h 248"/>
                <a:gd name="T22" fmla="*/ 105 w 177"/>
                <a:gd name="T23" fmla="*/ 240 h 248"/>
                <a:gd name="T24" fmla="*/ 105 w 177"/>
                <a:gd name="T25" fmla="*/ 218 h 248"/>
                <a:gd name="T26" fmla="*/ 134 w 177"/>
                <a:gd name="T27" fmla="*/ 62 h 248"/>
                <a:gd name="T28" fmla="*/ 134 w 177"/>
                <a:gd name="T29" fmla="*/ 45 h 248"/>
                <a:gd name="T30" fmla="*/ 105 w 177"/>
                <a:gd name="T31" fmla="*/ 99 h 248"/>
                <a:gd name="T32" fmla="*/ 134 w 177"/>
                <a:gd name="T33" fmla="*/ 79 h 248"/>
                <a:gd name="T34" fmla="*/ 105 w 177"/>
                <a:gd name="T35" fmla="*/ 133 h 248"/>
                <a:gd name="T36" fmla="*/ 134 w 177"/>
                <a:gd name="T37" fmla="*/ 147 h 248"/>
                <a:gd name="T38" fmla="*/ 116 w 177"/>
                <a:gd name="T39" fmla="*/ 183 h 248"/>
                <a:gd name="T40" fmla="*/ 105 w 177"/>
                <a:gd name="T41" fmla="*/ 201 h 248"/>
                <a:gd name="T42" fmla="*/ 106 w 177"/>
                <a:gd name="T43" fmla="*/ 167 h 248"/>
                <a:gd name="T44" fmla="*/ 134 w 177"/>
                <a:gd name="T45" fmla="*/ 147 h 248"/>
                <a:gd name="T46" fmla="*/ 38 w 177"/>
                <a:gd name="T47" fmla="*/ 37 h 248"/>
                <a:gd name="T48" fmla="*/ 38 w 177"/>
                <a:gd name="T49" fmla="*/ 54 h 248"/>
                <a:gd name="T50" fmla="*/ 97 w 177"/>
                <a:gd name="T51" fmla="*/ 82 h 248"/>
                <a:gd name="T52" fmla="*/ 105 w 177"/>
                <a:gd name="T53" fmla="*/ 99 h 248"/>
                <a:gd name="T54" fmla="*/ 105 w 177"/>
                <a:gd name="T55" fmla="*/ 65 h 248"/>
                <a:gd name="T56" fmla="*/ 68 w 177"/>
                <a:gd name="T57" fmla="*/ 35 h 248"/>
                <a:gd name="T58" fmla="*/ 38 w 177"/>
                <a:gd name="T59" fmla="*/ 247 h 248"/>
                <a:gd name="T60" fmla="*/ 38 w 177"/>
                <a:gd name="T61" fmla="*/ 225 h 248"/>
                <a:gd name="T62" fmla="*/ 105 w 177"/>
                <a:gd name="T63" fmla="*/ 116 h 248"/>
                <a:gd name="T64" fmla="*/ 69 w 177"/>
                <a:gd name="T65" fmla="*/ 153 h 248"/>
                <a:gd name="T66" fmla="*/ 38 w 177"/>
                <a:gd name="T67" fmla="*/ 174 h 248"/>
                <a:gd name="T68" fmla="*/ 56 w 177"/>
                <a:gd name="T69" fmla="*/ 138 h 248"/>
                <a:gd name="T70" fmla="*/ 105 w 177"/>
                <a:gd name="T71" fmla="*/ 116 h 248"/>
                <a:gd name="T72" fmla="*/ 38 w 177"/>
                <a:gd name="T73" fmla="*/ 208 h 248"/>
                <a:gd name="T74" fmla="*/ 38 w 177"/>
                <a:gd name="T75" fmla="*/ 11 h 248"/>
                <a:gd name="T76" fmla="*/ 24 w 177"/>
                <a:gd name="T77" fmla="*/ 248 h 248"/>
                <a:gd name="T78" fmla="*/ 37 w 177"/>
                <a:gd name="T79" fmla="*/ 208 h 248"/>
                <a:gd name="T80" fmla="*/ 35 w 177"/>
                <a:gd name="T81" fmla="*/ 191 h 248"/>
                <a:gd name="T82" fmla="*/ 38 w 177"/>
                <a:gd name="T83" fmla="*/ 156 h 248"/>
                <a:gd name="T84" fmla="*/ 38 w 177"/>
                <a:gd name="T85" fmla="*/ 140 h 248"/>
                <a:gd name="T86" fmla="*/ 27 w 177"/>
                <a:gd name="T87" fmla="*/ 107 h 248"/>
                <a:gd name="T88" fmla="*/ 25 w 177"/>
                <a:gd name="T89" fmla="*/ 90 h 248"/>
                <a:gd name="T90" fmla="*/ 38 w 177"/>
                <a:gd name="T91" fmla="*/ 54 h 248"/>
                <a:gd name="T92" fmla="*/ 38 w 177"/>
                <a:gd name="T93" fmla="*/ 37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7" h="248">
                  <a:moveTo>
                    <a:pt x="154" y="0"/>
                  </a:moveTo>
                  <a:cubicBezTo>
                    <a:pt x="134" y="2"/>
                    <a:pt x="134" y="2"/>
                    <a:pt x="134" y="2"/>
                  </a:cubicBezTo>
                  <a:cubicBezTo>
                    <a:pt x="134" y="28"/>
                    <a:pt x="134" y="28"/>
                    <a:pt x="134" y="28"/>
                  </a:cubicBezTo>
                  <a:cubicBezTo>
                    <a:pt x="140" y="27"/>
                    <a:pt x="140" y="27"/>
                    <a:pt x="140" y="27"/>
                  </a:cubicBezTo>
                  <a:cubicBezTo>
                    <a:pt x="140" y="33"/>
                    <a:pt x="141" y="38"/>
                    <a:pt x="141" y="44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43" y="61"/>
                    <a:pt x="143" y="61"/>
                    <a:pt x="143" y="61"/>
                  </a:cubicBezTo>
                  <a:cubicBezTo>
                    <a:pt x="144" y="67"/>
                    <a:pt x="144" y="72"/>
                    <a:pt x="145" y="78"/>
                  </a:cubicBezTo>
                  <a:cubicBezTo>
                    <a:pt x="134" y="79"/>
                    <a:pt x="134" y="79"/>
                    <a:pt x="134" y="79"/>
                  </a:cubicBezTo>
                  <a:cubicBezTo>
                    <a:pt x="134" y="96"/>
                    <a:pt x="134" y="96"/>
                    <a:pt x="134" y="96"/>
                  </a:cubicBezTo>
                  <a:cubicBezTo>
                    <a:pt x="146" y="95"/>
                    <a:pt x="146" y="95"/>
                    <a:pt x="146" y="95"/>
                  </a:cubicBezTo>
                  <a:cubicBezTo>
                    <a:pt x="147" y="100"/>
                    <a:pt x="147" y="106"/>
                    <a:pt x="148" y="111"/>
                  </a:cubicBezTo>
                  <a:cubicBezTo>
                    <a:pt x="134" y="113"/>
                    <a:pt x="134" y="113"/>
                    <a:pt x="134" y="113"/>
                  </a:cubicBezTo>
                  <a:cubicBezTo>
                    <a:pt x="134" y="130"/>
                    <a:pt x="134" y="130"/>
                    <a:pt x="134" y="130"/>
                  </a:cubicBezTo>
                  <a:cubicBezTo>
                    <a:pt x="150" y="128"/>
                    <a:pt x="150" y="128"/>
                    <a:pt x="150" y="128"/>
                  </a:cubicBezTo>
                  <a:cubicBezTo>
                    <a:pt x="150" y="134"/>
                    <a:pt x="151" y="139"/>
                    <a:pt x="151" y="145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4" y="164"/>
                    <a:pt x="134" y="164"/>
                    <a:pt x="134" y="164"/>
                  </a:cubicBezTo>
                  <a:cubicBezTo>
                    <a:pt x="153" y="162"/>
                    <a:pt x="153" y="162"/>
                    <a:pt x="153" y="162"/>
                  </a:cubicBezTo>
                  <a:cubicBezTo>
                    <a:pt x="154" y="168"/>
                    <a:pt x="154" y="173"/>
                    <a:pt x="155" y="179"/>
                  </a:cubicBezTo>
                  <a:cubicBezTo>
                    <a:pt x="134" y="181"/>
                    <a:pt x="134" y="181"/>
                    <a:pt x="134" y="181"/>
                  </a:cubicBezTo>
                  <a:cubicBezTo>
                    <a:pt x="134" y="198"/>
                    <a:pt x="134" y="198"/>
                    <a:pt x="134" y="198"/>
                  </a:cubicBezTo>
                  <a:cubicBezTo>
                    <a:pt x="157" y="196"/>
                    <a:pt x="157" y="196"/>
                    <a:pt x="157" y="196"/>
                  </a:cubicBezTo>
                  <a:cubicBezTo>
                    <a:pt x="157" y="201"/>
                    <a:pt x="158" y="207"/>
                    <a:pt x="158" y="212"/>
                  </a:cubicBezTo>
                  <a:cubicBezTo>
                    <a:pt x="134" y="215"/>
                    <a:pt x="134" y="215"/>
                    <a:pt x="134" y="215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77" y="233"/>
                    <a:pt x="177" y="233"/>
                    <a:pt x="177" y="233"/>
                  </a:cubicBezTo>
                  <a:cubicBezTo>
                    <a:pt x="173" y="194"/>
                    <a:pt x="169" y="155"/>
                    <a:pt x="165" y="116"/>
                  </a:cubicBezTo>
                  <a:cubicBezTo>
                    <a:pt x="162" y="77"/>
                    <a:pt x="158" y="39"/>
                    <a:pt x="154" y="0"/>
                  </a:cubicBezTo>
                  <a:close/>
                  <a:moveTo>
                    <a:pt x="134" y="2"/>
                  </a:moveTo>
                  <a:cubicBezTo>
                    <a:pt x="105" y="5"/>
                    <a:pt x="105" y="5"/>
                    <a:pt x="105" y="5"/>
                  </a:cubicBezTo>
                  <a:cubicBezTo>
                    <a:pt x="105" y="31"/>
                    <a:pt x="105" y="31"/>
                    <a:pt x="105" y="31"/>
                  </a:cubicBezTo>
                  <a:cubicBezTo>
                    <a:pt x="134" y="28"/>
                    <a:pt x="134" y="28"/>
                    <a:pt x="134" y="28"/>
                  </a:cubicBezTo>
                  <a:cubicBezTo>
                    <a:pt x="134" y="2"/>
                    <a:pt x="134" y="2"/>
                    <a:pt x="134" y="2"/>
                  </a:cubicBezTo>
                  <a:close/>
                  <a:moveTo>
                    <a:pt x="105" y="240"/>
                  </a:moveTo>
                  <a:cubicBezTo>
                    <a:pt x="134" y="237"/>
                    <a:pt x="134" y="237"/>
                    <a:pt x="134" y="237"/>
                  </a:cubicBezTo>
                  <a:cubicBezTo>
                    <a:pt x="134" y="215"/>
                    <a:pt x="134" y="215"/>
                    <a:pt x="134" y="215"/>
                  </a:cubicBezTo>
                  <a:cubicBezTo>
                    <a:pt x="105" y="218"/>
                    <a:pt x="105" y="218"/>
                    <a:pt x="105" y="218"/>
                  </a:cubicBezTo>
                  <a:cubicBezTo>
                    <a:pt x="105" y="240"/>
                    <a:pt x="105" y="240"/>
                    <a:pt x="105" y="240"/>
                  </a:cubicBezTo>
                  <a:close/>
                  <a:moveTo>
                    <a:pt x="134" y="45"/>
                  </a:moveTo>
                  <a:cubicBezTo>
                    <a:pt x="134" y="62"/>
                    <a:pt x="134" y="62"/>
                    <a:pt x="134" y="62"/>
                  </a:cubicBezTo>
                  <a:cubicBezTo>
                    <a:pt x="105" y="65"/>
                    <a:pt x="105" y="65"/>
                    <a:pt x="105" y="65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34" y="45"/>
                    <a:pt x="134" y="45"/>
                    <a:pt x="134" y="45"/>
                  </a:cubicBezTo>
                  <a:close/>
                  <a:moveTo>
                    <a:pt x="134" y="79"/>
                  </a:moveTo>
                  <a:cubicBezTo>
                    <a:pt x="134" y="96"/>
                    <a:pt x="134" y="96"/>
                    <a:pt x="134" y="96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73"/>
                    <a:pt x="105" y="73"/>
                    <a:pt x="105" y="73"/>
                  </a:cubicBezTo>
                  <a:cubicBezTo>
                    <a:pt x="105" y="82"/>
                    <a:pt x="105" y="82"/>
                    <a:pt x="105" y="82"/>
                  </a:cubicBezTo>
                  <a:cubicBezTo>
                    <a:pt x="134" y="79"/>
                    <a:pt x="134" y="79"/>
                    <a:pt x="134" y="79"/>
                  </a:cubicBezTo>
                  <a:close/>
                  <a:moveTo>
                    <a:pt x="134" y="113"/>
                  </a:moveTo>
                  <a:cubicBezTo>
                    <a:pt x="134" y="130"/>
                    <a:pt x="134" y="130"/>
                    <a:pt x="134" y="130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16"/>
                    <a:pt x="105" y="116"/>
                    <a:pt x="105" y="116"/>
                  </a:cubicBezTo>
                  <a:cubicBezTo>
                    <a:pt x="134" y="113"/>
                    <a:pt x="134" y="113"/>
                    <a:pt x="134" y="113"/>
                  </a:cubicBezTo>
                  <a:close/>
                  <a:moveTo>
                    <a:pt x="134" y="147"/>
                  </a:moveTo>
                  <a:cubicBezTo>
                    <a:pt x="134" y="164"/>
                    <a:pt x="134" y="164"/>
                    <a:pt x="134" y="164"/>
                  </a:cubicBezTo>
                  <a:cubicBezTo>
                    <a:pt x="114" y="166"/>
                    <a:pt x="114" y="166"/>
                    <a:pt x="114" y="166"/>
                  </a:cubicBezTo>
                  <a:cubicBezTo>
                    <a:pt x="115" y="172"/>
                    <a:pt x="115" y="177"/>
                    <a:pt x="116" y="183"/>
                  </a:cubicBezTo>
                  <a:cubicBezTo>
                    <a:pt x="134" y="181"/>
                    <a:pt x="134" y="181"/>
                    <a:pt x="134" y="181"/>
                  </a:cubicBezTo>
                  <a:cubicBezTo>
                    <a:pt x="134" y="198"/>
                    <a:pt x="134" y="198"/>
                    <a:pt x="134" y="198"/>
                  </a:cubicBezTo>
                  <a:cubicBezTo>
                    <a:pt x="105" y="201"/>
                    <a:pt x="105" y="201"/>
                    <a:pt x="105" y="201"/>
                  </a:cubicBezTo>
                  <a:cubicBezTo>
                    <a:pt x="105" y="184"/>
                    <a:pt x="105" y="184"/>
                    <a:pt x="105" y="184"/>
                  </a:cubicBezTo>
                  <a:cubicBezTo>
                    <a:pt x="108" y="183"/>
                    <a:pt x="108" y="183"/>
                    <a:pt x="108" y="183"/>
                  </a:cubicBezTo>
                  <a:cubicBezTo>
                    <a:pt x="107" y="178"/>
                    <a:pt x="106" y="172"/>
                    <a:pt x="106" y="167"/>
                  </a:cubicBezTo>
                  <a:cubicBezTo>
                    <a:pt x="105" y="167"/>
                    <a:pt x="105" y="167"/>
                    <a:pt x="105" y="167"/>
                  </a:cubicBezTo>
                  <a:cubicBezTo>
                    <a:pt x="105" y="150"/>
                    <a:pt x="105" y="150"/>
                    <a:pt x="105" y="150"/>
                  </a:cubicBezTo>
                  <a:lnTo>
                    <a:pt x="134" y="147"/>
                  </a:lnTo>
                  <a:close/>
                  <a:moveTo>
                    <a:pt x="105" y="5"/>
                  </a:moveTo>
                  <a:cubicBezTo>
                    <a:pt x="38" y="11"/>
                    <a:pt x="38" y="11"/>
                    <a:pt x="38" y="11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6" y="41"/>
                    <a:pt x="56" y="47"/>
                    <a:pt x="57" y="53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71"/>
                    <a:pt x="97" y="77"/>
                    <a:pt x="97" y="82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73"/>
                    <a:pt x="105" y="73"/>
                    <a:pt x="105" y="73"/>
                  </a:cubicBezTo>
                  <a:cubicBezTo>
                    <a:pt x="104" y="65"/>
                    <a:pt x="104" y="65"/>
                    <a:pt x="104" y="65"/>
                  </a:cubicBezTo>
                  <a:cubicBezTo>
                    <a:pt x="105" y="65"/>
                    <a:pt x="105" y="65"/>
                    <a:pt x="105" y="65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70" y="51"/>
                    <a:pt x="70" y="51"/>
                    <a:pt x="70" y="51"/>
                  </a:cubicBezTo>
                  <a:cubicBezTo>
                    <a:pt x="69" y="46"/>
                    <a:pt x="68" y="40"/>
                    <a:pt x="68" y="35"/>
                  </a:cubicBezTo>
                  <a:cubicBezTo>
                    <a:pt x="105" y="31"/>
                    <a:pt x="105" y="31"/>
                    <a:pt x="105" y="31"/>
                  </a:cubicBezTo>
                  <a:cubicBezTo>
                    <a:pt x="105" y="5"/>
                    <a:pt x="105" y="5"/>
                    <a:pt x="105" y="5"/>
                  </a:cubicBezTo>
                  <a:close/>
                  <a:moveTo>
                    <a:pt x="38" y="247"/>
                  </a:moveTo>
                  <a:cubicBezTo>
                    <a:pt x="105" y="240"/>
                    <a:pt x="105" y="240"/>
                    <a:pt x="105" y="240"/>
                  </a:cubicBezTo>
                  <a:cubicBezTo>
                    <a:pt x="105" y="218"/>
                    <a:pt x="105" y="218"/>
                    <a:pt x="105" y="218"/>
                  </a:cubicBezTo>
                  <a:cubicBezTo>
                    <a:pt x="38" y="225"/>
                    <a:pt x="38" y="225"/>
                    <a:pt x="38" y="225"/>
                  </a:cubicBezTo>
                  <a:cubicBezTo>
                    <a:pt x="38" y="223"/>
                    <a:pt x="38" y="223"/>
                    <a:pt x="38" y="223"/>
                  </a:cubicBezTo>
                  <a:cubicBezTo>
                    <a:pt x="38" y="247"/>
                    <a:pt x="38" y="247"/>
                    <a:pt x="38" y="247"/>
                  </a:cubicBezTo>
                  <a:close/>
                  <a:moveTo>
                    <a:pt x="105" y="116"/>
                  </a:moveTo>
                  <a:cubicBezTo>
                    <a:pt x="105" y="133"/>
                    <a:pt x="105" y="133"/>
                    <a:pt x="105" y="133"/>
                  </a:cubicBezTo>
                  <a:cubicBezTo>
                    <a:pt x="67" y="137"/>
                    <a:pt x="67" y="137"/>
                    <a:pt x="67" y="137"/>
                  </a:cubicBezTo>
                  <a:cubicBezTo>
                    <a:pt x="68" y="142"/>
                    <a:pt x="69" y="148"/>
                    <a:pt x="69" y="153"/>
                  </a:cubicBezTo>
                  <a:cubicBezTo>
                    <a:pt x="105" y="150"/>
                    <a:pt x="105" y="150"/>
                    <a:pt x="105" y="150"/>
                  </a:cubicBezTo>
                  <a:cubicBezTo>
                    <a:pt x="105" y="167"/>
                    <a:pt x="105" y="167"/>
                    <a:pt x="105" y="167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58" y="154"/>
                    <a:pt x="58" y="154"/>
                    <a:pt x="58" y="154"/>
                  </a:cubicBezTo>
                  <a:cubicBezTo>
                    <a:pt x="58" y="149"/>
                    <a:pt x="57" y="143"/>
                    <a:pt x="56" y="138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105" y="116"/>
                    <a:pt x="105" y="116"/>
                    <a:pt x="105" y="116"/>
                  </a:cubicBezTo>
                  <a:close/>
                  <a:moveTo>
                    <a:pt x="105" y="184"/>
                  </a:moveTo>
                  <a:cubicBezTo>
                    <a:pt x="105" y="201"/>
                    <a:pt x="105" y="201"/>
                    <a:pt x="105" y="201"/>
                  </a:cubicBezTo>
                  <a:cubicBezTo>
                    <a:pt x="38" y="208"/>
                    <a:pt x="38" y="208"/>
                    <a:pt x="38" y="208"/>
                  </a:cubicBezTo>
                  <a:cubicBezTo>
                    <a:pt x="38" y="190"/>
                    <a:pt x="38" y="190"/>
                    <a:pt x="38" y="190"/>
                  </a:cubicBezTo>
                  <a:lnTo>
                    <a:pt x="105" y="184"/>
                  </a:lnTo>
                  <a:close/>
                  <a:moveTo>
                    <a:pt x="38" y="11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4" y="54"/>
                    <a:pt x="8" y="93"/>
                    <a:pt x="12" y="132"/>
                  </a:cubicBezTo>
                  <a:cubicBezTo>
                    <a:pt x="16" y="171"/>
                    <a:pt x="20" y="209"/>
                    <a:pt x="24" y="248"/>
                  </a:cubicBezTo>
                  <a:cubicBezTo>
                    <a:pt x="38" y="247"/>
                    <a:pt x="38" y="247"/>
                    <a:pt x="38" y="247"/>
                  </a:cubicBezTo>
                  <a:cubicBezTo>
                    <a:pt x="38" y="223"/>
                    <a:pt x="38" y="223"/>
                    <a:pt x="38" y="223"/>
                  </a:cubicBezTo>
                  <a:cubicBezTo>
                    <a:pt x="37" y="208"/>
                    <a:pt x="37" y="208"/>
                    <a:pt x="37" y="208"/>
                  </a:cubicBezTo>
                  <a:cubicBezTo>
                    <a:pt x="38" y="208"/>
                    <a:pt x="38" y="208"/>
                    <a:pt x="38" y="208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5" y="191"/>
                    <a:pt x="35" y="191"/>
                    <a:pt x="35" y="191"/>
                  </a:cubicBezTo>
                  <a:cubicBezTo>
                    <a:pt x="35" y="185"/>
                    <a:pt x="34" y="180"/>
                    <a:pt x="33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2" y="157"/>
                    <a:pt x="32" y="157"/>
                    <a:pt x="32" y="157"/>
                  </a:cubicBezTo>
                  <a:cubicBezTo>
                    <a:pt x="31" y="152"/>
                    <a:pt x="31" y="146"/>
                    <a:pt x="30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28" y="118"/>
                    <a:pt x="27" y="112"/>
                    <a:pt x="27" y="107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84"/>
                    <a:pt x="24" y="79"/>
                    <a:pt x="23" y="73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38" y="37"/>
                    <a:pt x="38" y="37"/>
                    <a:pt x="38" y="37"/>
                  </a:cubicBezTo>
                  <a:lnTo>
                    <a:pt x="3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3" name="îšľîḓé"/>
            <p:cNvSpPr/>
            <p:nvPr/>
          </p:nvSpPr>
          <p:spPr bwMode="auto">
            <a:xfrm flipH="1">
              <a:off x="3237915" y="1851158"/>
              <a:ext cx="302756" cy="783794"/>
            </a:xfrm>
            <a:custGeom>
              <a:avLst/>
              <a:gdLst>
                <a:gd name="T0" fmla="*/ 154 w 181"/>
                <a:gd name="T1" fmla="*/ 0 h 480"/>
                <a:gd name="T2" fmla="*/ 154 w 181"/>
                <a:gd name="T3" fmla="*/ 407 h 480"/>
                <a:gd name="T4" fmla="*/ 123 w 181"/>
                <a:gd name="T5" fmla="*/ 20 h 480"/>
                <a:gd name="T6" fmla="*/ 125 w 181"/>
                <a:gd name="T7" fmla="*/ 121 h 480"/>
                <a:gd name="T8" fmla="*/ 127 w 181"/>
                <a:gd name="T9" fmla="*/ 55 h 480"/>
                <a:gd name="T10" fmla="*/ 125 w 181"/>
                <a:gd name="T11" fmla="*/ 221 h 480"/>
                <a:gd name="T12" fmla="*/ 128 w 181"/>
                <a:gd name="T13" fmla="*/ 206 h 480"/>
                <a:gd name="T14" fmla="*/ 123 w 181"/>
                <a:gd name="T15" fmla="*/ 156 h 480"/>
                <a:gd name="T16" fmla="*/ 130 w 181"/>
                <a:gd name="T17" fmla="*/ 322 h 480"/>
                <a:gd name="T18" fmla="*/ 122 w 181"/>
                <a:gd name="T19" fmla="*/ 307 h 480"/>
                <a:gd name="T20" fmla="*/ 130 w 181"/>
                <a:gd name="T21" fmla="*/ 256 h 480"/>
                <a:gd name="T22" fmla="*/ 128 w 181"/>
                <a:gd name="T23" fmla="*/ 357 h 480"/>
                <a:gd name="T24" fmla="*/ 117 w 181"/>
                <a:gd name="T25" fmla="*/ 20 h 480"/>
                <a:gd name="T26" fmla="*/ 119 w 181"/>
                <a:gd name="T27" fmla="*/ 55 h 480"/>
                <a:gd name="T28" fmla="*/ 119 w 181"/>
                <a:gd name="T29" fmla="*/ 121 h 480"/>
                <a:gd name="T30" fmla="*/ 119 w 181"/>
                <a:gd name="T31" fmla="*/ 156 h 480"/>
                <a:gd name="T32" fmla="*/ 119 w 181"/>
                <a:gd name="T33" fmla="*/ 171 h 480"/>
                <a:gd name="T34" fmla="*/ 118 w 181"/>
                <a:gd name="T35" fmla="*/ 221 h 480"/>
                <a:gd name="T36" fmla="*/ 120 w 181"/>
                <a:gd name="T37" fmla="*/ 206 h 480"/>
                <a:gd name="T38" fmla="*/ 120 w 181"/>
                <a:gd name="T39" fmla="*/ 256 h 480"/>
                <a:gd name="T40" fmla="*/ 118 w 181"/>
                <a:gd name="T41" fmla="*/ 322 h 480"/>
                <a:gd name="T42" fmla="*/ 120 w 181"/>
                <a:gd name="T43" fmla="*/ 357 h 480"/>
                <a:gd name="T44" fmla="*/ 95 w 181"/>
                <a:gd name="T45" fmla="*/ 20 h 480"/>
                <a:gd name="T46" fmla="*/ 96 w 181"/>
                <a:gd name="T47" fmla="*/ 70 h 480"/>
                <a:gd name="T48" fmla="*/ 92 w 181"/>
                <a:gd name="T49" fmla="*/ 55 h 480"/>
                <a:gd name="T50" fmla="*/ 91 w 181"/>
                <a:gd name="T51" fmla="*/ 105 h 480"/>
                <a:gd name="T52" fmla="*/ 97 w 181"/>
                <a:gd name="T53" fmla="*/ 221 h 480"/>
                <a:gd name="T54" fmla="*/ 97 w 181"/>
                <a:gd name="T55" fmla="*/ 272 h 480"/>
                <a:gd name="T56" fmla="*/ 91 w 181"/>
                <a:gd name="T57" fmla="*/ 256 h 480"/>
                <a:gd name="T58" fmla="*/ 91 w 181"/>
                <a:gd name="T59" fmla="*/ 407 h 480"/>
                <a:gd name="T60" fmla="*/ 95 w 181"/>
                <a:gd name="T61" fmla="*/ 372 h 480"/>
                <a:gd name="T62" fmla="*/ 94 w 181"/>
                <a:gd name="T63" fmla="*/ 307 h 480"/>
                <a:gd name="T64" fmla="*/ 87 w 181"/>
                <a:gd name="T65" fmla="*/ 20 h 480"/>
                <a:gd name="T66" fmla="*/ 87 w 181"/>
                <a:gd name="T67" fmla="*/ 55 h 480"/>
                <a:gd name="T68" fmla="*/ 86 w 181"/>
                <a:gd name="T69" fmla="*/ 70 h 480"/>
                <a:gd name="T70" fmla="*/ 61 w 181"/>
                <a:gd name="T71" fmla="*/ 70 h 480"/>
                <a:gd name="T72" fmla="*/ 63 w 181"/>
                <a:gd name="T73" fmla="*/ 458 h 480"/>
                <a:gd name="T74" fmla="*/ 63 w 181"/>
                <a:gd name="T75" fmla="*/ 171 h 480"/>
                <a:gd name="T76" fmla="*/ 62 w 181"/>
                <a:gd name="T77" fmla="*/ 105 h 480"/>
                <a:gd name="T78" fmla="*/ 87 w 181"/>
                <a:gd name="T79" fmla="*/ 105 h 480"/>
                <a:gd name="T80" fmla="*/ 86 w 181"/>
                <a:gd name="T81" fmla="*/ 221 h 480"/>
                <a:gd name="T82" fmla="*/ 88 w 181"/>
                <a:gd name="T83" fmla="*/ 256 h 480"/>
                <a:gd name="T84" fmla="*/ 85 w 181"/>
                <a:gd name="T85" fmla="*/ 272 h 480"/>
                <a:gd name="T86" fmla="*/ 60 w 181"/>
                <a:gd name="T87" fmla="*/ 272 h 480"/>
                <a:gd name="T88" fmla="*/ 65 w 181"/>
                <a:gd name="T89" fmla="*/ 206 h 480"/>
                <a:gd name="T90" fmla="*/ 84 w 181"/>
                <a:gd name="T91" fmla="*/ 372 h 480"/>
                <a:gd name="T92" fmla="*/ 59 w 181"/>
                <a:gd name="T93" fmla="*/ 372 h 480"/>
                <a:gd name="T94" fmla="*/ 65 w 181"/>
                <a:gd name="T95" fmla="*/ 307 h 480"/>
                <a:gd name="T96" fmla="*/ 90 w 181"/>
                <a:gd name="T97" fmla="*/ 407 h 480"/>
                <a:gd name="T98" fmla="*/ 59 w 181"/>
                <a:gd name="T99" fmla="*/ 407 h 480"/>
                <a:gd name="T100" fmla="*/ 84 w 181"/>
                <a:gd name="T101" fmla="*/ 407 h 480"/>
                <a:gd name="T102" fmla="*/ 57 w 181"/>
                <a:gd name="T103" fmla="*/ 70 h 480"/>
                <a:gd name="T104" fmla="*/ 54 w 181"/>
                <a:gd name="T105" fmla="*/ 105 h 480"/>
                <a:gd name="T106" fmla="*/ 57 w 181"/>
                <a:gd name="T107" fmla="*/ 171 h 480"/>
                <a:gd name="T108" fmla="*/ 59 w 181"/>
                <a:gd name="T109" fmla="*/ 480 h 480"/>
                <a:gd name="T110" fmla="*/ 58 w 181"/>
                <a:gd name="T111" fmla="*/ 407 h 480"/>
                <a:gd name="T112" fmla="*/ 52 w 181"/>
                <a:gd name="T113" fmla="*/ 423 h 480"/>
                <a:gd name="T114" fmla="*/ 52 w 181"/>
                <a:gd name="T115" fmla="*/ 221 h 480"/>
                <a:gd name="T116" fmla="*/ 52 w 181"/>
                <a:gd name="T117" fmla="*/ 307 h 480"/>
                <a:gd name="T118" fmla="*/ 59 w 181"/>
                <a:gd name="T119" fmla="*/ 357 h 480"/>
                <a:gd name="T120" fmla="*/ 27 w 181"/>
                <a:gd name="T121" fmla="*/ 357 h 480"/>
                <a:gd name="T122" fmla="*/ 57 w 181"/>
                <a:gd name="T123" fmla="*/ 206 h 480"/>
                <a:gd name="T124" fmla="*/ 27 w 181"/>
                <a:gd name="T125" fmla="*/ 423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1" h="480">
                  <a:moveTo>
                    <a:pt x="154" y="0"/>
                  </a:moveTo>
                  <a:cubicBezTo>
                    <a:pt x="181" y="0"/>
                    <a:pt x="181" y="0"/>
                    <a:pt x="181" y="0"/>
                  </a:cubicBezTo>
                  <a:cubicBezTo>
                    <a:pt x="181" y="80"/>
                    <a:pt x="181" y="160"/>
                    <a:pt x="181" y="240"/>
                  </a:cubicBezTo>
                  <a:cubicBezTo>
                    <a:pt x="181" y="320"/>
                    <a:pt x="181" y="400"/>
                    <a:pt x="181" y="480"/>
                  </a:cubicBezTo>
                  <a:cubicBezTo>
                    <a:pt x="154" y="480"/>
                    <a:pt x="154" y="480"/>
                    <a:pt x="154" y="480"/>
                  </a:cubicBezTo>
                  <a:cubicBezTo>
                    <a:pt x="154" y="458"/>
                    <a:pt x="154" y="458"/>
                    <a:pt x="154" y="458"/>
                  </a:cubicBezTo>
                  <a:cubicBezTo>
                    <a:pt x="162" y="458"/>
                    <a:pt x="162" y="458"/>
                    <a:pt x="162" y="458"/>
                  </a:cubicBezTo>
                  <a:cubicBezTo>
                    <a:pt x="162" y="446"/>
                    <a:pt x="162" y="434"/>
                    <a:pt x="162" y="423"/>
                  </a:cubicBezTo>
                  <a:cubicBezTo>
                    <a:pt x="154" y="423"/>
                    <a:pt x="154" y="423"/>
                    <a:pt x="154" y="423"/>
                  </a:cubicBezTo>
                  <a:cubicBezTo>
                    <a:pt x="154" y="407"/>
                    <a:pt x="154" y="407"/>
                    <a:pt x="154" y="407"/>
                  </a:cubicBezTo>
                  <a:cubicBezTo>
                    <a:pt x="162" y="407"/>
                    <a:pt x="162" y="407"/>
                    <a:pt x="162" y="407"/>
                  </a:cubicBezTo>
                  <a:cubicBezTo>
                    <a:pt x="162" y="396"/>
                    <a:pt x="162" y="384"/>
                    <a:pt x="162" y="372"/>
                  </a:cubicBezTo>
                  <a:cubicBezTo>
                    <a:pt x="154" y="372"/>
                    <a:pt x="154" y="372"/>
                    <a:pt x="154" y="372"/>
                  </a:cubicBezTo>
                  <a:cubicBezTo>
                    <a:pt x="154" y="357"/>
                    <a:pt x="154" y="357"/>
                    <a:pt x="154" y="357"/>
                  </a:cubicBezTo>
                  <a:cubicBezTo>
                    <a:pt x="162" y="357"/>
                    <a:pt x="162" y="357"/>
                    <a:pt x="162" y="357"/>
                  </a:cubicBezTo>
                  <a:cubicBezTo>
                    <a:pt x="162" y="345"/>
                    <a:pt x="162" y="334"/>
                    <a:pt x="162" y="322"/>
                  </a:cubicBezTo>
                  <a:cubicBezTo>
                    <a:pt x="154" y="322"/>
                    <a:pt x="154" y="322"/>
                    <a:pt x="154" y="322"/>
                  </a:cubicBezTo>
                  <a:cubicBezTo>
                    <a:pt x="154" y="307"/>
                    <a:pt x="154" y="307"/>
                    <a:pt x="154" y="307"/>
                  </a:cubicBezTo>
                  <a:cubicBezTo>
                    <a:pt x="162" y="307"/>
                    <a:pt x="162" y="307"/>
                    <a:pt x="162" y="307"/>
                  </a:cubicBezTo>
                  <a:cubicBezTo>
                    <a:pt x="162" y="295"/>
                    <a:pt x="162" y="283"/>
                    <a:pt x="162" y="272"/>
                  </a:cubicBezTo>
                  <a:cubicBezTo>
                    <a:pt x="154" y="272"/>
                    <a:pt x="154" y="272"/>
                    <a:pt x="154" y="272"/>
                  </a:cubicBezTo>
                  <a:cubicBezTo>
                    <a:pt x="154" y="256"/>
                    <a:pt x="154" y="256"/>
                    <a:pt x="154" y="256"/>
                  </a:cubicBezTo>
                  <a:cubicBezTo>
                    <a:pt x="162" y="256"/>
                    <a:pt x="162" y="256"/>
                    <a:pt x="162" y="256"/>
                  </a:cubicBezTo>
                  <a:cubicBezTo>
                    <a:pt x="162" y="245"/>
                    <a:pt x="162" y="233"/>
                    <a:pt x="162" y="221"/>
                  </a:cubicBezTo>
                  <a:cubicBezTo>
                    <a:pt x="154" y="221"/>
                    <a:pt x="154" y="221"/>
                    <a:pt x="154" y="221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2" y="206"/>
                    <a:pt x="162" y="206"/>
                    <a:pt x="162" y="206"/>
                  </a:cubicBezTo>
                  <a:cubicBezTo>
                    <a:pt x="162" y="194"/>
                    <a:pt x="162" y="183"/>
                    <a:pt x="162" y="171"/>
                  </a:cubicBezTo>
                  <a:cubicBezTo>
                    <a:pt x="154" y="171"/>
                    <a:pt x="154" y="171"/>
                    <a:pt x="154" y="171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62" y="156"/>
                    <a:pt x="162" y="156"/>
                    <a:pt x="162" y="156"/>
                  </a:cubicBezTo>
                  <a:cubicBezTo>
                    <a:pt x="162" y="144"/>
                    <a:pt x="162" y="132"/>
                    <a:pt x="162" y="121"/>
                  </a:cubicBezTo>
                  <a:cubicBezTo>
                    <a:pt x="154" y="121"/>
                    <a:pt x="154" y="121"/>
                    <a:pt x="154" y="121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94"/>
                    <a:pt x="162" y="82"/>
                    <a:pt x="162" y="70"/>
                  </a:cubicBezTo>
                  <a:cubicBezTo>
                    <a:pt x="154" y="70"/>
                    <a:pt x="154" y="70"/>
                    <a:pt x="154" y="70"/>
                  </a:cubicBezTo>
                  <a:cubicBezTo>
                    <a:pt x="154" y="55"/>
                    <a:pt x="154" y="55"/>
                    <a:pt x="154" y="55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2" y="43"/>
                    <a:pt x="162" y="32"/>
                    <a:pt x="162" y="20"/>
                  </a:cubicBezTo>
                  <a:cubicBezTo>
                    <a:pt x="154" y="20"/>
                    <a:pt x="154" y="20"/>
                    <a:pt x="154" y="20"/>
                  </a:cubicBezTo>
                  <a:lnTo>
                    <a:pt x="154" y="0"/>
                  </a:lnTo>
                  <a:close/>
                  <a:moveTo>
                    <a:pt x="138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154" y="20"/>
                    <a:pt x="154" y="20"/>
                    <a:pt x="154" y="20"/>
                  </a:cubicBezTo>
                  <a:cubicBezTo>
                    <a:pt x="138" y="20"/>
                    <a:pt x="138" y="20"/>
                    <a:pt x="138" y="20"/>
                  </a:cubicBezTo>
                  <a:cubicBezTo>
                    <a:pt x="138" y="0"/>
                    <a:pt x="138" y="0"/>
                    <a:pt x="138" y="0"/>
                  </a:cubicBezTo>
                  <a:close/>
                  <a:moveTo>
                    <a:pt x="154" y="480"/>
                  </a:moveTo>
                  <a:cubicBezTo>
                    <a:pt x="138" y="480"/>
                    <a:pt x="138" y="480"/>
                    <a:pt x="138" y="480"/>
                  </a:cubicBezTo>
                  <a:cubicBezTo>
                    <a:pt x="138" y="458"/>
                    <a:pt x="138" y="458"/>
                    <a:pt x="138" y="458"/>
                  </a:cubicBezTo>
                  <a:cubicBezTo>
                    <a:pt x="154" y="458"/>
                    <a:pt x="154" y="458"/>
                    <a:pt x="154" y="458"/>
                  </a:cubicBezTo>
                  <a:cubicBezTo>
                    <a:pt x="154" y="480"/>
                    <a:pt x="154" y="480"/>
                    <a:pt x="154" y="480"/>
                  </a:cubicBezTo>
                  <a:close/>
                  <a:moveTo>
                    <a:pt x="154" y="55"/>
                  </a:moveTo>
                  <a:cubicBezTo>
                    <a:pt x="154" y="70"/>
                    <a:pt x="154" y="70"/>
                    <a:pt x="154" y="70"/>
                  </a:cubicBezTo>
                  <a:cubicBezTo>
                    <a:pt x="147" y="70"/>
                    <a:pt x="147" y="70"/>
                    <a:pt x="147" y="70"/>
                  </a:cubicBezTo>
                  <a:cubicBezTo>
                    <a:pt x="147" y="82"/>
                    <a:pt x="147" y="94"/>
                    <a:pt x="147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21"/>
                    <a:pt x="154" y="121"/>
                    <a:pt x="154" y="121"/>
                  </a:cubicBezTo>
                  <a:cubicBezTo>
                    <a:pt x="138" y="121"/>
                    <a:pt x="138" y="121"/>
                    <a:pt x="138" y="121"/>
                  </a:cubicBezTo>
                  <a:cubicBezTo>
                    <a:pt x="138" y="55"/>
                    <a:pt x="138" y="55"/>
                    <a:pt x="138" y="55"/>
                  </a:cubicBezTo>
                  <a:cubicBezTo>
                    <a:pt x="154" y="55"/>
                    <a:pt x="154" y="55"/>
                    <a:pt x="154" y="55"/>
                  </a:cubicBezTo>
                  <a:close/>
                  <a:moveTo>
                    <a:pt x="154" y="156"/>
                  </a:moveTo>
                  <a:cubicBezTo>
                    <a:pt x="154" y="171"/>
                    <a:pt x="154" y="171"/>
                    <a:pt x="154" y="171"/>
                  </a:cubicBezTo>
                  <a:cubicBezTo>
                    <a:pt x="147" y="171"/>
                    <a:pt x="147" y="171"/>
                    <a:pt x="147" y="171"/>
                  </a:cubicBezTo>
                  <a:cubicBezTo>
                    <a:pt x="147" y="183"/>
                    <a:pt x="147" y="194"/>
                    <a:pt x="147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21"/>
                    <a:pt x="154" y="221"/>
                    <a:pt x="154" y="221"/>
                  </a:cubicBezTo>
                  <a:cubicBezTo>
                    <a:pt x="138" y="221"/>
                    <a:pt x="138" y="221"/>
                    <a:pt x="138" y="221"/>
                  </a:cubicBezTo>
                  <a:cubicBezTo>
                    <a:pt x="138" y="156"/>
                    <a:pt x="138" y="156"/>
                    <a:pt x="138" y="156"/>
                  </a:cubicBezTo>
                  <a:cubicBezTo>
                    <a:pt x="154" y="156"/>
                    <a:pt x="154" y="156"/>
                    <a:pt x="154" y="156"/>
                  </a:cubicBezTo>
                  <a:close/>
                  <a:moveTo>
                    <a:pt x="154" y="256"/>
                  </a:moveTo>
                  <a:cubicBezTo>
                    <a:pt x="154" y="272"/>
                    <a:pt x="154" y="272"/>
                    <a:pt x="154" y="272"/>
                  </a:cubicBezTo>
                  <a:cubicBezTo>
                    <a:pt x="147" y="272"/>
                    <a:pt x="147" y="272"/>
                    <a:pt x="147" y="272"/>
                  </a:cubicBezTo>
                  <a:cubicBezTo>
                    <a:pt x="147" y="283"/>
                    <a:pt x="147" y="295"/>
                    <a:pt x="147" y="307"/>
                  </a:cubicBezTo>
                  <a:cubicBezTo>
                    <a:pt x="154" y="307"/>
                    <a:pt x="154" y="307"/>
                    <a:pt x="154" y="307"/>
                  </a:cubicBezTo>
                  <a:cubicBezTo>
                    <a:pt x="154" y="322"/>
                    <a:pt x="154" y="322"/>
                    <a:pt x="154" y="322"/>
                  </a:cubicBezTo>
                  <a:cubicBezTo>
                    <a:pt x="138" y="322"/>
                    <a:pt x="138" y="322"/>
                    <a:pt x="138" y="322"/>
                  </a:cubicBezTo>
                  <a:cubicBezTo>
                    <a:pt x="138" y="256"/>
                    <a:pt x="138" y="256"/>
                    <a:pt x="138" y="256"/>
                  </a:cubicBezTo>
                  <a:cubicBezTo>
                    <a:pt x="154" y="256"/>
                    <a:pt x="154" y="256"/>
                    <a:pt x="154" y="256"/>
                  </a:cubicBezTo>
                  <a:close/>
                  <a:moveTo>
                    <a:pt x="154" y="357"/>
                  </a:moveTo>
                  <a:cubicBezTo>
                    <a:pt x="154" y="372"/>
                    <a:pt x="154" y="372"/>
                    <a:pt x="154" y="372"/>
                  </a:cubicBezTo>
                  <a:cubicBezTo>
                    <a:pt x="147" y="372"/>
                    <a:pt x="147" y="372"/>
                    <a:pt x="147" y="372"/>
                  </a:cubicBezTo>
                  <a:cubicBezTo>
                    <a:pt x="147" y="384"/>
                    <a:pt x="147" y="396"/>
                    <a:pt x="147" y="407"/>
                  </a:cubicBezTo>
                  <a:cubicBezTo>
                    <a:pt x="154" y="407"/>
                    <a:pt x="154" y="407"/>
                    <a:pt x="154" y="407"/>
                  </a:cubicBezTo>
                  <a:cubicBezTo>
                    <a:pt x="154" y="423"/>
                    <a:pt x="154" y="423"/>
                    <a:pt x="154" y="423"/>
                  </a:cubicBezTo>
                  <a:cubicBezTo>
                    <a:pt x="138" y="423"/>
                    <a:pt x="138" y="423"/>
                    <a:pt x="138" y="423"/>
                  </a:cubicBezTo>
                  <a:cubicBezTo>
                    <a:pt x="138" y="357"/>
                    <a:pt x="138" y="357"/>
                    <a:pt x="138" y="357"/>
                  </a:cubicBezTo>
                  <a:lnTo>
                    <a:pt x="154" y="357"/>
                  </a:lnTo>
                  <a:close/>
                  <a:moveTo>
                    <a:pt x="122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0"/>
                    <a:pt x="138" y="20"/>
                    <a:pt x="138" y="20"/>
                  </a:cubicBezTo>
                  <a:cubicBezTo>
                    <a:pt x="130" y="20"/>
                    <a:pt x="130" y="20"/>
                    <a:pt x="130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7" y="20"/>
                    <a:pt x="127" y="20"/>
                    <a:pt x="127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6" y="20"/>
                    <a:pt x="126" y="20"/>
                    <a:pt x="126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0"/>
                    <a:pt x="122" y="0"/>
                    <a:pt x="122" y="0"/>
                  </a:cubicBezTo>
                  <a:close/>
                  <a:moveTo>
                    <a:pt x="138" y="480"/>
                  </a:moveTo>
                  <a:cubicBezTo>
                    <a:pt x="122" y="480"/>
                    <a:pt x="122" y="480"/>
                    <a:pt x="122" y="480"/>
                  </a:cubicBezTo>
                  <a:cubicBezTo>
                    <a:pt x="122" y="458"/>
                    <a:pt x="122" y="458"/>
                    <a:pt x="122" y="458"/>
                  </a:cubicBezTo>
                  <a:cubicBezTo>
                    <a:pt x="130" y="458"/>
                    <a:pt x="130" y="458"/>
                    <a:pt x="130" y="458"/>
                  </a:cubicBezTo>
                  <a:cubicBezTo>
                    <a:pt x="138" y="458"/>
                    <a:pt x="138" y="458"/>
                    <a:pt x="138" y="458"/>
                  </a:cubicBezTo>
                  <a:cubicBezTo>
                    <a:pt x="138" y="480"/>
                    <a:pt x="138" y="480"/>
                    <a:pt x="138" y="480"/>
                  </a:cubicBezTo>
                  <a:close/>
                  <a:moveTo>
                    <a:pt x="138" y="55"/>
                  </a:moveTo>
                  <a:cubicBezTo>
                    <a:pt x="138" y="121"/>
                    <a:pt x="138" y="121"/>
                    <a:pt x="138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5" y="121"/>
                    <a:pt x="125" y="121"/>
                    <a:pt x="125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3" y="121"/>
                    <a:pt x="123" y="121"/>
                    <a:pt x="123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05"/>
                    <a:pt x="122" y="105"/>
                    <a:pt x="122" y="105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94"/>
                    <a:pt x="130" y="82"/>
                    <a:pt x="130" y="70"/>
                  </a:cubicBezTo>
                  <a:cubicBezTo>
                    <a:pt x="122" y="70"/>
                    <a:pt x="122" y="70"/>
                    <a:pt x="122" y="70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4" y="55"/>
                    <a:pt x="124" y="55"/>
                    <a:pt x="124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5" y="55"/>
                    <a:pt x="125" y="55"/>
                    <a:pt x="125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7" y="55"/>
                    <a:pt x="127" y="55"/>
                    <a:pt x="127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38" y="55"/>
                    <a:pt x="138" y="55"/>
                    <a:pt x="138" y="55"/>
                  </a:cubicBezTo>
                  <a:close/>
                  <a:moveTo>
                    <a:pt x="138" y="156"/>
                  </a:moveTo>
                  <a:cubicBezTo>
                    <a:pt x="138" y="221"/>
                    <a:pt x="138" y="221"/>
                    <a:pt x="138" y="221"/>
                  </a:cubicBezTo>
                  <a:cubicBezTo>
                    <a:pt x="130" y="221"/>
                    <a:pt x="130" y="221"/>
                    <a:pt x="130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9" y="221"/>
                    <a:pt x="129" y="221"/>
                    <a:pt x="129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8" y="221"/>
                    <a:pt x="128" y="221"/>
                    <a:pt x="128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7" y="221"/>
                    <a:pt x="127" y="221"/>
                    <a:pt x="127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6" y="221"/>
                    <a:pt x="126" y="221"/>
                    <a:pt x="126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5" y="221"/>
                    <a:pt x="125" y="221"/>
                    <a:pt x="125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3" y="221"/>
                    <a:pt x="123" y="221"/>
                    <a:pt x="123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3" y="206"/>
                    <a:pt x="123" y="206"/>
                    <a:pt x="123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4" y="206"/>
                    <a:pt x="124" y="206"/>
                    <a:pt x="124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5" y="206"/>
                    <a:pt x="125" y="206"/>
                    <a:pt x="125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6" y="206"/>
                    <a:pt x="126" y="206"/>
                    <a:pt x="126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7" y="206"/>
                    <a:pt x="127" y="206"/>
                    <a:pt x="127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29" y="206"/>
                    <a:pt x="129" y="206"/>
                    <a:pt x="129" y="206"/>
                  </a:cubicBezTo>
                  <a:cubicBezTo>
                    <a:pt x="130" y="206"/>
                    <a:pt x="130" y="206"/>
                    <a:pt x="130" y="206"/>
                  </a:cubicBezTo>
                  <a:cubicBezTo>
                    <a:pt x="130" y="194"/>
                    <a:pt x="130" y="183"/>
                    <a:pt x="130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5" y="171"/>
                    <a:pt x="125" y="171"/>
                    <a:pt x="125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4" y="171"/>
                    <a:pt x="124" y="171"/>
                    <a:pt x="124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3" y="171"/>
                    <a:pt x="123" y="171"/>
                    <a:pt x="123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7" y="156"/>
                    <a:pt x="127" y="156"/>
                    <a:pt x="127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8" y="156"/>
                    <a:pt x="128" y="156"/>
                    <a:pt x="128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29" y="156"/>
                    <a:pt x="129" y="156"/>
                    <a:pt x="129" y="156"/>
                  </a:cubicBezTo>
                  <a:cubicBezTo>
                    <a:pt x="130" y="156"/>
                    <a:pt x="130" y="156"/>
                    <a:pt x="130" y="156"/>
                  </a:cubicBezTo>
                  <a:cubicBezTo>
                    <a:pt x="138" y="156"/>
                    <a:pt x="138" y="156"/>
                    <a:pt x="138" y="156"/>
                  </a:cubicBezTo>
                  <a:close/>
                  <a:moveTo>
                    <a:pt x="138" y="256"/>
                  </a:moveTo>
                  <a:cubicBezTo>
                    <a:pt x="138" y="322"/>
                    <a:pt x="138" y="322"/>
                    <a:pt x="138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9" y="322"/>
                    <a:pt x="129" y="322"/>
                    <a:pt x="129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8" y="322"/>
                    <a:pt x="128" y="322"/>
                    <a:pt x="128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7" y="322"/>
                    <a:pt x="127" y="322"/>
                    <a:pt x="127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6" y="322"/>
                    <a:pt x="126" y="322"/>
                    <a:pt x="126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5" y="322"/>
                    <a:pt x="125" y="322"/>
                    <a:pt x="125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4" y="322"/>
                    <a:pt x="124" y="322"/>
                    <a:pt x="124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3" y="322"/>
                    <a:pt x="123" y="322"/>
                    <a:pt x="123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07"/>
                    <a:pt x="122" y="307"/>
                    <a:pt x="122" y="307"/>
                  </a:cubicBezTo>
                  <a:cubicBezTo>
                    <a:pt x="130" y="307"/>
                    <a:pt x="130" y="307"/>
                    <a:pt x="130" y="307"/>
                  </a:cubicBezTo>
                  <a:cubicBezTo>
                    <a:pt x="130" y="295"/>
                    <a:pt x="130" y="283"/>
                    <a:pt x="130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3" y="256"/>
                    <a:pt x="123" y="256"/>
                    <a:pt x="123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4" y="256"/>
                    <a:pt x="124" y="256"/>
                    <a:pt x="124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5" y="256"/>
                    <a:pt x="125" y="256"/>
                    <a:pt x="125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6" y="256"/>
                    <a:pt x="126" y="256"/>
                    <a:pt x="126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8" y="256"/>
                    <a:pt x="128" y="256"/>
                    <a:pt x="128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30" y="256"/>
                    <a:pt x="130" y="256"/>
                    <a:pt x="130" y="256"/>
                  </a:cubicBezTo>
                  <a:cubicBezTo>
                    <a:pt x="138" y="256"/>
                    <a:pt x="138" y="256"/>
                    <a:pt x="138" y="256"/>
                  </a:cubicBezTo>
                  <a:close/>
                  <a:moveTo>
                    <a:pt x="138" y="357"/>
                  </a:moveTo>
                  <a:cubicBezTo>
                    <a:pt x="138" y="423"/>
                    <a:pt x="138" y="423"/>
                    <a:pt x="138" y="423"/>
                  </a:cubicBezTo>
                  <a:cubicBezTo>
                    <a:pt x="130" y="423"/>
                    <a:pt x="130" y="423"/>
                    <a:pt x="130" y="423"/>
                  </a:cubicBezTo>
                  <a:cubicBezTo>
                    <a:pt x="122" y="423"/>
                    <a:pt x="122" y="423"/>
                    <a:pt x="122" y="423"/>
                  </a:cubicBezTo>
                  <a:cubicBezTo>
                    <a:pt x="122" y="407"/>
                    <a:pt x="122" y="407"/>
                    <a:pt x="122" y="407"/>
                  </a:cubicBezTo>
                  <a:cubicBezTo>
                    <a:pt x="130" y="407"/>
                    <a:pt x="130" y="407"/>
                    <a:pt x="130" y="407"/>
                  </a:cubicBezTo>
                  <a:cubicBezTo>
                    <a:pt x="130" y="396"/>
                    <a:pt x="130" y="384"/>
                    <a:pt x="130" y="372"/>
                  </a:cubicBezTo>
                  <a:cubicBezTo>
                    <a:pt x="122" y="372"/>
                    <a:pt x="122" y="372"/>
                    <a:pt x="122" y="372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3" y="357"/>
                    <a:pt x="123" y="357"/>
                    <a:pt x="123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4" y="357"/>
                    <a:pt x="124" y="357"/>
                    <a:pt x="124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5" y="357"/>
                    <a:pt x="125" y="357"/>
                    <a:pt x="125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6" y="357"/>
                    <a:pt x="126" y="357"/>
                    <a:pt x="126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7" y="357"/>
                    <a:pt x="127" y="357"/>
                    <a:pt x="127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8" y="357"/>
                    <a:pt x="128" y="357"/>
                    <a:pt x="128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29" y="357"/>
                    <a:pt x="129" y="357"/>
                    <a:pt x="129" y="357"/>
                  </a:cubicBezTo>
                  <a:cubicBezTo>
                    <a:pt x="130" y="357"/>
                    <a:pt x="130" y="357"/>
                    <a:pt x="130" y="357"/>
                  </a:cubicBezTo>
                  <a:lnTo>
                    <a:pt x="138" y="357"/>
                  </a:lnTo>
                  <a:close/>
                  <a:moveTo>
                    <a:pt x="107" y="0"/>
                  </a:moveTo>
                  <a:cubicBezTo>
                    <a:pt x="122" y="0"/>
                    <a:pt x="122" y="0"/>
                    <a:pt x="122" y="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7" y="0"/>
                    <a:pt x="107" y="0"/>
                    <a:pt x="107" y="0"/>
                  </a:cubicBezTo>
                  <a:close/>
                  <a:moveTo>
                    <a:pt x="122" y="480"/>
                  </a:moveTo>
                  <a:cubicBezTo>
                    <a:pt x="107" y="480"/>
                    <a:pt x="107" y="480"/>
                    <a:pt x="107" y="480"/>
                  </a:cubicBezTo>
                  <a:cubicBezTo>
                    <a:pt x="107" y="458"/>
                    <a:pt x="107" y="458"/>
                    <a:pt x="107" y="458"/>
                  </a:cubicBezTo>
                  <a:cubicBezTo>
                    <a:pt x="115" y="458"/>
                    <a:pt x="115" y="458"/>
                    <a:pt x="115" y="458"/>
                  </a:cubicBezTo>
                  <a:cubicBezTo>
                    <a:pt x="122" y="458"/>
                    <a:pt x="122" y="458"/>
                    <a:pt x="122" y="458"/>
                  </a:cubicBezTo>
                  <a:cubicBezTo>
                    <a:pt x="122" y="480"/>
                    <a:pt x="122" y="480"/>
                    <a:pt x="122" y="480"/>
                  </a:cubicBezTo>
                  <a:close/>
                  <a:moveTo>
                    <a:pt x="122" y="55"/>
                  </a:moveTo>
                  <a:cubicBezTo>
                    <a:pt x="122" y="70"/>
                    <a:pt x="122" y="70"/>
                    <a:pt x="122" y="70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7" y="55"/>
                    <a:pt x="107" y="55"/>
                    <a:pt x="107" y="55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7" y="55"/>
                    <a:pt x="117" y="55"/>
                    <a:pt x="117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8" y="55"/>
                    <a:pt x="118" y="55"/>
                    <a:pt x="118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19" y="55"/>
                    <a:pt x="119" y="55"/>
                    <a:pt x="119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1" y="55"/>
                    <a:pt x="121" y="55"/>
                    <a:pt x="121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2" y="55"/>
                    <a:pt x="122" y="55"/>
                    <a:pt x="122" y="55"/>
                  </a:cubicBezTo>
                  <a:close/>
                  <a:moveTo>
                    <a:pt x="122" y="105"/>
                  </a:move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20" y="121"/>
                    <a:pt x="120" y="121"/>
                    <a:pt x="120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9" y="121"/>
                    <a:pt x="119" y="121"/>
                    <a:pt x="119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8" y="121"/>
                    <a:pt x="118" y="121"/>
                    <a:pt x="118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7" y="121"/>
                    <a:pt x="117" y="121"/>
                    <a:pt x="117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6" y="121"/>
                    <a:pt x="116" y="121"/>
                    <a:pt x="116" y="121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15" y="132"/>
                    <a:pt x="115" y="144"/>
                    <a:pt x="115" y="156"/>
                  </a:cubicBezTo>
                  <a:cubicBezTo>
                    <a:pt x="115" y="156"/>
                    <a:pt x="115" y="156"/>
                    <a:pt x="115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8" y="156"/>
                    <a:pt x="118" y="156"/>
                    <a:pt x="118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1" y="156"/>
                    <a:pt x="121" y="156"/>
                    <a:pt x="121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2" y="171"/>
                    <a:pt x="122" y="171"/>
                    <a:pt x="122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1" y="171"/>
                    <a:pt x="121" y="171"/>
                    <a:pt x="121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9" y="171"/>
                    <a:pt x="119" y="171"/>
                    <a:pt x="119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8" y="171"/>
                    <a:pt x="118" y="171"/>
                    <a:pt x="118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7" y="171"/>
                    <a:pt x="117" y="171"/>
                    <a:pt x="117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6" y="171"/>
                    <a:pt x="116" y="171"/>
                    <a:pt x="116" y="171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15" y="171"/>
                    <a:pt x="115" y="171"/>
                    <a:pt x="115" y="171"/>
                  </a:cubicBezTo>
                  <a:cubicBezTo>
                    <a:pt x="107" y="171"/>
                    <a:pt x="107" y="171"/>
                    <a:pt x="107" y="171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122" y="105"/>
                    <a:pt x="122" y="105"/>
                    <a:pt x="122" y="105"/>
                  </a:cubicBezTo>
                  <a:close/>
                  <a:moveTo>
                    <a:pt x="122" y="206"/>
                  </a:move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2" y="221"/>
                    <a:pt x="122" y="221"/>
                    <a:pt x="122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9" y="221"/>
                    <a:pt x="119" y="221"/>
                    <a:pt x="119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8" y="221"/>
                    <a:pt x="118" y="221"/>
                    <a:pt x="118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7" y="221"/>
                    <a:pt x="117" y="221"/>
                    <a:pt x="117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6" y="221"/>
                    <a:pt x="116" y="221"/>
                    <a:pt x="116" y="221"/>
                  </a:cubicBezTo>
                  <a:cubicBezTo>
                    <a:pt x="115" y="221"/>
                    <a:pt x="115" y="221"/>
                    <a:pt x="115" y="221"/>
                  </a:cubicBezTo>
                  <a:cubicBezTo>
                    <a:pt x="115" y="221"/>
                    <a:pt x="115" y="221"/>
                    <a:pt x="115" y="221"/>
                  </a:cubicBezTo>
                  <a:cubicBezTo>
                    <a:pt x="107" y="221"/>
                    <a:pt x="107" y="221"/>
                    <a:pt x="107" y="221"/>
                  </a:cubicBezTo>
                  <a:cubicBezTo>
                    <a:pt x="107" y="206"/>
                    <a:pt x="107" y="206"/>
                    <a:pt x="107" y="206"/>
                  </a:cubicBezTo>
                  <a:cubicBezTo>
                    <a:pt x="115" y="206"/>
                    <a:pt x="115" y="206"/>
                    <a:pt x="115" y="206"/>
                  </a:cubicBezTo>
                  <a:cubicBezTo>
                    <a:pt x="115" y="206"/>
                    <a:pt x="115" y="206"/>
                    <a:pt x="115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6" y="206"/>
                    <a:pt x="116" y="206"/>
                    <a:pt x="116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7" y="206"/>
                    <a:pt x="117" y="206"/>
                    <a:pt x="117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8" y="206"/>
                    <a:pt x="118" y="206"/>
                    <a:pt x="118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19" y="206"/>
                    <a:pt x="119" y="206"/>
                    <a:pt x="119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0" y="206"/>
                    <a:pt x="120" y="206"/>
                    <a:pt x="120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1" y="206"/>
                    <a:pt x="121" y="206"/>
                    <a:pt x="121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ubicBezTo>
                    <a:pt x="122" y="206"/>
                    <a:pt x="122" y="206"/>
                    <a:pt x="122" y="206"/>
                  </a:cubicBezTo>
                  <a:close/>
                  <a:moveTo>
                    <a:pt x="122" y="256"/>
                  </a:moveTo>
                  <a:cubicBezTo>
                    <a:pt x="122" y="272"/>
                    <a:pt x="122" y="272"/>
                    <a:pt x="122" y="272"/>
                  </a:cubicBezTo>
                  <a:cubicBezTo>
                    <a:pt x="107" y="272"/>
                    <a:pt x="107" y="272"/>
                    <a:pt x="107" y="272"/>
                  </a:cubicBezTo>
                  <a:cubicBezTo>
                    <a:pt x="107" y="256"/>
                    <a:pt x="107" y="256"/>
                    <a:pt x="107" y="256"/>
                  </a:cubicBezTo>
                  <a:cubicBezTo>
                    <a:pt x="115" y="256"/>
                    <a:pt x="115" y="256"/>
                    <a:pt x="115" y="256"/>
                  </a:cubicBezTo>
                  <a:cubicBezTo>
                    <a:pt x="115" y="256"/>
                    <a:pt x="115" y="256"/>
                    <a:pt x="115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6" y="256"/>
                    <a:pt x="116" y="256"/>
                    <a:pt x="116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7" y="256"/>
                    <a:pt x="117" y="256"/>
                    <a:pt x="117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8" y="256"/>
                    <a:pt x="118" y="256"/>
                    <a:pt x="118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19" y="256"/>
                    <a:pt x="119" y="256"/>
                    <a:pt x="119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0" y="256"/>
                    <a:pt x="120" y="256"/>
                    <a:pt x="120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ubicBezTo>
                    <a:pt x="122" y="256"/>
                    <a:pt x="122" y="256"/>
                    <a:pt x="122" y="256"/>
                  </a:cubicBezTo>
                  <a:close/>
                  <a:moveTo>
                    <a:pt x="122" y="307"/>
                  </a:move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2" y="322"/>
                    <a:pt x="122" y="322"/>
                    <a:pt x="122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1" y="322"/>
                    <a:pt x="121" y="322"/>
                    <a:pt x="121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20" y="322"/>
                    <a:pt x="120" y="322"/>
                    <a:pt x="120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9" y="322"/>
                    <a:pt x="119" y="322"/>
                    <a:pt x="119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8" y="322"/>
                    <a:pt x="118" y="322"/>
                    <a:pt x="118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7" y="322"/>
                    <a:pt x="117" y="322"/>
                    <a:pt x="117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6" y="322"/>
                    <a:pt x="116" y="322"/>
                    <a:pt x="116" y="322"/>
                  </a:cubicBezTo>
                  <a:cubicBezTo>
                    <a:pt x="115" y="322"/>
                    <a:pt x="115" y="322"/>
                    <a:pt x="115" y="322"/>
                  </a:cubicBezTo>
                  <a:cubicBezTo>
                    <a:pt x="115" y="322"/>
                    <a:pt x="115" y="322"/>
                    <a:pt x="115" y="322"/>
                  </a:cubicBezTo>
                  <a:cubicBezTo>
                    <a:pt x="115" y="334"/>
                    <a:pt x="115" y="345"/>
                    <a:pt x="115" y="357"/>
                  </a:cubicBezTo>
                  <a:cubicBezTo>
                    <a:pt x="115" y="357"/>
                    <a:pt x="115" y="357"/>
                    <a:pt x="115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6" y="357"/>
                    <a:pt x="116" y="357"/>
                    <a:pt x="116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7" y="357"/>
                    <a:pt x="117" y="357"/>
                    <a:pt x="117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8" y="357"/>
                    <a:pt x="118" y="357"/>
                    <a:pt x="118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19" y="357"/>
                    <a:pt x="119" y="357"/>
                    <a:pt x="119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0" y="357"/>
                    <a:pt x="120" y="357"/>
                    <a:pt x="120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1" y="357"/>
                    <a:pt x="121" y="357"/>
                    <a:pt x="121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57"/>
                    <a:pt x="122" y="357"/>
                    <a:pt x="122" y="357"/>
                  </a:cubicBezTo>
                  <a:cubicBezTo>
                    <a:pt x="122" y="372"/>
                    <a:pt x="122" y="372"/>
                    <a:pt x="122" y="372"/>
                  </a:cubicBezTo>
                  <a:cubicBezTo>
                    <a:pt x="115" y="372"/>
                    <a:pt x="115" y="372"/>
                    <a:pt x="115" y="372"/>
                  </a:cubicBezTo>
                  <a:cubicBezTo>
                    <a:pt x="115" y="384"/>
                    <a:pt x="115" y="396"/>
                    <a:pt x="115" y="407"/>
                  </a:cubicBezTo>
                  <a:cubicBezTo>
                    <a:pt x="122" y="407"/>
                    <a:pt x="122" y="407"/>
                    <a:pt x="122" y="407"/>
                  </a:cubicBezTo>
                  <a:cubicBezTo>
                    <a:pt x="122" y="423"/>
                    <a:pt x="122" y="423"/>
                    <a:pt x="122" y="423"/>
                  </a:cubicBezTo>
                  <a:cubicBezTo>
                    <a:pt x="115" y="423"/>
                    <a:pt x="115" y="423"/>
                    <a:pt x="115" y="423"/>
                  </a:cubicBezTo>
                  <a:cubicBezTo>
                    <a:pt x="107" y="423"/>
                    <a:pt x="107" y="423"/>
                    <a:pt x="107" y="423"/>
                  </a:cubicBezTo>
                  <a:cubicBezTo>
                    <a:pt x="107" y="307"/>
                    <a:pt x="107" y="307"/>
                    <a:pt x="107" y="307"/>
                  </a:cubicBezTo>
                  <a:lnTo>
                    <a:pt x="122" y="307"/>
                  </a:lnTo>
                  <a:close/>
                  <a:moveTo>
                    <a:pt x="90" y="0"/>
                  </a:moveTo>
                  <a:cubicBezTo>
                    <a:pt x="107" y="0"/>
                    <a:pt x="107" y="0"/>
                    <a:pt x="107" y="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98" y="20"/>
                    <a:pt x="98" y="20"/>
                    <a:pt x="98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5" y="20"/>
                    <a:pt x="95" y="20"/>
                    <a:pt x="95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0"/>
                    <a:pt x="90" y="0"/>
                    <a:pt x="90" y="0"/>
                  </a:cubicBezTo>
                  <a:close/>
                  <a:moveTo>
                    <a:pt x="107" y="480"/>
                  </a:moveTo>
                  <a:cubicBezTo>
                    <a:pt x="90" y="480"/>
                    <a:pt x="90" y="480"/>
                    <a:pt x="90" y="480"/>
                  </a:cubicBezTo>
                  <a:cubicBezTo>
                    <a:pt x="90" y="458"/>
                    <a:pt x="90" y="458"/>
                    <a:pt x="90" y="458"/>
                  </a:cubicBezTo>
                  <a:cubicBezTo>
                    <a:pt x="98" y="458"/>
                    <a:pt x="98" y="458"/>
                    <a:pt x="98" y="458"/>
                  </a:cubicBezTo>
                  <a:cubicBezTo>
                    <a:pt x="107" y="458"/>
                    <a:pt x="107" y="458"/>
                    <a:pt x="107" y="458"/>
                  </a:cubicBezTo>
                  <a:cubicBezTo>
                    <a:pt x="107" y="480"/>
                    <a:pt x="107" y="480"/>
                    <a:pt x="107" y="480"/>
                  </a:cubicBezTo>
                  <a:close/>
                  <a:moveTo>
                    <a:pt x="107" y="55"/>
                  </a:moveTo>
                  <a:cubicBezTo>
                    <a:pt x="107" y="70"/>
                    <a:pt x="107" y="70"/>
                    <a:pt x="107" y="70"/>
                  </a:cubicBezTo>
                  <a:cubicBezTo>
                    <a:pt x="98" y="70"/>
                    <a:pt x="98" y="70"/>
                    <a:pt x="98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2" y="70"/>
                    <a:pt x="92" y="70"/>
                    <a:pt x="92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1" y="55"/>
                    <a:pt x="91" y="55"/>
                    <a:pt x="91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2" y="55"/>
                    <a:pt x="92" y="55"/>
                    <a:pt x="92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3" y="55"/>
                    <a:pt x="93" y="55"/>
                    <a:pt x="93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5"/>
                    <a:pt x="98" y="55"/>
                    <a:pt x="98" y="55"/>
                  </a:cubicBezTo>
                  <a:cubicBezTo>
                    <a:pt x="107" y="55"/>
                    <a:pt x="107" y="55"/>
                    <a:pt x="107" y="55"/>
                  </a:cubicBezTo>
                  <a:close/>
                  <a:moveTo>
                    <a:pt x="107" y="105"/>
                  </a:moveTo>
                  <a:cubicBezTo>
                    <a:pt x="107" y="171"/>
                    <a:pt x="107" y="171"/>
                    <a:pt x="107" y="171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90" y="171"/>
                    <a:pt x="90" y="171"/>
                    <a:pt x="90" y="171"/>
                  </a:cubicBezTo>
                  <a:cubicBezTo>
                    <a:pt x="90" y="156"/>
                    <a:pt x="90" y="156"/>
                    <a:pt x="90" y="156"/>
                  </a:cubicBezTo>
                  <a:cubicBezTo>
                    <a:pt x="98" y="156"/>
                    <a:pt x="98" y="156"/>
                    <a:pt x="98" y="156"/>
                  </a:cubicBezTo>
                  <a:cubicBezTo>
                    <a:pt x="98" y="144"/>
                    <a:pt x="98" y="132"/>
                    <a:pt x="98" y="121"/>
                  </a:cubicBezTo>
                  <a:cubicBezTo>
                    <a:pt x="90" y="121"/>
                    <a:pt x="90" y="121"/>
                    <a:pt x="90" y="121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1" y="105"/>
                    <a:pt x="91" y="105"/>
                    <a:pt x="91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3" y="105"/>
                    <a:pt x="93" y="105"/>
                    <a:pt x="93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6" y="105"/>
                    <a:pt x="96" y="105"/>
                    <a:pt x="96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98" y="105"/>
                    <a:pt x="98" y="105"/>
                    <a:pt x="98" y="105"/>
                  </a:cubicBezTo>
                  <a:cubicBezTo>
                    <a:pt x="107" y="105"/>
                    <a:pt x="107" y="105"/>
                    <a:pt x="107" y="105"/>
                  </a:cubicBezTo>
                  <a:close/>
                  <a:moveTo>
                    <a:pt x="107" y="206"/>
                  </a:moveTo>
                  <a:cubicBezTo>
                    <a:pt x="107" y="221"/>
                    <a:pt x="107" y="221"/>
                    <a:pt x="107" y="221"/>
                  </a:cubicBezTo>
                  <a:cubicBezTo>
                    <a:pt x="98" y="221"/>
                    <a:pt x="98" y="221"/>
                    <a:pt x="98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7" y="221"/>
                    <a:pt x="97" y="221"/>
                    <a:pt x="97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6" y="221"/>
                    <a:pt x="96" y="221"/>
                    <a:pt x="96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5" y="221"/>
                    <a:pt x="95" y="221"/>
                    <a:pt x="95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4" y="221"/>
                    <a:pt x="94" y="221"/>
                    <a:pt x="94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2" y="221"/>
                    <a:pt x="92" y="221"/>
                    <a:pt x="92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06"/>
                    <a:pt x="90" y="206"/>
                    <a:pt x="90" y="206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07" y="206"/>
                    <a:pt x="107" y="206"/>
                    <a:pt x="107" y="206"/>
                  </a:cubicBezTo>
                  <a:close/>
                  <a:moveTo>
                    <a:pt x="107" y="256"/>
                  </a:moveTo>
                  <a:cubicBezTo>
                    <a:pt x="107" y="272"/>
                    <a:pt x="107" y="272"/>
                    <a:pt x="107" y="272"/>
                  </a:cubicBezTo>
                  <a:cubicBezTo>
                    <a:pt x="98" y="272"/>
                    <a:pt x="98" y="272"/>
                    <a:pt x="98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7" y="272"/>
                    <a:pt x="97" y="272"/>
                    <a:pt x="97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5" y="272"/>
                    <a:pt x="95" y="272"/>
                    <a:pt x="95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4" y="272"/>
                    <a:pt x="94" y="272"/>
                    <a:pt x="94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2" y="272"/>
                    <a:pt x="92" y="272"/>
                    <a:pt x="92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1" y="272"/>
                    <a:pt x="91" y="272"/>
                    <a:pt x="91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1" y="256"/>
                    <a:pt x="91" y="256"/>
                    <a:pt x="91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2" y="256"/>
                    <a:pt x="92" y="256"/>
                    <a:pt x="92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3" y="256"/>
                    <a:pt x="93" y="256"/>
                    <a:pt x="93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5" y="256"/>
                    <a:pt x="95" y="256"/>
                    <a:pt x="95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98" y="256"/>
                    <a:pt x="98" y="256"/>
                  </a:cubicBezTo>
                  <a:cubicBezTo>
                    <a:pt x="107" y="256"/>
                    <a:pt x="107" y="256"/>
                    <a:pt x="107" y="256"/>
                  </a:cubicBezTo>
                  <a:close/>
                  <a:moveTo>
                    <a:pt x="107" y="307"/>
                  </a:moveTo>
                  <a:cubicBezTo>
                    <a:pt x="107" y="423"/>
                    <a:pt x="107" y="423"/>
                    <a:pt x="107" y="423"/>
                  </a:cubicBezTo>
                  <a:cubicBezTo>
                    <a:pt x="98" y="423"/>
                    <a:pt x="98" y="423"/>
                    <a:pt x="98" y="423"/>
                  </a:cubicBezTo>
                  <a:cubicBezTo>
                    <a:pt x="90" y="423"/>
                    <a:pt x="90" y="423"/>
                    <a:pt x="90" y="423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1" y="407"/>
                    <a:pt x="91" y="407"/>
                    <a:pt x="91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2" y="407"/>
                    <a:pt x="92" y="407"/>
                    <a:pt x="92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3" y="407"/>
                    <a:pt x="93" y="407"/>
                    <a:pt x="93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4" y="407"/>
                    <a:pt x="94" y="407"/>
                    <a:pt x="94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5" y="407"/>
                    <a:pt x="95" y="407"/>
                    <a:pt x="95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6" y="407"/>
                    <a:pt x="96" y="407"/>
                    <a:pt x="96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7" y="407"/>
                    <a:pt x="97" y="407"/>
                    <a:pt x="97" y="407"/>
                  </a:cubicBezTo>
                  <a:cubicBezTo>
                    <a:pt x="98" y="407"/>
                    <a:pt x="98" y="407"/>
                    <a:pt x="98" y="407"/>
                  </a:cubicBezTo>
                  <a:cubicBezTo>
                    <a:pt x="98" y="396"/>
                    <a:pt x="98" y="384"/>
                    <a:pt x="98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7" y="372"/>
                    <a:pt x="97" y="372"/>
                    <a:pt x="97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6" y="372"/>
                    <a:pt x="96" y="372"/>
                    <a:pt x="96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5" y="372"/>
                    <a:pt x="95" y="372"/>
                    <a:pt x="95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4" y="372"/>
                    <a:pt x="94" y="372"/>
                    <a:pt x="94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3" y="372"/>
                    <a:pt x="93" y="372"/>
                    <a:pt x="93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2" y="372"/>
                    <a:pt x="92" y="372"/>
                    <a:pt x="92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1" y="372"/>
                    <a:pt x="91" y="372"/>
                    <a:pt x="91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57"/>
                    <a:pt x="90" y="357"/>
                    <a:pt x="90" y="357"/>
                  </a:cubicBezTo>
                  <a:cubicBezTo>
                    <a:pt x="98" y="357"/>
                    <a:pt x="98" y="357"/>
                    <a:pt x="98" y="357"/>
                  </a:cubicBezTo>
                  <a:cubicBezTo>
                    <a:pt x="98" y="345"/>
                    <a:pt x="98" y="334"/>
                    <a:pt x="98" y="322"/>
                  </a:cubicBezTo>
                  <a:cubicBezTo>
                    <a:pt x="90" y="322"/>
                    <a:pt x="90" y="322"/>
                    <a:pt x="90" y="322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1" y="307"/>
                    <a:pt x="91" y="307"/>
                    <a:pt x="91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2" y="307"/>
                    <a:pt x="92" y="307"/>
                    <a:pt x="92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3" y="307"/>
                    <a:pt x="93" y="307"/>
                    <a:pt x="93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4" y="307"/>
                    <a:pt x="94" y="307"/>
                    <a:pt x="94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5" y="307"/>
                    <a:pt x="95" y="307"/>
                    <a:pt x="95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6" y="307"/>
                    <a:pt x="96" y="307"/>
                    <a:pt x="96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7" y="307"/>
                    <a:pt x="97" y="307"/>
                    <a:pt x="97" y="307"/>
                  </a:cubicBezTo>
                  <a:cubicBezTo>
                    <a:pt x="98" y="307"/>
                    <a:pt x="98" y="307"/>
                    <a:pt x="98" y="307"/>
                  </a:cubicBezTo>
                  <a:lnTo>
                    <a:pt x="107" y="307"/>
                  </a:lnTo>
                  <a:close/>
                  <a:moveTo>
                    <a:pt x="59" y="0"/>
                  </a:moveTo>
                  <a:cubicBezTo>
                    <a:pt x="90" y="0"/>
                    <a:pt x="90" y="0"/>
                    <a:pt x="90" y="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9" y="20"/>
                    <a:pt x="89" y="20"/>
                    <a:pt x="89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7" y="20"/>
                    <a:pt x="87" y="20"/>
                    <a:pt x="87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2"/>
                    <a:pt x="83" y="43"/>
                    <a:pt x="83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6" y="55"/>
                    <a:pt x="86" y="55"/>
                    <a:pt x="86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89" y="55"/>
                    <a:pt x="89" y="55"/>
                    <a:pt x="89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55"/>
                    <a:pt x="90" y="55"/>
                    <a:pt x="90" y="55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6" y="70"/>
                    <a:pt x="86" y="70"/>
                    <a:pt x="86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5" y="70"/>
                    <a:pt x="85" y="70"/>
                    <a:pt x="85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83" y="70"/>
                    <a:pt x="83" y="70"/>
                    <a:pt x="83" y="70"/>
                  </a:cubicBezTo>
                  <a:cubicBezTo>
                    <a:pt x="83" y="70"/>
                    <a:pt x="83" y="70"/>
                    <a:pt x="83" y="70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66" y="70"/>
                    <a:pt x="66" y="70"/>
                    <a:pt x="66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60" y="70"/>
                    <a:pt x="60" y="70"/>
                    <a:pt x="60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6" y="43"/>
                    <a:pt x="66" y="32"/>
                    <a:pt x="66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90" y="480"/>
                  </a:moveTo>
                  <a:cubicBezTo>
                    <a:pt x="59" y="480"/>
                    <a:pt x="59" y="480"/>
                    <a:pt x="59" y="480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0" y="458"/>
                    <a:pt x="60" y="458"/>
                    <a:pt x="60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1" y="458"/>
                    <a:pt x="61" y="458"/>
                    <a:pt x="61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2" y="458"/>
                    <a:pt x="62" y="458"/>
                    <a:pt x="62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3" y="458"/>
                    <a:pt x="63" y="458"/>
                    <a:pt x="63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4" y="458"/>
                    <a:pt x="64" y="458"/>
                    <a:pt x="64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5" y="458"/>
                    <a:pt x="65" y="458"/>
                    <a:pt x="65" y="458"/>
                  </a:cubicBezTo>
                  <a:cubicBezTo>
                    <a:pt x="66" y="458"/>
                    <a:pt x="66" y="458"/>
                    <a:pt x="66" y="458"/>
                  </a:cubicBezTo>
                  <a:cubicBezTo>
                    <a:pt x="66" y="458"/>
                    <a:pt x="66" y="458"/>
                    <a:pt x="66" y="458"/>
                  </a:cubicBezTo>
                  <a:cubicBezTo>
                    <a:pt x="83" y="458"/>
                    <a:pt x="83" y="458"/>
                    <a:pt x="83" y="458"/>
                  </a:cubicBezTo>
                  <a:cubicBezTo>
                    <a:pt x="90" y="458"/>
                    <a:pt x="90" y="458"/>
                    <a:pt x="90" y="458"/>
                  </a:cubicBezTo>
                  <a:cubicBezTo>
                    <a:pt x="90" y="480"/>
                    <a:pt x="90" y="480"/>
                    <a:pt x="90" y="480"/>
                  </a:cubicBezTo>
                  <a:close/>
                  <a:moveTo>
                    <a:pt x="90" y="105"/>
                  </a:moveTo>
                  <a:cubicBezTo>
                    <a:pt x="90" y="121"/>
                    <a:pt x="90" y="121"/>
                    <a:pt x="90" y="121"/>
                  </a:cubicBezTo>
                  <a:cubicBezTo>
                    <a:pt x="83" y="121"/>
                    <a:pt x="83" y="121"/>
                    <a:pt x="83" y="121"/>
                  </a:cubicBezTo>
                  <a:cubicBezTo>
                    <a:pt x="83" y="132"/>
                    <a:pt x="83" y="144"/>
                    <a:pt x="83" y="156"/>
                  </a:cubicBezTo>
                  <a:cubicBezTo>
                    <a:pt x="90" y="156"/>
                    <a:pt x="90" y="156"/>
                    <a:pt x="90" y="156"/>
                  </a:cubicBezTo>
                  <a:cubicBezTo>
                    <a:pt x="90" y="171"/>
                    <a:pt x="90" y="171"/>
                    <a:pt x="90" y="171"/>
                  </a:cubicBezTo>
                  <a:cubicBezTo>
                    <a:pt x="83" y="171"/>
                    <a:pt x="83" y="171"/>
                    <a:pt x="83" y="171"/>
                  </a:cubicBezTo>
                  <a:cubicBezTo>
                    <a:pt x="66" y="171"/>
                    <a:pt x="66" y="171"/>
                    <a:pt x="66" y="171"/>
                  </a:cubicBezTo>
                  <a:cubicBezTo>
                    <a:pt x="66" y="171"/>
                    <a:pt x="66" y="171"/>
                    <a:pt x="66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5" y="171"/>
                    <a:pt x="65" y="171"/>
                    <a:pt x="65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4" y="171"/>
                    <a:pt x="64" y="171"/>
                    <a:pt x="64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3" y="171"/>
                    <a:pt x="63" y="171"/>
                    <a:pt x="63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1" y="171"/>
                    <a:pt x="61" y="171"/>
                    <a:pt x="61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60" y="171"/>
                    <a:pt x="60" y="171"/>
                    <a:pt x="60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56"/>
                    <a:pt x="59" y="156"/>
                    <a:pt x="59" y="156"/>
                  </a:cubicBezTo>
                  <a:cubicBezTo>
                    <a:pt x="66" y="156"/>
                    <a:pt x="66" y="156"/>
                    <a:pt x="66" y="156"/>
                  </a:cubicBezTo>
                  <a:cubicBezTo>
                    <a:pt x="66" y="144"/>
                    <a:pt x="66" y="132"/>
                    <a:pt x="66" y="121"/>
                  </a:cubicBezTo>
                  <a:cubicBezTo>
                    <a:pt x="59" y="121"/>
                    <a:pt x="59" y="121"/>
                    <a:pt x="59" y="121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1" y="105"/>
                    <a:pt x="61" y="105"/>
                    <a:pt x="61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5" y="105"/>
                    <a:pt x="85" y="105"/>
                    <a:pt x="85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ubicBezTo>
                    <a:pt x="90" y="105"/>
                    <a:pt x="90" y="105"/>
                    <a:pt x="90" y="105"/>
                  </a:cubicBezTo>
                  <a:close/>
                  <a:moveTo>
                    <a:pt x="90" y="206"/>
                  </a:move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90" y="221"/>
                    <a:pt x="90" y="221"/>
                    <a:pt x="90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7" y="221"/>
                    <a:pt x="87" y="221"/>
                    <a:pt x="87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6" y="221"/>
                    <a:pt x="86" y="221"/>
                    <a:pt x="86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5" y="221"/>
                    <a:pt x="85" y="221"/>
                    <a:pt x="85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4" y="221"/>
                    <a:pt x="84" y="221"/>
                    <a:pt x="84" y="221"/>
                  </a:cubicBezTo>
                  <a:cubicBezTo>
                    <a:pt x="83" y="221"/>
                    <a:pt x="83" y="221"/>
                    <a:pt x="83" y="221"/>
                  </a:cubicBezTo>
                  <a:cubicBezTo>
                    <a:pt x="83" y="221"/>
                    <a:pt x="83" y="221"/>
                    <a:pt x="83" y="221"/>
                  </a:cubicBezTo>
                  <a:cubicBezTo>
                    <a:pt x="83" y="233"/>
                    <a:pt x="83" y="245"/>
                    <a:pt x="83" y="256"/>
                  </a:cubicBezTo>
                  <a:cubicBezTo>
                    <a:pt x="83" y="256"/>
                    <a:pt x="83" y="256"/>
                    <a:pt x="83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5" y="256"/>
                    <a:pt x="85" y="256"/>
                    <a:pt x="85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6" y="256"/>
                    <a:pt x="86" y="256"/>
                    <a:pt x="86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7" y="256"/>
                    <a:pt x="87" y="256"/>
                    <a:pt x="87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8" y="256"/>
                    <a:pt x="88" y="256"/>
                    <a:pt x="88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89" y="256"/>
                    <a:pt x="89" y="256"/>
                    <a:pt x="89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56"/>
                    <a:pt x="90" y="256"/>
                    <a:pt x="90" y="256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90" y="272"/>
                    <a:pt x="90" y="272"/>
                    <a:pt x="90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9" y="272"/>
                    <a:pt x="89" y="272"/>
                    <a:pt x="89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8" y="272"/>
                    <a:pt x="88" y="272"/>
                    <a:pt x="88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7" y="272"/>
                    <a:pt x="87" y="272"/>
                    <a:pt x="87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6" y="272"/>
                    <a:pt x="86" y="272"/>
                    <a:pt x="86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66" y="272"/>
                    <a:pt x="66" y="272"/>
                    <a:pt x="66" y="272"/>
                  </a:cubicBezTo>
                  <a:cubicBezTo>
                    <a:pt x="66" y="272"/>
                    <a:pt x="66" y="272"/>
                    <a:pt x="66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5" y="272"/>
                    <a:pt x="65" y="272"/>
                    <a:pt x="65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3" y="272"/>
                    <a:pt x="63" y="272"/>
                    <a:pt x="63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2" y="272"/>
                    <a:pt x="62" y="272"/>
                    <a:pt x="62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1" y="272"/>
                    <a:pt x="61" y="272"/>
                    <a:pt x="61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60" y="272"/>
                    <a:pt x="60" y="272"/>
                    <a:pt x="60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56"/>
                    <a:pt x="59" y="256"/>
                    <a:pt x="59" y="256"/>
                  </a:cubicBezTo>
                  <a:cubicBezTo>
                    <a:pt x="66" y="256"/>
                    <a:pt x="66" y="256"/>
                    <a:pt x="66" y="256"/>
                  </a:cubicBezTo>
                  <a:cubicBezTo>
                    <a:pt x="66" y="245"/>
                    <a:pt x="66" y="233"/>
                    <a:pt x="66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2" y="206"/>
                    <a:pt x="62" y="206"/>
                    <a:pt x="62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3" y="206"/>
                    <a:pt x="63" y="206"/>
                    <a:pt x="63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4" y="206"/>
                    <a:pt x="64" y="206"/>
                    <a:pt x="64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5" y="206"/>
                    <a:pt x="65" y="206"/>
                    <a:pt x="65" y="206"/>
                  </a:cubicBezTo>
                  <a:cubicBezTo>
                    <a:pt x="66" y="206"/>
                    <a:pt x="66" y="206"/>
                    <a:pt x="66" y="206"/>
                  </a:cubicBezTo>
                  <a:cubicBezTo>
                    <a:pt x="66" y="206"/>
                    <a:pt x="66" y="206"/>
                    <a:pt x="66" y="206"/>
                  </a:cubicBezTo>
                  <a:cubicBezTo>
                    <a:pt x="83" y="206"/>
                    <a:pt x="83" y="206"/>
                    <a:pt x="83" y="206"/>
                  </a:cubicBezTo>
                  <a:cubicBezTo>
                    <a:pt x="90" y="206"/>
                    <a:pt x="90" y="206"/>
                    <a:pt x="90" y="206"/>
                  </a:cubicBezTo>
                  <a:close/>
                  <a:moveTo>
                    <a:pt x="90" y="307"/>
                  </a:moveTo>
                  <a:cubicBezTo>
                    <a:pt x="90" y="322"/>
                    <a:pt x="90" y="322"/>
                    <a:pt x="90" y="322"/>
                  </a:cubicBezTo>
                  <a:cubicBezTo>
                    <a:pt x="83" y="322"/>
                    <a:pt x="83" y="322"/>
                    <a:pt x="83" y="322"/>
                  </a:cubicBezTo>
                  <a:cubicBezTo>
                    <a:pt x="83" y="334"/>
                    <a:pt x="83" y="345"/>
                    <a:pt x="83" y="357"/>
                  </a:cubicBezTo>
                  <a:cubicBezTo>
                    <a:pt x="90" y="357"/>
                    <a:pt x="90" y="357"/>
                    <a:pt x="90" y="357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90" y="372"/>
                    <a:pt x="90" y="372"/>
                    <a:pt x="90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9" y="372"/>
                    <a:pt x="89" y="372"/>
                    <a:pt x="89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8" y="372"/>
                    <a:pt x="88" y="372"/>
                    <a:pt x="88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7" y="372"/>
                    <a:pt x="87" y="372"/>
                    <a:pt x="87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6" y="372"/>
                    <a:pt x="86" y="372"/>
                    <a:pt x="86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5" y="372"/>
                    <a:pt x="85" y="372"/>
                    <a:pt x="85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4" y="372"/>
                    <a:pt x="84" y="372"/>
                    <a:pt x="84" y="372"/>
                  </a:cubicBezTo>
                  <a:cubicBezTo>
                    <a:pt x="83" y="372"/>
                    <a:pt x="83" y="372"/>
                    <a:pt x="83" y="372"/>
                  </a:cubicBezTo>
                  <a:cubicBezTo>
                    <a:pt x="83" y="372"/>
                    <a:pt x="83" y="372"/>
                    <a:pt x="83" y="372"/>
                  </a:cubicBezTo>
                  <a:cubicBezTo>
                    <a:pt x="66" y="372"/>
                    <a:pt x="66" y="372"/>
                    <a:pt x="66" y="372"/>
                  </a:cubicBezTo>
                  <a:cubicBezTo>
                    <a:pt x="66" y="372"/>
                    <a:pt x="66" y="372"/>
                    <a:pt x="66" y="372"/>
                  </a:cubicBezTo>
                  <a:cubicBezTo>
                    <a:pt x="66" y="372"/>
                    <a:pt x="66" y="372"/>
                    <a:pt x="66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5" y="372"/>
                    <a:pt x="65" y="372"/>
                    <a:pt x="65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4" y="372"/>
                    <a:pt x="64" y="372"/>
                    <a:pt x="64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3" y="372"/>
                    <a:pt x="63" y="372"/>
                    <a:pt x="63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2" y="372"/>
                    <a:pt x="62" y="372"/>
                    <a:pt x="62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1" y="372"/>
                    <a:pt x="61" y="372"/>
                    <a:pt x="61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60" y="372"/>
                    <a:pt x="60" y="372"/>
                    <a:pt x="60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57"/>
                    <a:pt x="59" y="357"/>
                    <a:pt x="59" y="357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6" y="345"/>
                    <a:pt x="66" y="334"/>
                    <a:pt x="66" y="322"/>
                  </a:cubicBezTo>
                  <a:cubicBezTo>
                    <a:pt x="59" y="322"/>
                    <a:pt x="59" y="322"/>
                    <a:pt x="59" y="322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0" y="307"/>
                    <a:pt x="60" y="307"/>
                    <a:pt x="60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1" y="307"/>
                    <a:pt x="61" y="307"/>
                    <a:pt x="61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2" y="307"/>
                    <a:pt x="62" y="307"/>
                    <a:pt x="62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3" y="307"/>
                    <a:pt x="63" y="307"/>
                    <a:pt x="63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5" y="307"/>
                    <a:pt x="65" y="307"/>
                    <a:pt x="65" y="307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83" y="307"/>
                    <a:pt x="83" y="307"/>
                    <a:pt x="83" y="307"/>
                  </a:cubicBezTo>
                  <a:cubicBezTo>
                    <a:pt x="83" y="307"/>
                    <a:pt x="83" y="307"/>
                    <a:pt x="83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4" y="307"/>
                    <a:pt x="84" y="307"/>
                    <a:pt x="84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5" y="307"/>
                    <a:pt x="85" y="307"/>
                    <a:pt x="85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6" y="307"/>
                    <a:pt x="86" y="307"/>
                    <a:pt x="86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7" y="307"/>
                    <a:pt x="87" y="307"/>
                    <a:pt x="87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8" y="307"/>
                    <a:pt x="88" y="307"/>
                    <a:pt x="88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89" y="307"/>
                    <a:pt x="89" y="307"/>
                    <a:pt x="89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ubicBezTo>
                    <a:pt x="90" y="307"/>
                    <a:pt x="90" y="307"/>
                    <a:pt x="90" y="307"/>
                  </a:cubicBezTo>
                  <a:close/>
                  <a:moveTo>
                    <a:pt x="90" y="407"/>
                  </a:moveTo>
                  <a:cubicBezTo>
                    <a:pt x="90" y="423"/>
                    <a:pt x="90" y="423"/>
                    <a:pt x="90" y="423"/>
                  </a:cubicBezTo>
                  <a:cubicBezTo>
                    <a:pt x="83" y="423"/>
                    <a:pt x="83" y="423"/>
                    <a:pt x="83" y="423"/>
                  </a:cubicBezTo>
                  <a:cubicBezTo>
                    <a:pt x="66" y="423"/>
                    <a:pt x="66" y="423"/>
                    <a:pt x="66" y="423"/>
                  </a:cubicBezTo>
                  <a:cubicBezTo>
                    <a:pt x="66" y="423"/>
                    <a:pt x="66" y="423"/>
                    <a:pt x="66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5" y="423"/>
                    <a:pt x="65" y="423"/>
                    <a:pt x="65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4" y="423"/>
                    <a:pt x="64" y="423"/>
                    <a:pt x="64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3" y="423"/>
                    <a:pt x="63" y="423"/>
                    <a:pt x="63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2" y="423"/>
                    <a:pt x="62" y="423"/>
                    <a:pt x="62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1" y="423"/>
                    <a:pt x="61" y="423"/>
                    <a:pt x="61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60" y="423"/>
                    <a:pt x="60" y="423"/>
                    <a:pt x="60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0" y="407"/>
                    <a:pt x="60" y="407"/>
                    <a:pt x="60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2" y="407"/>
                    <a:pt x="62" y="407"/>
                    <a:pt x="62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3" y="407"/>
                    <a:pt x="63" y="407"/>
                    <a:pt x="63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4" y="407"/>
                    <a:pt x="64" y="407"/>
                    <a:pt x="64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5" y="407"/>
                    <a:pt x="65" y="407"/>
                    <a:pt x="65" y="407"/>
                  </a:cubicBezTo>
                  <a:cubicBezTo>
                    <a:pt x="66" y="407"/>
                    <a:pt x="66" y="407"/>
                    <a:pt x="66" y="407"/>
                  </a:cubicBezTo>
                  <a:cubicBezTo>
                    <a:pt x="66" y="407"/>
                    <a:pt x="66" y="407"/>
                    <a:pt x="66" y="407"/>
                  </a:cubicBezTo>
                  <a:cubicBezTo>
                    <a:pt x="66" y="407"/>
                    <a:pt x="66" y="407"/>
                    <a:pt x="66" y="407"/>
                  </a:cubicBezTo>
                  <a:cubicBezTo>
                    <a:pt x="83" y="407"/>
                    <a:pt x="83" y="407"/>
                    <a:pt x="83" y="407"/>
                  </a:cubicBezTo>
                  <a:cubicBezTo>
                    <a:pt x="83" y="407"/>
                    <a:pt x="83" y="407"/>
                    <a:pt x="83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4" y="407"/>
                    <a:pt x="84" y="407"/>
                    <a:pt x="84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5" y="407"/>
                    <a:pt x="85" y="407"/>
                    <a:pt x="85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6" y="407"/>
                    <a:pt x="86" y="407"/>
                    <a:pt x="86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7" y="407"/>
                    <a:pt x="87" y="407"/>
                    <a:pt x="87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8" y="407"/>
                    <a:pt x="88" y="407"/>
                    <a:pt x="88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89" y="407"/>
                    <a:pt x="89" y="407"/>
                    <a:pt x="89" y="407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0" y="407"/>
                    <a:pt x="90" y="407"/>
                    <a:pt x="90" y="407"/>
                  </a:cubicBezTo>
                  <a:cubicBezTo>
                    <a:pt x="90" y="407"/>
                    <a:pt x="90" y="407"/>
                    <a:pt x="90" y="407"/>
                  </a:cubicBezTo>
                  <a:close/>
                  <a:moveTo>
                    <a:pt x="27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32"/>
                    <a:pt x="52" y="43"/>
                    <a:pt x="52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2" y="82"/>
                    <a:pt x="52" y="94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3" y="105"/>
                    <a:pt x="53" y="105"/>
                    <a:pt x="53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6" y="105"/>
                    <a:pt x="56" y="105"/>
                    <a:pt x="56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7" y="105"/>
                    <a:pt x="57" y="105"/>
                    <a:pt x="57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21"/>
                    <a:pt x="59" y="121"/>
                    <a:pt x="59" y="121"/>
                  </a:cubicBezTo>
                  <a:cubicBezTo>
                    <a:pt x="52" y="121"/>
                    <a:pt x="52" y="121"/>
                    <a:pt x="52" y="121"/>
                  </a:cubicBezTo>
                  <a:cubicBezTo>
                    <a:pt x="52" y="132"/>
                    <a:pt x="52" y="144"/>
                    <a:pt x="52" y="156"/>
                  </a:cubicBezTo>
                  <a:cubicBezTo>
                    <a:pt x="59" y="156"/>
                    <a:pt x="59" y="156"/>
                    <a:pt x="59" y="156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9" y="171"/>
                    <a:pt x="59" y="171"/>
                    <a:pt x="59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8" y="171"/>
                    <a:pt x="58" y="171"/>
                    <a:pt x="58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7" y="171"/>
                    <a:pt x="57" y="171"/>
                    <a:pt x="57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6" y="171"/>
                    <a:pt x="56" y="171"/>
                    <a:pt x="56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5" y="171"/>
                    <a:pt x="55" y="171"/>
                    <a:pt x="55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4" y="171"/>
                    <a:pt x="54" y="171"/>
                    <a:pt x="54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44"/>
                    <a:pt x="34" y="132"/>
                    <a:pt x="34" y="121"/>
                  </a:cubicBezTo>
                  <a:cubicBezTo>
                    <a:pt x="27" y="121"/>
                    <a:pt x="27" y="121"/>
                    <a:pt x="27" y="121"/>
                  </a:cubicBezTo>
                  <a:cubicBezTo>
                    <a:pt x="27" y="105"/>
                    <a:pt x="27" y="105"/>
                    <a:pt x="27" y="105"/>
                  </a:cubicBezTo>
                  <a:cubicBezTo>
                    <a:pt x="34" y="105"/>
                    <a:pt x="34" y="105"/>
                    <a:pt x="34" y="105"/>
                  </a:cubicBezTo>
                  <a:cubicBezTo>
                    <a:pt x="34" y="94"/>
                    <a:pt x="34" y="82"/>
                    <a:pt x="34" y="7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43"/>
                    <a:pt x="34" y="32"/>
                    <a:pt x="34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0"/>
                    <a:pt x="27" y="0"/>
                    <a:pt x="27" y="0"/>
                  </a:cubicBezTo>
                  <a:close/>
                  <a:moveTo>
                    <a:pt x="59" y="480"/>
                  </a:moveTo>
                  <a:cubicBezTo>
                    <a:pt x="27" y="480"/>
                    <a:pt x="27" y="480"/>
                    <a:pt x="27" y="480"/>
                  </a:cubicBezTo>
                  <a:cubicBezTo>
                    <a:pt x="27" y="458"/>
                    <a:pt x="27" y="458"/>
                    <a:pt x="27" y="458"/>
                  </a:cubicBezTo>
                  <a:cubicBezTo>
                    <a:pt x="34" y="458"/>
                    <a:pt x="34" y="458"/>
                    <a:pt x="34" y="458"/>
                  </a:cubicBezTo>
                  <a:cubicBezTo>
                    <a:pt x="34" y="446"/>
                    <a:pt x="34" y="434"/>
                    <a:pt x="34" y="423"/>
                  </a:cubicBezTo>
                  <a:cubicBezTo>
                    <a:pt x="27" y="423"/>
                    <a:pt x="27" y="423"/>
                    <a:pt x="27" y="423"/>
                  </a:cubicBezTo>
                  <a:cubicBezTo>
                    <a:pt x="27" y="407"/>
                    <a:pt x="27" y="407"/>
                    <a:pt x="27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2" y="407"/>
                    <a:pt x="52" y="407"/>
                    <a:pt x="52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4" y="407"/>
                    <a:pt x="54" y="407"/>
                    <a:pt x="54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5" y="407"/>
                    <a:pt x="55" y="407"/>
                    <a:pt x="55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6" y="407"/>
                    <a:pt x="56" y="407"/>
                    <a:pt x="56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7" y="407"/>
                    <a:pt x="57" y="407"/>
                    <a:pt x="57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8" y="407"/>
                    <a:pt x="58" y="407"/>
                    <a:pt x="58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9" y="423"/>
                    <a:pt x="59" y="423"/>
                    <a:pt x="59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8" y="423"/>
                    <a:pt x="58" y="423"/>
                    <a:pt x="58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7" y="423"/>
                    <a:pt x="57" y="423"/>
                    <a:pt x="57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6" y="423"/>
                    <a:pt x="56" y="423"/>
                    <a:pt x="56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5" y="423"/>
                    <a:pt x="55" y="423"/>
                    <a:pt x="55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4" y="423"/>
                    <a:pt x="54" y="423"/>
                    <a:pt x="54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3" y="423"/>
                    <a:pt x="53" y="423"/>
                    <a:pt x="53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23"/>
                    <a:pt x="52" y="423"/>
                    <a:pt x="52" y="423"/>
                  </a:cubicBezTo>
                  <a:cubicBezTo>
                    <a:pt x="52" y="434"/>
                    <a:pt x="52" y="446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2" y="458"/>
                    <a:pt x="52" y="458"/>
                    <a:pt x="52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3" y="458"/>
                    <a:pt x="53" y="458"/>
                    <a:pt x="53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4" y="458"/>
                    <a:pt x="54" y="458"/>
                    <a:pt x="54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5" y="458"/>
                    <a:pt x="55" y="458"/>
                    <a:pt x="55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6" y="458"/>
                    <a:pt x="56" y="458"/>
                    <a:pt x="56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7" y="458"/>
                    <a:pt x="57" y="458"/>
                    <a:pt x="57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8" y="458"/>
                    <a:pt x="58" y="458"/>
                    <a:pt x="58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58"/>
                    <a:pt x="59" y="458"/>
                    <a:pt x="59" y="458"/>
                  </a:cubicBezTo>
                  <a:cubicBezTo>
                    <a:pt x="59" y="480"/>
                    <a:pt x="59" y="480"/>
                    <a:pt x="59" y="480"/>
                  </a:cubicBezTo>
                  <a:close/>
                  <a:moveTo>
                    <a:pt x="59" y="206"/>
                  </a:moveTo>
                  <a:cubicBezTo>
                    <a:pt x="59" y="221"/>
                    <a:pt x="59" y="221"/>
                    <a:pt x="59" y="221"/>
                  </a:cubicBezTo>
                  <a:cubicBezTo>
                    <a:pt x="52" y="221"/>
                    <a:pt x="52" y="221"/>
                    <a:pt x="52" y="221"/>
                  </a:cubicBezTo>
                  <a:cubicBezTo>
                    <a:pt x="52" y="233"/>
                    <a:pt x="52" y="245"/>
                    <a:pt x="52" y="256"/>
                  </a:cubicBezTo>
                  <a:cubicBezTo>
                    <a:pt x="59" y="256"/>
                    <a:pt x="59" y="256"/>
                    <a:pt x="59" y="256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9" y="272"/>
                    <a:pt x="59" y="272"/>
                    <a:pt x="59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8" y="272"/>
                    <a:pt x="58" y="272"/>
                    <a:pt x="58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7" y="272"/>
                    <a:pt x="57" y="272"/>
                    <a:pt x="57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4" y="272"/>
                    <a:pt x="54" y="272"/>
                    <a:pt x="54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72"/>
                    <a:pt x="52" y="272"/>
                    <a:pt x="52" y="272"/>
                  </a:cubicBezTo>
                  <a:cubicBezTo>
                    <a:pt x="52" y="283"/>
                    <a:pt x="52" y="295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4" y="307"/>
                    <a:pt x="54" y="307"/>
                    <a:pt x="54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5" y="307"/>
                    <a:pt x="55" y="307"/>
                    <a:pt x="55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6" y="307"/>
                    <a:pt x="56" y="307"/>
                    <a:pt x="56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7" y="307"/>
                    <a:pt x="57" y="307"/>
                    <a:pt x="57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8" y="307"/>
                    <a:pt x="58" y="307"/>
                    <a:pt x="58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07"/>
                    <a:pt x="59" y="307"/>
                    <a:pt x="59" y="307"/>
                  </a:cubicBezTo>
                  <a:cubicBezTo>
                    <a:pt x="59" y="322"/>
                    <a:pt x="59" y="322"/>
                    <a:pt x="59" y="322"/>
                  </a:cubicBezTo>
                  <a:cubicBezTo>
                    <a:pt x="52" y="322"/>
                    <a:pt x="52" y="322"/>
                    <a:pt x="52" y="322"/>
                  </a:cubicBezTo>
                  <a:cubicBezTo>
                    <a:pt x="52" y="334"/>
                    <a:pt x="52" y="345"/>
                    <a:pt x="52" y="357"/>
                  </a:cubicBezTo>
                  <a:cubicBezTo>
                    <a:pt x="59" y="357"/>
                    <a:pt x="59" y="357"/>
                    <a:pt x="59" y="357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9" y="372"/>
                    <a:pt x="59" y="372"/>
                    <a:pt x="59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8" y="372"/>
                    <a:pt x="58" y="372"/>
                    <a:pt x="58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7" y="372"/>
                    <a:pt x="57" y="372"/>
                    <a:pt x="57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6" y="372"/>
                    <a:pt x="56" y="372"/>
                    <a:pt x="56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5" y="372"/>
                    <a:pt x="55" y="372"/>
                    <a:pt x="55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4" y="372"/>
                    <a:pt x="54" y="372"/>
                    <a:pt x="54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3" y="372"/>
                    <a:pt x="53" y="372"/>
                    <a:pt x="53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52" y="372"/>
                    <a:pt x="52" y="372"/>
                    <a:pt x="52" y="372"/>
                  </a:cubicBezTo>
                  <a:cubicBezTo>
                    <a:pt x="27" y="372"/>
                    <a:pt x="27" y="372"/>
                    <a:pt x="27" y="372"/>
                  </a:cubicBezTo>
                  <a:cubicBezTo>
                    <a:pt x="27" y="357"/>
                    <a:pt x="27" y="357"/>
                    <a:pt x="27" y="357"/>
                  </a:cubicBezTo>
                  <a:cubicBezTo>
                    <a:pt x="34" y="357"/>
                    <a:pt x="34" y="357"/>
                    <a:pt x="34" y="357"/>
                  </a:cubicBezTo>
                  <a:cubicBezTo>
                    <a:pt x="34" y="345"/>
                    <a:pt x="34" y="334"/>
                    <a:pt x="34" y="322"/>
                  </a:cubicBezTo>
                  <a:cubicBezTo>
                    <a:pt x="27" y="322"/>
                    <a:pt x="27" y="322"/>
                    <a:pt x="27" y="322"/>
                  </a:cubicBezTo>
                  <a:cubicBezTo>
                    <a:pt x="27" y="307"/>
                    <a:pt x="27" y="307"/>
                    <a:pt x="27" y="307"/>
                  </a:cubicBezTo>
                  <a:cubicBezTo>
                    <a:pt x="34" y="307"/>
                    <a:pt x="34" y="307"/>
                    <a:pt x="34" y="307"/>
                  </a:cubicBezTo>
                  <a:cubicBezTo>
                    <a:pt x="34" y="295"/>
                    <a:pt x="34" y="283"/>
                    <a:pt x="34" y="272"/>
                  </a:cubicBezTo>
                  <a:cubicBezTo>
                    <a:pt x="27" y="272"/>
                    <a:pt x="27" y="272"/>
                    <a:pt x="27" y="272"/>
                  </a:cubicBezTo>
                  <a:cubicBezTo>
                    <a:pt x="27" y="256"/>
                    <a:pt x="27" y="256"/>
                    <a:pt x="27" y="256"/>
                  </a:cubicBezTo>
                  <a:cubicBezTo>
                    <a:pt x="34" y="256"/>
                    <a:pt x="34" y="256"/>
                    <a:pt x="34" y="256"/>
                  </a:cubicBezTo>
                  <a:cubicBezTo>
                    <a:pt x="34" y="245"/>
                    <a:pt x="34" y="233"/>
                    <a:pt x="34" y="221"/>
                  </a:cubicBezTo>
                  <a:cubicBezTo>
                    <a:pt x="27" y="221"/>
                    <a:pt x="27" y="221"/>
                    <a:pt x="27" y="221"/>
                  </a:cubicBezTo>
                  <a:cubicBezTo>
                    <a:pt x="27" y="206"/>
                    <a:pt x="27" y="206"/>
                    <a:pt x="27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2" y="206"/>
                    <a:pt x="52" y="206"/>
                    <a:pt x="52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3" y="206"/>
                    <a:pt x="53" y="206"/>
                    <a:pt x="53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4" y="206"/>
                    <a:pt x="54" y="206"/>
                    <a:pt x="54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5" y="206"/>
                    <a:pt x="55" y="206"/>
                    <a:pt x="55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6"/>
                    <a:pt x="59" y="206"/>
                  </a:cubicBezTo>
                  <a:close/>
                  <a:moveTo>
                    <a:pt x="0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32"/>
                    <a:pt x="20" y="43"/>
                    <a:pt x="20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0" y="82"/>
                    <a:pt x="20" y="94"/>
                    <a:pt x="20" y="105"/>
                  </a:cubicBezTo>
                  <a:cubicBezTo>
                    <a:pt x="27" y="105"/>
                    <a:pt x="27" y="105"/>
                    <a:pt x="27" y="105"/>
                  </a:cubicBezTo>
                  <a:cubicBezTo>
                    <a:pt x="27" y="121"/>
                    <a:pt x="27" y="121"/>
                    <a:pt x="27" y="121"/>
                  </a:cubicBezTo>
                  <a:cubicBezTo>
                    <a:pt x="20" y="121"/>
                    <a:pt x="20" y="121"/>
                    <a:pt x="20" y="121"/>
                  </a:cubicBezTo>
                  <a:cubicBezTo>
                    <a:pt x="20" y="132"/>
                    <a:pt x="20" y="144"/>
                    <a:pt x="20" y="156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20" y="183"/>
                    <a:pt x="20" y="194"/>
                    <a:pt x="20" y="206"/>
                  </a:cubicBezTo>
                  <a:cubicBezTo>
                    <a:pt x="27" y="206"/>
                    <a:pt x="27" y="206"/>
                    <a:pt x="27" y="206"/>
                  </a:cubicBezTo>
                  <a:cubicBezTo>
                    <a:pt x="27" y="221"/>
                    <a:pt x="27" y="221"/>
                    <a:pt x="27" y="221"/>
                  </a:cubicBezTo>
                  <a:cubicBezTo>
                    <a:pt x="20" y="221"/>
                    <a:pt x="20" y="221"/>
                    <a:pt x="20" y="221"/>
                  </a:cubicBezTo>
                  <a:cubicBezTo>
                    <a:pt x="20" y="233"/>
                    <a:pt x="20" y="245"/>
                    <a:pt x="20" y="256"/>
                  </a:cubicBezTo>
                  <a:cubicBezTo>
                    <a:pt x="27" y="256"/>
                    <a:pt x="27" y="256"/>
                    <a:pt x="27" y="256"/>
                  </a:cubicBezTo>
                  <a:cubicBezTo>
                    <a:pt x="27" y="272"/>
                    <a:pt x="27" y="272"/>
                    <a:pt x="27" y="272"/>
                  </a:cubicBezTo>
                  <a:cubicBezTo>
                    <a:pt x="20" y="272"/>
                    <a:pt x="20" y="272"/>
                    <a:pt x="20" y="272"/>
                  </a:cubicBezTo>
                  <a:cubicBezTo>
                    <a:pt x="20" y="283"/>
                    <a:pt x="20" y="295"/>
                    <a:pt x="20" y="307"/>
                  </a:cubicBezTo>
                  <a:cubicBezTo>
                    <a:pt x="27" y="307"/>
                    <a:pt x="27" y="307"/>
                    <a:pt x="27" y="307"/>
                  </a:cubicBezTo>
                  <a:cubicBezTo>
                    <a:pt x="27" y="322"/>
                    <a:pt x="27" y="322"/>
                    <a:pt x="27" y="322"/>
                  </a:cubicBezTo>
                  <a:cubicBezTo>
                    <a:pt x="20" y="322"/>
                    <a:pt x="20" y="322"/>
                    <a:pt x="20" y="322"/>
                  </a:cubicBezTo>
                  <a:cubicBezTo>
                    <a:pt x="20" y="334"/>
                    <a:pt x="20" y="345"/>
                    <a:pt x="20" y="357"/>
                  </a:cubicBezTo>
                  <a:cubicBezTo>
                    <a:pt x="27" y="357"/>
                    <a:pt x="27" y="357"/>
                    <a:pt x="27" y="357"/>
                  </a:cubicBezTo>
                  <a:cubicBezTo>
                    <a:pt x="27" y="372"/>
                    <a:pt x="27" y="372"/>
                    <a:pt x="27" y="372"/>
                  </a:cubicBezTo>
                  <a:cubicBezTo>
                    <a:pt x="20" y="372"/>
                    <a:pt x="20" y="372"/>
                    <a:pt x="20" y="372"/>
                  </a:cubicBezTo>
                  <a:cubicBezTo>
                    <a:pt x="20" y="384"/>
                    <a:pt x="20" y="396"/>
                    <a:pt x="20" y="407"/>
                  </a:cubicBezTo>
                  <a:cubicBezTo>
                    <a:pt x="27" y="407"/>
                    <a:pt x="27" y="407"/>
                    <a:pt x="27" y="407"/>
                  </a:cubicBezTo>
                  <a:cubicBezTo>
                    <a:pt x="27" y="423"/>
                    <a:pt x="27" y="423"/>
                    <a:pt x="27" y="423"/>
                  </a:cubicBezTo>
                  <a:cubicBezTo>
                    <a:pt x="20" y="423"/>
                    <a:pt x="20" y="423"/>
                    <a:pt x="20" y="423"/>
                  </a:cubicBezTo>
                  <a:cubicBezTo>
                    <a:pt x="20" y="434"/>
                    <a:pt x="20" y="446"/>
                    <a:pt x="20" y="458"/>
                  </a:cubicBezTo>
                  <a:cubicBezTo>
                    <a:pt x="27" y="458"/>
                    <a:pt x="27" y="458"/>
                    <a:pt x="27" y="458"/>
                  </a:cubicBezTo>
                  <a:cubicBezTo>
                    <a:pt x="27" y="480"/>
                    <a:pt x="27" y="480"/>
                    <a:pt x="27" y="480"/>
                  </a:cubicBezTo>
                  <a:cubicBezTo>
                    <a:pt x="0" y="480"/>
                    <a:pt x="0" y="480"/>
                    <a:pt x="0" y="480"/>
                  </a:cubicBezTo>
                  <a:cubicBezTo>
                    <a:pt x="0" y="400"/>
                    <a:pt x="0" y="320"/>
                    <a:pt x="0" y="240"/>
                  </a:cubicBezTo>
                  <a:cubicBezTo>
                    <a:pt x="0" y="160"/>
                    <a:pt x="0" y="8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4" name="iṣḷiḋè"/>
            <p:cNvSpPr/>
            <p:nvPr/>
          </p:nvSpPr>
          <p:spPr bwMode="auto">
            <a:xfrm flipH="1">
              <a:off x="1898922" y="2659319"/>
              <a:ext cx="621118" cy="603075"/>
            </a:xfrm>
            <a:custGeom>
              <a:avLst/>
              <a:gdLst>
                <a:gd name="T0" fmla="*/ 316 w 371"/>
                <a:gd name="T1" fmla="*/ 101 h 369"/>
                <a:gd name="T2" fmla="*/ 319 w 371"/>
                <a:gd name="T3" fmla="*/ 74 h 369"/>
                <a:gd name="T4" fmla="*/ 309 w 371"/>
                <a:gd name="T5" fmla="*/ 242 h 369"/>
                <a:gd name="T6" fmla="*/ 309 w 371"/>
                <a:gd name="T7" fmla="*/ 175 h 369"/>
                <a:gd name="T8" fmla="*/ 292 w 371"/>
                <a:gd name="T9" fmla="*/ 77 h 369"/>
                <a:gd name="T10" fmla="*/ 276 w 371"/>
                <a:gd name="T11" fmla="*/ 235 h 369"/>
                <a:gd name="T12" fmla="*/ 260 w 371"/>
                <a:gd name="T13" fmla="*/ 182 h 369"/>
                <a:gd name="T14" fmla="*/ 260 w 371"/>
                <a:gd name="T15" fmla="*/ 248 h 369"/>
                <a:gd name="T16" fmla="*/ 247 w 371"/>
                <a:gd name="T17" fmla="*/ 29 h 369"/>
                <a:gd name="T18" fmla="*/ 247 w 371"/>
                <a:gd name="T19" fmla="*/ 139 h 369"/>
                <a:gd name="T20" fmla="*/ 260 w 371"/>
                <a:gd name="T21" fmla="*/ 188 h 369"/>
                <a:gd name="T22" fmla="*/ 232 w 371"/>
                <a:gd name="T23" fmla="*/ 316 h 369"/>
                <a:gd name="T24" fmla="*/ 232 w 371"/>
                <a:gd name="T25" fmla="*/ 152 h 369"/>
                <a:gd name="T26" fmla="*/ 228 w 371"/>
                <a:gd name="T27" fmla="*/ 10 h 369"/>
                <a:gd name="T28" fmla="*/ 232 w 371"/>
                <a:gd name="T29" fmla="*/ 92 h 369"/>
                <a:gd name="T30" fmla="*/ 228 w 371"/>
                <a:gd name="T31" fmla="*/ 191 h 369"/>
                <a:gd name="T32" fmla="*/ 232 w 371"/>
                <a:gd name="T33" fmla="*/ 198 h 369"/>
                <a:gd name="T34" fmla="*/ 226 w 371"/>
                <a:gd name="T35" fmla="*/ 279 h 369"/>
                <a:gd name="T36" fmla="*/ 228 w 371"/>
                <a:gd name="T37" fmla="*/ 191 h 369"/>
                <a:gd name="T38" fmla="*/ 226 w 371"/>
                <a:gd name="T39" fmla="*/ 221 h 369"/>
                <a:gd name="T40" fmla="*/ 216 w 371"/>
                <a:gd name="T41" fmla="*/ 331 h 369"/>
                <a:gd name="T42" fmla="*/ 226 w 371"/>
                <a:gd name="T43" fmla="*/ 159 h 369"/>
                <a:gd name="T44" fmla="*/ 216 w 371"/>
                <a:gd name="T45" fmla="*/ 269 h 369"/>
                <a:gd name="T46" fmla="*/ 200 w 371"/>
                <a:gd name="T47" fmla="*/ 298 h 369"/>
                <a:gd name="T48" fmla="*/ 200 w 371"/>
                <a:gd name="T49" fmla="*/ 98 h 369"/>
                <a:gd name="T50" fmla="*/ 216 w 371"/>
                <a:gd name="T51" fmla="*/ 230 h 369"/>
                <a:gd name="T52" fmla="*/ 200 w 371"/>
                <a:gd name="T53" fmla="*/ 94 h 369"/>
                <a:gd name="T54" fmla="*/ 200 w 371"/>
                <a:gd name="T55" fmla="*/ 347 h 369"/>
                <a:gd name="T56" fmla="*/ 199 w 371"/>
                <a:gd name="T57" fmla="*/ 185 h 369"/>
                <a:gd name="T58" fmla="*/ 197 w 371"/>
                <a:gd name="T59" fmla="*/ 19 h 369"/>
                <a:gd name="T60" fmla="*/ 197 w 371"/>
                <a:gd name="T61" fmla="*/ 295 h 369"/>
                <a:gd name="T62" fmla="*/ 197 w 371"/>
                <a:gd name="T63" fmla="*/ 186 h 369"/>
                <a:gd name="T64" fmla="*/ 193 w 371"/>
                <a:gd name="T65" fmla="*/ 111 h 369"/>
                <a:gd name="T66" fmla="*/ 193 w 371"/>
                <a:gd name="T67" fmla="*/ 129 h 369"/>
                <a:gd name="T68" fmla="*/ 193 w 371"/>
                <a:gd name="T69" fmla="*/ 311 h 369"/>
                <a:gd name="T70" fmla="*/ 183 w 371"/>
                <a:gd name="T71" fmla="*/ 362 h 369"/>
                <a:gd name="T72" fmla="*/ 183 w 371"/>
                <a:gd name="T73" fmla="*/ 172 h 369"/>
                <a:gd name="T74" fmla="*/ 176 w 371"/>
                <a:gd name="T75" fmla="*/ 207 h 369"/>
                <a:gd name="T76" fmla="*/ 164 w 371"/>
                <a:gd name="T77" fmla="*/ 82 h 369"/>
                <a:gd name="T78" fmla="*/ 168 w 371"/>
                <a:gd name="T79" fmla="*/ 198 h 369"/>
                <a:gd name="T80" fmla="*/ 161 w 371"/>
                <a:gd name="T81" fmla="*/ 323 h 369"/>
                <a:gd name="T82" fmla="*/ 162 w 371"/>
                <a:gd name="T83" fmla="*/ 192 h 369"/>
                <a:gd name="T84" fmla="*/ 164 w 371"/>
                <a:gd name="T85" fmla="*/ 280 h 369"/>
                <a:gd name="T86" fmla="*/ 161 w 371"/>
                <a:gd name="T87" fmla="*/ 323 h 369"/>
                <a:gd name="T88" fmla="*/ 152 w 371"/>
                <a:gd name="T89" fmla="*/ 202 h 369"/>
                <a:gd name="T90" fmla="*/ 132 w 371"/>
                <a:gd name="T91" fmla="*/ 323 h 369"/>
                <a:gd name="T92" fmla="*/ 152 w 371"/>
                <a:gd name="T93" fmla="*/ 106 h 369"/>
                <a:gd name="T94" fmla="*/ 132 w 371"/>
                <a:gd name="T95" fmla="*/ 283 h 369"/>
                <a:gd name="T96" fmla="*/ 132 w 371"/>
                <a:gd name="T97" fmla="*/ 249 h 369"/>
                <a:gd name="T98" fmla="*/ 117 w 371"/>
                <a:gd name="T99" fmla="*/ 74 h 369"/>
                <a:gd name="T100" fmla="*/ 117 w 371"/>
                <a:gd name="T101" fmla="*/ 307 h 369"/>
                <a:gd name="T102" fmla="*/ 101 w 371"/>
                <a:gd name="T103" fmla="*/ 155 h 369"/>
                <a:gd name="T104" fmla="*/ 101 w 371"/>
                <a:gd name="T105" fmla="*/ 290 h 369"/>
                <a:gd name="T106" fmla="*/ 101 w 371"/>
                <a:gd name="T107" fmla="*/ 290 h 369"/>
                <a:gd name="T108" fmla="*/ 69 w 371"/>
                <a:gd name="T109" fmla="*/ 186 h 369"/>
                <a:gd name="T110" fmla="*/ 69 w 371"/>
                <a:gd name="T111" fmla="*/ 157 h 369"/>
                <a:gd name="T112" fmla="*/ 67 w 371"/>
                <a:gd name="T113" fmla="*/ 159 h 369"/>
                <a:gd name="T114" fmla="*/ 34 w 371"/>
                <a:gd name="T115" fmla="*/ 191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71" h="369">
                  <a:moveTo>
                    <a:pt x="309" y="35"/>
                  </a:moveTo>
                  <a:cubicBezTo>
                    <a:pt x="316" y="35"/>
                    <a:pt x="324" y="37"/>
                    <a:pt x="330" y="4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0" y="29"/>
                    <a:pt x="340" y="26"/>
                    <a:pt x="342" y="24"/>
                  </a:cubicBezTo>
                  <a:cubicBezTo>
                    <a:pt x="345" y="22"/>
                    <a:pt x="350" y="22"/>
                    <a:pt x="352" y="24"/>
                  </a:cubicBezTo>
                  <a:cubicBezTo>
                    <a:pt x="355" y="27"/>
                    <a:pt x="355" y="32"/>
                    <a:pt x="352" y="34"/>
                  </a:cubicBezTo>
                  <a:cubicBezTo>
                    <a:pt x="350" y="36"/>
                    <a:pt x="347" y="37"/>
                    <a:pt x="344" y="35"/>
                  </a:cubicBezTo>
                  <a:cubicBezTo>
                    <a:pt x="333" y="46"/>
                    <a:pt x="333" y="46"/>
                    <a:pt x="333" y="46"/>
                  </a:cubicBezTo>
                  <a:cubicBezTo>
                    <a:pt x="343" y="58"/>
                    <a:pt x="342" y="76"/>
                    <a:pt x="331" y="86"/>
                  </a:cubicBezTo>
                  <a:cubicBezTo>
                    <a:pt x="316" y="101"/>
                    <a:pt x="316" y="101"/>
                    <a:pt x="316" y="101"/>
                  </a:cubicBezTo>
                  <a:cubicBezTo>
                    <a:pt x="371" y="158"/>
                    <a:pt x="371" y="158"/>
                    <a:pt x="371" y="158"/>
                  </a:cubicBezTo>
                  <a:cubicBezTo>
                    <a:pt x="350" y="178"/>
                    <a:pt x="350" y="178"/>
                    <a:pt x="350" y="178"/>
                  </a:cubicBezTo>
                  <a:cubicBezTo>
                    <a:pt x="362" y="191"/>
                    <a:pt x="362" y="191"/>
                    <a:pt x="362" y="191"/>
                  </a:cubicBezTo>
                  <a:cubicBezTo>
                    <a:pt x="309" y="242"/>
                    <a:pt x="309" y="242"/>
                    <a:pt x="309" y="242"/>
                  </a:cubicBezTo>
                  <a:cubicBezTo>
                    <a:pt x="309" y="203"/>
                    <a:pt x="309" y="203"/>
                    <a:pt x="309" y="203"/>
                  </a:cubicBezTo>
                  <a:cubicBezTo>
                    <a:pt x="327" y="186"/>
                    <a:pt x="327" y="186"/>
                    <a:pt x="327" y="186"/>
                  </a:cubicBezTo>
                  <a:cubicBezTo>
                    <a:pt x="323" y="181"/>
                    <a:pt x="318" y="176"/>
                    <a:pt x="314" y="171"/>
                  </a:cubicBezTo>
                  <a:cubicBezTo>
                    <a:pt x="309" y="175"/>
                    <a:pt x="309" y="175"/>
                    <a:pt x="309" y="175"/>
                  </a:cubicBezTo>
                  <a:cubicBezTo>
                    <a:pt x="309" y="84"/>
                    <a:pt x="309" y="84"/>
                    <a:pt x="309" y="84"/>
                  </a:cubicBezTo>
                  <a:cubicBezTo>
                    <a:pt x="319" y="74"/>
                    <a:pt x="319" y="74"/>
                    <a:pt x="319" y="74"/>
                  </a:cubicBezTo>
                  <a:cubicBezTo>
                    <a:pt x="324" y="69"/>
                    <a:pt x="325" y="61"/>
                    <a:pt x="320" y="56"/>
                  </a:cubicBezTo>
                  <a:cubicBezTo>
                    <a:pt x="317" y="53"/>
                    <a:pt x="313" y="51"/>
                    <a:pt x="309" y="52"/>
                  </a:cubicBezTo>
                  <a:lnTo>
                    <a:pt x="309" y="35"/>
                  </a:lnTo>
                  <a:close/>
                  <a:moveTo>
                    <a:pt x="292" y="41"/>
                  </a:moveTo>
                  <a:cubicBezTo>
                    <a:pt x="297" y="37"/>
                    <a:pt x="303" y="35"/>
                    <a:pt x="309" y="35"/>
                  </a:cubicBezTo>
                  <a:cubicBezTo>
                    <a:pt x="309" y="52"/>
                    <a:pt x="309" y="52"/>
                    <a:pt x="309" y="52"/>
                  </a:cubicBezTo>
                  <a:cubicBezTo>
                    <a:pt x="306" y="52"/>
                    <a:pt x="303" y="53"/>
                    <a:pt x="301" y="55"/>
                  </a:cubicBezTo>
                  <a:cubicBezTo>
                    <a:pt x="292" y="63"/>
                    <a:pt x="292" y="63"/>
                    <a:pt x="292" y="63"/>
                  </a:cubicBezTo>
                  <a:cubicBezTo>
                    <a:pt x="292" y="41"/>
                    <a:pt x="292" y="41"/>
                    <a:pt x="292" y="41"/>
                  </a:cubicBezTo>
                  <a:close/>
                  <a:moveTo>
                    <a:pt x="309" y="242"/>
                  </a:moveTo>
                  <a:cubicBezTo>
                    <a:pt x="292" y="258"/>
                    <a:pt x="292" y="258"/>
                    <a:pt x="292" y="258"/>
                  </a:cubicBezTo>
                  <a:cubicBezTo>
                    <a:pt x="292" y="219"/>
                    <a:pt x="292" y="219"/>
                    <a:pt x="292" y="219"/>
                  </a:cubicBezTo>
                  <a:cubicBezTo>
                    <a:pt x="294" y="217"/>
                    <a:pt x="294" y="217"/>
                    <a:pt x="294" y="217"/>
                  </a:cubicBezTo>
                  <a:cubicBezTo>
                    <a:pt x="292" y="215"/>
                    <a:pt x="292" y="215"/>
                    <a:pt x="292" y="215"/>
                  </a:cubicBezTo>
                  <a:cubicBezTo>
                    <a:pt x="292" y="195"/>
                    <a:pt x="292" y="195"/>
                    <a:pt x="292" y="195"/>
                  </a:cubicBezTo>
                  <a:cubicBezTo>
                    <a:pt x="304" y="208"/>
                    <a:pt x="304" y="208"/>
                    <a:pt x="304" y="208"/>
                  </a:cubicBezTo>
                  <a:cubicBezTo>
                    <a:pt x="309" y="203"/>
                    <a:pt x="309" y="203"/>
                    <a:pt x="309" y="203"/>
                  </a:cubicBezTo>
                  <a:cubicBezTo>
                    <a:pt x="309" y="242"/>
                    <a:pt x="309" y="242"/>
                    <a:pt x="309" y="242"/>
                  </a:cubicBezTo>
                  <a:close/>
                  <a:moveTo>
                    <a:pt x="309" y="84"/>
                  </a:moveTo>
                  <a:cubicBezTo>
                    <a:pt x="309" y="175"/>
                    <a:pt x="309" y="175"/>
                    <a:pt x="309" y="175"/>
                  </a:cubicBezTo>
                  <a:cubicBezTo>
                    <a:pt x="292" y="191"/>
                    <a:pt x="292" y="191"/>
                    <a:pt x="292" y="191"/>
                  </a:cubicBezTo>
                  <a:cubicBezTo>
                    <a:pt x="292" y="77"/>
                    <a:pt x="292" y="77"/>
                    <a:pt x="292" y="77"/>
                  </a:cubicBezTo>
                  <a:cubicBezTo>
                    <a:pt x="304" y="89"/>
                    <a:pt x="304" y="89"/>
                    <a:pt x="304" y="89"/>
                  </a:cubicBezTo>
                  <a:lnTo>
                    <a:pt x="309" y="84"/>
                  </a:lnTo>
                  <a:close/>
                  <a:moveTo>
                    <a:pt x="276" y="56"/>
                  </a:moveTo>
                  <a:cubicBezTo>
                    <a:pt x="289" y="43"/>
                    <a:pt x="289" y="43"/>
                    <a:pt x="289" y="43"/>
                  </a:cubicBezTo>
                  <a:cubicBezTo>
                    <a:pt x="290" y="42"/>
                    <a:pt x="291" y="41"/>
                    <a:pt x="292" y="41"/>
                  </a:cubicBezTo>
                  <a:cubicBezTo>
                    <a:pt x="292" y="63"/>
                    <a:pt x="292" y="63"/>
                    <a:pt x="292" y="63"/>
                  </a:cubicBezTo>
                  <a:cubicBezTo>
                    <a:pt x="286" y="70"/>
                    <a:pt x="286" y="70"/>
                    <a:pt x="286" y="70"/>
                  </a:cubicBezTo>
                  <a:cubicBezTo>
                    <a:pt x="292" y="77"/>
                    <a:pt x="292" y="77"/>
                    <a:pt x="292" y="77"/>
                  </a:cubicBezTo>
                  <a:cubicBezTo>
                    <a:pt x="292" y="191"/>
                    <a:pt x="292" y="191"/>
                    <a:pt x="292" y="191"/>
                  </a:cubicBezTo>
                  <a:cubicBezTo>
                    <a:pt x="290" y="193"/>
                    <a:pt x="290" y="193"/>
                    <a:pt x="290" y="193"/>
                  </a:cubicBezTo>
                  <a:cubicBezTo>
                    <a:pt x="292" y="195"/>
                    <a:pt x="292" y="195"/>
                    <a:pt x="292" y="195"/>
                  </a:cubicBezTo>
                  <a:cubicBezTo>
                    <a:pt x="292" y="215"/>
                    <a:pt x="292" y="215"/>
                    <a:pt x="292" y="215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76" y="207"/>
                    <a:pt x="276" y="207"/>
                    <a:pt x="276" y="207"/>
                  </a:cubicBezTo>
                  <a:cubicBezTo>
                    <a:pt x="276" y="56"/>
                    <a:pt x="276" y="56"/>
                    <a:pt x="276" y="56"/>
                  </a:cubicBezTo>
                  <a:close/>
                  <a:moveTo>
                    <a:pt x="292" y="258"/>
                  </a:moveTo>
                  <a:cubicBezTo>
                    <a:pt x="276" y="274"/>
                    <a:pt x="276" y="274"/>
                    <a:pt x="276" y="274"/>
                  </a:cubicBezTo>
                  <a:cubicBezTo>
                    <a:pt x="276" y="235"/>
                    <a:pt x="276" y="235"/>
                    <a:pt x="276" y="235"/>
                  </a:cubicBezTo>
                  <a:cubicBezTo>
                    <a:pt x="292" y="219"/>
                    <a:pt x="292" y="219"/>
                    <a:pt x="292" y="219"/>
                  </a:cubicBezTo>
                  <a:lnTo>
                    <a:pt x="292" y="258"/>
                  </a:lnTo>
                  <a:close/>
                  <a:moveTo>
                    <a:pt x="260" y="43"/>
                  </a:moveTo>
                  <a:cubicBezTo>
                    <a:pt x="274" y="58"/>
                    <a:pt x="274" y="58"/>
                    <a:pt x="274" y="58"/>
                  </a:cubicBezTo>
                  <a:cubicBezTo>
                    <a:pt x="276" y="56"/>
                    <a:pt x="276" y="56"/>
                    <a:pt x="276" y="56"/>
                  </a:cubicBezTo>
                  <a:cubicBezTo>
                    <a:pt x="276" y="207"/>
                    <a:pt x="276" y="207"/>
                    <a:pt x="276" y="207"/>
                  </a:cubicBezTo>
                  <a:cubicBezTo>
                    <a:pt x="260" y="222"/>
                    <a:pt x="260" y="222"/>
                    <a:pt x="260" y="222"/>
                  </a:cubicBezTo>
                  <a:cubicBezTo>
                    <a:pt x="260" y="188"/>
                    <a:pt x="260" y="188"/>
                    <a:pt x="260" y="188"/>
                  </a:cubicBezTo>
                  <a:cubicBezTo>
                    <a:pt x="264" y="185"/>
                    <a:pt x="264" y="185"/>
                    <a:pt x="264" y="185"/>
                  </a:cubicBezTo>
                  <a:cubicBezTo>
                    <a:pt x="260" y="182"/>
                    <a:pt x="260" y="182"/>
                    <a:pt x="260" y="182"/>
                  </a:cubicBezTo>
                  <a:cubicBezTo>
                    <a:pt x="260" y="126"/>
                    <a:pt x="260" y="126"/>
                    <a:pt x="260" y="126"/>
                  </a:cubicBezTo>
                  <a:cubicBezTo>
                    <a:pt x="266" y="121"/>
                    <a:pt x="266" y="121"/>
                    <a:pt x="266" y="121"/>
                  </a:cubicBezTo>
                  <a:cubicBezTo>
                    <a:pt x="260" y="116"/>
                    <a:pt x="260" y="116"/>
                    <a:pt x="260" y="116"/>
                  </a:cubicBezTo>
                  <a:cubicBezTo>
                    <a:pt x="260" y="43"/>
                    <a:pt x="260" y="43"/>
                    <a:pt x="260" y="43"/>
                  </a:cubicBezTo>
                  <a:close/>
                  <a:moveTo>
                    <a:pt x="276" y="274"/>
                  </a:moveTo>
                  <a:cubicBezTo>
                    <a:pt x="269" y="280"/>
                    <a:pt x="269" y="280"/>
                    <a:pt x="269" y="280"/>
                  </a:cubicBezTo>
                  <a:cubicBezTo>
                    <a:pt x="260" y="288"/>
                    <a:pt x="260" y="288"/>
                    <a:pt x="260" y="288"/>
                  </a:cubicBezTo>
                  <a:cubicBezTo>
                    <a:pt x="260" y="250"/>
                    <a:pt x="260" y="250"/>
                    <a:pt x="260" y="250"/>
                  </a:cubicBezTo>
                  <a:cubicBezTo>
                    <a:pt x="261" y="249"/>
                    <a:pt x="261" y="249"/>
                    <a:pt x="261" y="249"/>
                  </a:cubicBezTo>
                  <a:cubicBezTo>
                    <a:pt x="260" y="248"/>
                    <a:pt x="260" y="248"/>
                    <a:pt x="260" y="248"/>
                  </a:cubicBezTo>
                  <a:cubicBezTo>
                    <a:pt x="260" y="228"/>
                    <a:pt x="260" y="228"/>
                    <a:pt x="260" y="228"/>
                  </a:cubicBezTo>
                  <a:cubicBezTo>
                    <a:pt x="271" y="240"/>
                    <a:pt x="271" y="240"/>
                    <a:pt x="271" y="240"/>
                  </a:cubicBezTo>
                  <a:cubicBezTo>
                    <a:pt x="276" y="235"/>
                    <a:pt x="276" y="235"/>
                    <a:pt x="276" y="235"/>
                  </a:cubicBezTo>
                  <a:lnTo>
                    <a:pt x="276" y="274"/>
                  </a:lnTo>
                  <a:close/>
                  <a:moveTo>
                    <a:pt x="247" y="29"/>
                  </a:moveTo>
                  <a:cubicBezTo>
                    <a:pt x="260" y="43"/>
                    <a:pt x="260" y="43"/>
                    <a:pt x="260" y="43"/>
                  </a:cubicBezTo>
                  <a:cubicBezTo>
                    <a:pt x="260" y="116"/>
                    <a:pt x="260" y="116"/>
                    <a:pt x="260" y="116"/>
                  </a:cubicBezTo>
                  <a:cubicBezTo>
                    <a:pt x="252" y="107"/>
                    <a:pt x="252" y="107"/>
                    <a:pt x="252" y="107"/>
                  </a:cubicBezTo>
                  <a:cubicBezTo>
                    <a:pt x="247" y="111"/>
                    <a:pt x="247" y="111"/>
                    <a:pt x="247" y="111"/>
                  </a:cubicBezTo>
                  <a:cubicBezTo>
                    <a:pt x="247" y="29"/>
                    <a:pt x="247" y="29"/>
                    <a:pt x="247" y="29"/>
                  </a:cubicBezTo>
                  <a:close/>
                  <a:moveTo>
                    <a:pt x="260" y="288"/>
                  </a:moveTo>
                  <a:cubicBezTo>
                    <a:pt x="247" y="301"/>
                    <a:pt x="247" y="301"/>
                    <a:pt x="247" y="301"/>
                  </a:cubicBezTo>
                  <a:cubicBezTo>
                    <a:pt x="247" y="262"/>
                    <a:pt x="247" y="262"/>
                    <a:pt x="247" y="262"/>
                  </a:cubicBezTo>
                  <a:cubicBezTo>
                    <a:pt x="260" y="250"/>
                    <a:pt x="260" y="250"/>
                    <a:pt x="260" y="250"/>
                  </a:cubicBezTo>
                  <a:cubicBezTo>
                    <a:pt x="260" y="288"/>
                    <a:pt x="260" y="288"/>
                    <a:pt x="260" y="288"/>
                  </a:cubicBezTo>
                  <a:close/>
                  <a:moveTo>
                    <a:pt x="260" y="126"/>
                  </a:moveTo>
                  <a:cubicBezTo>
                    <a:pt x="260" y="182"/>
                    <a:pt x="260" y="182"/>
                    <a:pt x="260" y="182"/>
                  </a:cubicBezTo>
                  <a:cubicBezTo>
                    <a:pt x="249" y="171"/>
                    <a:pt x="249" y="171"/>
                    <a:pt x="249" y="171"/>
                  </a:cubicBezTo>
                  <a:cubicBezTo>
                    <a:pt x="247" y="173"/>
                    <a:pt x="247" y="173"/>
                    <a:pt x="247" y="173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60" y="126"/>
                    <a:pt x="260" y="126"/>
                    <a:pt x="260" y="126"/>
                  </a:cubicBezTo>
                  <a:close/>
                  <a:moveTo>
                    <a:pt x="260" y="188"/>
                  </a:moveTo>
                  <a:cubicBezTo>
                    <a:pt x="260" y="222"/>
                    <a:pt x="260" y="222"/>
                    <a:pt x="260" y="222"/>
                  </a:cubicBezTo>
                  <a:cubicBezTo>
                    <a:pt x="257" y="225"/>
                    <a:pt x="257" y="225"/>
                    <a:pt x="257" y="225"/>
                  </a:cubicBezTo>
                  <a:cubicBezTo>
                    <a:pt x="260" y="228"/>
                    <a:pt x="260" y="228"/>
                    <a:pt x="260" y="228"/>
                  </a:cubicBezTo>
                  <a:cubicBezTo>
                    <a:pt x="260" y="248"/>
                    <a:pt x="260" y="248"/>
                    <a:pt x="260" y="248"/>
                  </a:cubicBezTo>
                  <a:cubicBezTo>
                    <a:pt x="247" y="235"/>
                    <a:pt x="247" y="235"/>
                    <a:pt x="247" y="235"/>
                  </a:cubicBezTo>
                  <a:cubicBezTo>
                    <a:pt x="247" y="235"/>
                    <a:pt x="247" y="235"/>
                    <a:pt x="247" y="235"/>
                  </a:cubicBezTo>
                  <a:cubicBezTo>
                    <a:pt x="247" y="201"/>
                    <a:pt x="247" y="201"/>
                    <a:pt x="247" y="201"/>
                  </a:cubicBezTo>
                  <a:lnTo>
                    <a:pt x="260" y="188"/>
                  </a:lnTo>
                  <a:close/>
                  <a:moveTo>
                    <a:pt x="232" y="13"/>
                  </a:moveTo>
                  <a:cubicBezTo>
                    <a:pt x="247" y="29"/>
                    <a:pt x="247" y="29"/>
                    <a:pt x="247" y="29"/>
                  </a:cubicBezTo>
                  <a:cubicBezTo>
                    <a:pt x="247" y="111"/>
                    <a:pt x="247" y="111"/>
                    <a:pt x="247" y="111"/>
                  </a:cubicBezTo>
                  <a:cubicBezTo>
                    <a:pt x="232" y="126"/>
                    <a:pt x="232" y="126"/>
                    <a:pt x="232" y="126"/>
                  </a:cubicBezTo>
                  <a:cubicBezTo>
                    <a:pt x="232" y="92"/>
                    <a:pt x="232" y="92"/>
                    <a:pt x="232" y="92"/>
                  </a:cubicBezTo>
                  <a:cubicBezTo>
                    <a:pt x="235" y="89"/>
                    <a:pt x="235" y="89"/>
                    <a:pt x="235" y="89"/>
                  </a:cubicBezTo>
                  <a:cubicBezTo>
                    <a:pt x="232" y="86"/>
                    <a:pt x="232" y="86"/>
                    <a:pt x="232" y="86"/>
                  </a:cubicBezTo>
                  <a:cubicBezTo>
                    <a:pt x="232" y="13"/>
                    <a:pt x="232" y="13"/>
                    <a:pt x="232" y="13"/>
                  </a:cubicBezTo>
                  <a:close/>
                  <a:moveTo>
                    <a:pt x="247" y="301"/>
                  </a:moveTo>
                  <a:cubicBezTo>
                    <a:pt x="232" y="316"/>
                    <a:pt x="232" y="316"/>
                    <a:pt x="232" y="316"/>
                  </a:cubicBezTo>
                  <a:cubicBezTo>
                    <a:pt x="232" y="265"/>
                    <a:pt x="232" y="265"/>
                    <a:pt x="232" y="265"/>
                  </a:cubicBezTo>
                  <a:cubicBezTo>
                    <a:pt x="238" y="271"/>
                    <a:pt x="238" y="271"/>
                    <a:pt x="238" y="271"/>
                  </a:cubicBezTo>
                  <a:cubicBezTo>
                    <a:pt x="247" y="262"/>
                    <a:pt x="247" y="262"/>
                    <a:pt x="247" y="262"/>
                  </a:cubicBezTo>
                  <a:cubicBezTo>
                    <a:pt x="247" y="301"/>
                    <a:pt x="247" y="301"/>
                    <a:pt x="247" y="301"/>
                  </a:cubicBezTo>
                  <a:close/>
                  <a:moveTo>
                    <a:pt x="247" y="139"/>
                  </a:moveTo>
                  <a:cubicBezTo>
                    <a:pt x="247" y="173"/>
                    <a:pt x="247" y="173"/>
                    <a:pt x="247" y="173"/>
                  </a:cubicBezTo>
                  <a:cubicBezTo>
                    <a:pt x="232" y="187"/>
                    <a:pt x="232" y="187"/>
                    <a:pt x="232" y="187"/>
                  </a:cubicBezTo>
                  <a:cubicBezTo>
                    <a:pt x="232" y="154"/>
                    <a:pt x="232" y="154"/>
                    <a:pt x="232" y="154"/>
                  </a:cubicBezTo>
                  <a:cubicBezTo>
                    <a:pt x="233" y="153"/>
                    <a:pt x="233" y="153"/>
                    <a:pt x="233" y="153"/>
                  </a:cubicBezTo>
                  <a:cubicBezTo>
                    <a:pt x="232" y="152"/>
                    <a:pt x="232" y="152"/>
                    <a:pt x="232" y="152"/>
                  </a:cubicBezTo>
                  <a:cubicBezTo>
                    <a:pt x="232" y="132"/>
                    <a:pt x="232" y="132"/>
                    <a:pt x="232" y="132"/>
                  </a:cubicBezTo>
                  <a:cubicBezTo>
                    <a:pt x="243" y="143"/>
                    <a:pt x="243" y="143"/>
                    <a:pt x="243" y="143"/>
                  </a:cubicBezTo>
                  <a:cubicBezTo>
                    <a:pt x="247" y="139"/>
                    <a:pt x="247" y="139"/>
                    <a:pt x="247" y="139"/>
                  </a:cubicBezTo>
                  <a:close/>
                  <a:moveTo>
                    <a:pt x="247" y="201"/>
                  </a:moveTo>
                  <a:cubicBezTo>
                    <a:pt x="247" y="235"/>
                    <a:pt x="247" y="235"/>
                    <a:pt x="247" y="235"/>
                  </a:cubicBezTo>
                  <a:cubicBezTo>
                    <a:pt x="232" y="249"/>
                    <a:pt x="232" y="249"/>
                    <a:pt x="232" y="249"/>
                  </a:cubicBezTo>
                  <a:cubicBezTo>
                    <a:pt x="232" y="198"/>
                    <a:pt x="232" y="198"/>
                    <a:pt x="232" y="198"/>
                  </a:cubicBezTo>
                  <a:cubicBezTo>
                    <a:pt x="240" y="207"/>
                    <a:pt x="240" y="207"/>
                    <a:pt x="240" y="207"/>
                  </a:cubicBezTo>
                  <a:lnTo>
                    <a:pt x="247" y="201"/>
                  </a:lnTo>
                  <a:close/>
                  <a:moveTo>
                    <a:pt x="228" y="10"/>
                  </a:moveTo>
                  <a:cubicBezTo>
                    <a:pt x="232" y="13"/>
                    <a:pt x="232" y="13"/>
                    <a:pt x="232" y="13"/>
                  </a:cubicBezTo>
                  <a:cubicBezTo>
                    <a:pt x="232" y="86"/>
                    <a:pt x="232" y="86"/>
                    <a:pt x="232" y="86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10"/>
                    <a:pt x="228" y="10"/>
                    <a:pt x="228" y="10"/>
                  </a:cubicBezTo>
                  <a:close/>
                  <a:moveTo>
                    <a:pt x="232" y="316"/>
                  </a:moveTo>
                  <a:cubicBezTo>
                    <a:pt x="228" y="319"/>
                    <a:pt x="228" y="319"/>
                    <a:pt x="228" y="319"/>
                  </a:cubicBezTo>
                  <a:cubicBezTo>
                    <a:pt x="228" y="261"/>
                    <a:pt x="228" y="261"/>
                    <a:pt x="228" y="261"/>
                  </a:cubicBezTo>
                  <a:cubicBezTo>
                    <a:pt x="232" y="265"/>
                    <a:pt x="232" y="265"/>
                    <a:pt x="232" y="265"/>
                  </a:cubicBezTo>
                  <a:cubicBezTo>
                    <a:pt x="232" y="316"/>
                    <a:pt x="232" y="316"/>
                    <a:pt x="232" y="316"/>
                  </a:cubicBezTo>
                  <a:close/>
                  <a:moveTo>
                    <a:pt x="232" y="92"/>
                  </a:moveTo>
                  <a:cubicBezTo>
                    <a:pt x="232" y="126"/>
                    <a:pt x="232" y="126"/>
                    <a:pt x="232" y="126"/>
                  </a:cubicBezTo>
                  <a:cubicBezTo>
                    <a:pt x="229" y="129"/>
                    <a:pt x="229" y="129"/>
                    <a:pt x="229" y="129"/>
                  </a:cubicBezTo>
                  <a:cubicBezTo>
                    <a:pt x="232" y="132"/>
                    <a:pt x="232" y="132"/>
                    <a:pt x="232" y="132"/>
                  </a:cubicBezTo>
                  <a:cubicBezTo>
                    <a:pt x="232" y="152"/>
                    <a:pt x="232" y="152"/>
                    <a:pt x="232" y="152"/>
                  </a:cubicBezTo>
                  <a:cubicBezTo>
                    <a:pt x="228" y="148"/>
                    <a:pt x="228" y="148"/>
                    <a:pt x="228" y="148"/>
                  </a:cubicBezTo>
                  <a:cubicBezTo>
                    <a:pt x="228" y="95"/>
                    <a:pt x="228" y="95"/>
                    <a:pt x="228" y="95"/>
                  </a:cubicBezTo>
                  <a:cubicBezTo>
                    <a:pt x="232" y="92"/>
                    <a:pt x="232" y="92"/>
                    <a:pt x="232" y="92"/>
                  </a:cubicBezTo>
                  <a:close/>
                  <a:moveTo>
                    <a:pt x="232" y="154"/>
                  </a:moveTo>
                  <a:cubicBezTo>
                    <a:pt x="232" y="187"/>
                    <a:pt x="232" y="187"/>
                    <a:pt x="232" y="187"/>
                  </a:cubicBezTo>
                  <a:cubicBezTo>
                    <a:pt x="228" y="191"/>
                    <a:pt x="228" y="191"/>
                    <a:pt x="228" y="191"/>
                  </a:cubicBezTo>
                  <a:cubicBezTo>
                    <a:pt x="228" y="157"/>
                    <a:pt x="228" y="157"/>
                    <a:pt x="228" y="157"/>
                  </a:cubicBezTo>
                  <a:cubicBezTo>
                    <a:pt x="232" y="154"/>
                    <a:pt x="232" y="154"/>
                    <a:pt x="232" y="154"/>
                  </a:cubicBezTo>
                  <a:close/>
                  <a:moveTo>
                    <a:pt x="232" y="198"/>
                  </a:moveTo>
                  <a:cubicBezTo>
                    <a:pt x="232" y="249"/>
                    <a:pt x="232" y="249"/>
                    <a:pt x="232" y="249"/>
                  </a:cubicBezTo>
                  <a:cubicBezTo>
                    <a:pt x="228" y="253"/>
                    <a:pt x="228" y="253"/>
                    <a:pt x="228" y="253"/>
                  </a:cubicBezTo>
                  <a:cubicBezTo>
                    <a:pt x="228" y="219"/>
                    <a:pt x="228" y="219"/>
                    <a:pt x="228" y="219"/>
                  </a:cubicBezTo>
                  <a:cubicBezTo>
                    <a:pt x="230" y="217"/>
                    <a:pt x="230" y="217"/>
                    <a:pt x="230" y="217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195"/>
                    <a:pt x="228" y="195"/>
                    <a:pt x="228" y="195"/>
                  </a:cubicBezTo>
                  <a:lnTo>
                    <a:pt x="232" y="198"/>
                  </a:lnTo>
                  <a:close/>
                  <a:moveTo>
                    <a:pt x="226" y="7"/>
                  </a:moveTo>
                  <a:cubicBezTo>
                    <a:pt x="228" y="10"/>
                    <a:pt x="228" y="10"/>
                    <a:pt x="228" y="10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6" y="7"/>
                    <a:pt x="226" y="7"/>
                    <a:pt x="226" y="7"/>
                  </a:cubicBezTo>
                  <a:close/>
                  <a:moveTo>
                    <a:pt x="228" y="319"/>
                  </a:moveTo>
                  <a:cubicBezTo>
                    <a:pt x="226" y="321"/>
                    <a:pt x="226" y="321"/>
                    <a:pt x="226" y="321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8" y="281"/>
                    <a:pt x="228" y="281"/>
                    <a:pt x="228" y="281"/>
                  </a:cubicBezTo>
                  <a:cubicBezTo>
                    <a:pt x="226" y="279"/>
                    <a:pt x="226" y="279"/>
                    <a:pt x="226" y="279"/>
                  </a:cubicBezTo>
                  <a:cubicBezTo>
                    <a:pt x="226" y="259"/>
                    <a:pt x="226" y="259"/>
                    <a:pt x="226" y="259"/>
                  </a:cubicBezTo>
                  <a:cubicBezTo>
                    <a:pt x="228" y="261"/>
                    <a:pt x="228" y="261"/>
                    <a:pt x="228" y="261"/>
                  </a:cubicBezTo>
                  <a:cubicBezTo>
                    <a:pt x="228" y="319"/>
                    <a:pt x="228" y="319"/>
                    <a:pt x="228" y="319"/>
                  </a:cubicBezTo>
                  <a:close/>
                  <a:moveTo>
                    <a:pt x="228" y="95"/>
                  </a:moveTo>
                  <a:cubicBezTo>
                    <a:pt x="228" y="148"/>
                    <a:pt x="228" y="148"/>
                    <a:pt x="228" y="148"/>
                  </a:cubicBezTo>
                  <a:cubicBezTo>
                    <a:pt x="226" y="146"/>
                    <a:pt x="226" y="146"/>
                    <a:pt x="226" y="146"/>
                  </a:cubicBezTo>
                  <a:cubicBezTo>
                    <a:pt x="226" y="97"/>
                    <a:pt x="226" y="97"/>
                    <a:pt x="226" y="97"/>
                  </a:cubicBezTo>
                  <a:cubicBezTo>
                    <a:pt x="228" y="95"/>
                    <a:pt x="228" y="95"/>
                    <a:pt x="228" y="95"/>
                  </a:cubicBezTo>
                  <a:close/>
                  <a:moveTo>
                    <a:pt x="228" y="157"/>
                  </a:moveTo>
                  <a:cubicBezTo>
                    <a:pt x="228" y="191"/>
                    <a:pt x="228" y="191"/>
                    <a:pt x="228" y="191"/>
                  </a:cubicBezTo>
                  <a:cubicBezTo>
                    <a:pt x="226" y="193"/>
                    <a:pt x="226" y="193"/>
                    <a:pt x="226" y="193"/>
                  </a:cubicBezTo>
                  <a:cubicBezTo>
                    <a:pt x="228" y="195"/>
                    <a:pt x="228" y="195"/>
                    <a:pt x="228" y="19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6" y="212"/>
                    <a:pt x="226" y="212"/>
                    <a:pt x="226" y="212"/>
                  </a:cubicBezTo>
                  <a:cubicBezTo>
                    <a:pt x="226" y="159"/>
                    <a:pt x="226" y="159"/>
                    <a:pt x="226" y="159"/>
                  </a:cubicBezTo>
                  <a:cubicBezTo>
                    <a:pt x="228" y="157"/>
                    <a:pt x="228" y="157"/>
                    <a:pt x="228" y="157"/>
                  </a:cubicBezTo>
                  <a:close/>
                  <a:moveTo>
                    <a:pt x="228" y="219"/>
                  </a:moveTo>
                  <a:cubicBezTo>
                    <a:pt x="228" y="253"/>
                    <a:pt x="228" y="253"/>
                    <a:pt x="228" y="253"/>
                  </a:cubicBezTo>
                  <a:cubicBezTo>
                    <a:pt x="226" y="255"/>
                    <a:pt x="226" y="255"/>
                    <a:pt x="226" y="255"/>
                  </a:cubicBezTo>
                  <a:cubicBezTo>
                    <a:pt x="226" y="221"/>
                    <a:pt x="226" y="221"/>
                    <a:pt x="226" y="221"/>
                  </a:cubicBezTo>
                  <a:lnTo>
                    <a:pt x="228" y="219"/>
                  </a:lnTo>
                  <a:close/>
                  <a:moveTo>
                    <a:pt x="216" y="3"/>
                  </a:moveTo>
                  <a:cubicBezTo>
                    <a:pt x="219" y="0"/>
                    <a:pt x="219" y="0"/>
                    <a:pt x="219" y="0"/>
                  </a:cubicBezTo>
                  <a:cubicBezTo>
                    <a:pt x="226" y="7"/>
                    <a:pt x="226" y="7"/>
                    <a:pt x="226" y="7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216" y="3"/>
                    <a:pt x="216" y="3"/>
                    <a:pt x="216" y="3"/>
                  </a:cubicBezTo>
                  <a:close/>
                  <a:moveTo>
                    <a:pt x="226" y="321"/>
                  </a:moveTo>
                  <a:cubicBezTo>
                    <a:pt x="216" y="331"/>
                    <a:pt x="216" y="331"/>
                    <a:pt x="216" y="331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6" y="321"/>
                    <a:pt x="226" y="321"/>
                    <a:pt x="226" y="321"/>
                  </a:cubicBezTo>
                  <a:close/>
                  <a:moveTo>
                    <a:pt x="226" y="97"/>
                  </a:moveTo>
                  <a:cubicBezTo>
                    <a:pt x="226" y="146"/>
                    <a:pt x="226" y="146"/>
                    <a:pt x="226" y="146"/>
                  </a:cubicBezTo>
                  <a:cubicBezTo>
                    <a:pt x="219" y="138"/>
                    <a:pt x="219" y="138"/>
                    <a:pt x="219" y="138"/>
                  </a:cubicBezTo>
                  <a:cubicBezTo>
                    <a:pt x="216" y="141"/>
                    <a:pt x="216" y="141"/>
                    <a:pt x="216" y="141"/>
                  </a:cubicBezTo>
                  <a:cubicBezTo>
                    <a:pt x="216" y="107"/>
                    <a:pt x="216" y="107"/>
                    <a:pt x="216" y="107"/>
                  </a:cubicBezTo>
                  <a:cubicBezTo>
                    <a:pt x="226" y="97"/>
                    <a:pt x="226" y="97"/>
                    <a:pt x="226" y="97"/>
                  </a:cubicBezTo>
                  <a:close/>
                  <a:moveTo>
                    <a:pt x="226" y="159"/>
                  </a:moveTo>
                  <a:cubicBezTo>
                    <a:pt x="226" y="212"/>
                    <a:pt x="226" y="212"/>
                    <a:pt x="226" y="212"/>
                  </a:cubicBezTo>
                  <a:cubicBezTo>
                    <a:pt x="216" y="202"/>
                    <a:pt x="216" y="202"/>
                    <a:pt x="216" y="202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26" y="159"/>
                    <a:pt x="226" y="159"/>
                    <a:pt x="226" y="159"/>
                  </a:cubicBezTo>
                  <a:close/>
                  <a:moveTo>
                    <a:pt x="226" y="221"/>
                  </a:moveTo>
                  <a:cubicBezTo>
                    <a:pt x="226" y="255"/>
                    <a:pt x="226" y="255"/>
                    <a:pt x="226" y="255"/>
                  </a:cubicBezTo>
                  <a:cubicBezTo>
                    <a:pt x="224" y="257"/>
                    <a:pt x="224" y="257"/>
                    <a:pt x="224" y="257"/>
                  </a:cubicBezTo>
                  <a:cubicBezTo>
                    <a:pt x="226" y="259"/>
                    <a:pt x="226" y="259"/>
                    <a:pt x="226" y="259"/>
                  </a:cubicBezTo>
                  <a:cubicBezTo>
                    <a:pt x="226" y="279"/>
                    <a:pt x="226" y="279"/>
                    <a:pt x="226" y="279"/>
                  </a:cubicBezTo>
                  <a:cubicBezTo>
                    <a:pt x="216" y="269"/>
                    <a:pt x="216" y="269"/>
                    <a:pt x="216" y="269"/>
                  </a:cubicBezTo>
                  <a:cubicBezTo>
                    <a:pt x="216" y="230"/>
                    <a:pt x="216" y="230"/>
                    <a:pt x="216" y="230"/>
                  </a:cubicBezTo>
                  <a:lnTo>
                    <a:pt x="226" y="221"/>
                  </a:lnTo>
                  <a:close/>
                  <a:moveTo>
                    <a:pt x="200" y="19"/>
                  </a:moveTo>
                  <a:cubicBezTo>
                    <a:pt x="216" y="3"/>
                    <a:pt x="216" y="3"/>
                    <a:pt x="216" y="3"/>
                  </a:cubicBezTo>
                  <a:cubicBezTo>
                    <a:pt x="216" y="79"/>
                    <a:pt x="216" y="79"/>
                    <a:pt x="216" y="79"/>
                  </a:cubicBezTo>
                  <a:cubicBezTo>
                    <a:pt x="200" y="94"/>
                    <a:pt x="200" y="94"/>
                    <a:pt x="200" y="94"/>
                  </a:cubicBezTo>
                  <a:cubicBezTo>
                    <a:pt x="200" y="19"/>
                    <a:pt x="200" y="19"/>
                    <a:pt x="200" y="19"/>
                  </a:cubicBezTo>
                  <a:close/>
                  <a:moveTo>
                    <a:pt x="216" y="331"/>
                  </a:moveTo>
                  <a:cubicBezTo>
                    <a:pt x="200" y="347"/>
                    <a:pt x="200" y="347"/>
                    <a:pt x="200" y="347"/>
                  </a:cubicBezTo>
                  <a:cubicBezTo>
                    <a:pt x="200" y="298"/>
                    <a:pt x="200" y="298"/>
                    <a:pt x="200" y="298"/>
                  </a:cubicBezTo>
                  <a:cubicBezTo>
                    <a:pt x="205" y="303"/>
                    <a:pt x="205" y="303"/>
                    <a:pt x="205" y="303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331"/>
                    <a:pt x="216" y="331"/>
                    <a:pt x="216" y="331"/>
                  </a:cubicBezTo>
                  <a:close/>
                  <a:moveTo>
                    <a:pt x="216" y="107"/>
                  </a:moveTo>
                  <a:cubicBezTo>
                    <a:pt x="216" y="141"/>
                    <a:pt x="216" y="141"/>
                    <a:pt x="216" y="141"/>
                  </a:cubicBezTo>
                  <a:cubicBezTo>
                    <a:pt x="200" y="156"/>
                    <a:pt x="200" y="156"/>
                    <a:pt x="200" y="156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2" y="121"/>
                    <a:pt x="202" y="121"/>
                    <a:pt x="202" y="121"/>
                  </a:cubicBezTo>
                  <a:cubicBezTo>
                    <a:pt x="200" y="119"/>
                    <a:pt x="200" y="119"/>
                    <a:pt x="200" y="119"/>
                  </a:cubicBezTo>
                  <a:cubicBezTo>
                    <a:pt x="200" y="98"/>
                    <a:pt x="200" y="98"/>
                    <a:pt x="200" y="98"/>
                  </a:cubicBezTo>
                  <a:cubicBezTo>
                    <a:pt x="212" y="111"/>
                    <a:pt x="212" y="111"/>
                    <a:pt x="212" y="111"/>
                  </a:cubicBezTo>
                  <a:cubicBezTo>
                    <a:pt x="216" y="107"/>
                    <a:pt x="216" y="107"/>
                    <a:pt x="216" y="107"/>
                  </a:cubicBezTo>
                  <a:close/>
                  <a:moveTo>
                    <a:pt x="216" y="168"/>
                  </a:moveTo>
                  <a:cubicBezTo>
                    <a:pt x="216" y="202"/>
                    <a:pt x="216" y="202"/>
                    <a:pt x="216" y="202"/>
                  </a:cubicBezTo>
                  <a:cubicBezTo>
                    <a:pt x="216" y="202"/>
                    <a:pt x="216" y="202"/>
                    <a:pt x="216" y="202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165"/>
                    <a:pt x="200" y="165"/>
                    <a:pt x="200" y="165"/>
                  </a:cubicBezTo>
                  <a:cubicBezTo>
                    <a:pt x="209" y="175"/>
                    <a:pt x="209" y="175"/>
                    <a:pt x="209" y="175"/>
                  </a:cubicBezTo>
                  <a:cubicBezTo>
                    <a:pt x="216" y="168"/>
                    <a:pt x="216" y="168"/>
                    <a:pt x="216" y="168"/>
                  </a:cubicBezTo>
                  <a:close/>
                  <a:moveTo>
                    <a:pt x="216" y="230"/>
                  </a:moveTo>
                  <a:cubicBezTo>
                    <a:pt x="216" y="269"/>
                    <a:pt x="216" y="269"/>
                    <a:pt x="216" y="269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00" y="280"/>
                    <a:pt x="200" y="280"/>
                    <a:pt x="200" y="280"/>
                  </a:cubicBezTo>
                  <a:cubicBezTo>
                    <a:pt x="200" y="231"/>
                    <a:pt x="200" y="231"/>
                    <a:pt x="200" y="231"/>
                  </a:cubicBezTo>
                  <a:cubicBezTo>
                    <a:pt x="207" y="239"/>
                    <a:pt x="207" y="239"/>
                    <a:pt x="207" y="239"/>
                  </a:cubicBezTo>
                  <a:lnTo>
                    <a:pt x="216" y="230"/>
                  </a:lnTo>
                  <a:close/>
                  <a:moveTo>
                    <a:pt x="197" y="19"/>
                  </a:moveTo>
                  <a:cubicBezTo>
                    <a:pt x="198" y="20"/>
                    <a:pt x="198" y="20"/>
                    <a:pt x="198" y="20"/>
                  </a:cubicBezTo>
                  <a:cubicBezTo>
                    <a:pt x="200" y="19"/>
                    <a:pt x="200" y="19"/>
                    <a:pt x="200" y="19"/>
                  </a:cubicBezTo>
                  <a:cubicBezTo>
                    <a:pt x="200" y="94"/>
                    <a:pt x="200" y="94"/>
                    <a:pt x="200" y="94"/>
                  </a:cubicBezTo>
                  <a:cubicBezTo>
                    <a:pt x="198" y="96"/>
                    <a:pt x="198" y="96"/>
                    <a:pt x="198" y="96"/>
                  </a:cubicBezTo>
                  <a:cubicBezTo>
                    <a:pt x="200" y="98"/>
                    <a:pt x="200" y="98"/>
                    <a:pt x="200" y="98"/>
                  </a:cubicBezTo>
                  <a:cubicBezTo>
                    <a:pt x="200" y="119"/>
                    <a:pt x="200" y="119"/>
                    <a:pt x="200" y="119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9"/>
                    <a:pt x="197" y="19"/>
                    <a:pt x="197" y="19"/>
                  </a:cubicBezTo>
                  <a:close/>
                  <a:moveTo>
                    <a:pt x="200" y="347"/>
                  </a:moveTo>
                  <a:cubicBezTo>
                    <a:pt x="197" y="349"/>
                    <a:pt x="197" y="349"/>
                    <a:pt x="197" y="349"/>
                  </a:cubicBezTo>
                  <a:cubicBezTo>
                    <a:pt x="197" y="295"/>
                    <a:pt x="197" y="295"/>
                    <a:pt x="197" y="295"/>
                  </a:cubicBezTo>
                  <a:cubicBezTo>
                    <a:pt x="200" y="298"/>
                    <a:pt x="200" y="298"/>
                    <a:pt x="200" y="298"/>
                  </a:cubicBezTo>
                  <a:cubicBezTo>
                    <a:pt x="200" y="347"/>
                    <a:pt x="200" y="347"/>
                    <a:pt x="200" y="347"/>
                  </a:cubicBezTo>
                  <a:close/>
                  <a:moveTo>
                    <a:pt x="200" y="123"/>
                  </a:moveTo>
                  <a:cubicBezTo>
                    <a:pt x="200" y="156"/>
                    <a:pt x="200" y="156"/>
                    <a:pt x="200" y="156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7" y="125"/>
                    <a:pt x="197" y="125"/>
                    <a:pt x="197" y="125"/>
                  </a:cubicBezTo>
                  <a:cubicBezTo>
                    <a:pt x="200" y="123"/>
                    <a:pt x="200" y="123"/>
                    <a:pt x="200" y="123"/>
                  </a:cubicBezTo>
                  <a:close/>
                  <a:moveTo>
                    <a:pt x="200" y="165"/>
                  </a:moveTo>
                  <a:cubicBezTo>
                    <a:pt x="200" y="218"/>
                    <a:pt x="200" y="218"/>
                    <a:pt x="200" y="218"/>
                  </a:cubicBezTo>
                  <a:cubicBezTo>
                    <a:pt x="197" y="220"/>
                    <a:pt x="197" y="220"/>
                    <a:pt x="197" y="220"/>
                  </a:cubicBezTo>
                  <a:cubicBezTo>
                    <a:pt x="197" y="186"/>
                    <a:pt x="197" y="186"/>
                    <a:pt x="197" y="186"/>
                  </a:cubicBezTo>
                  <a:cubicBezTo>
                    <a:pt x="199" y="185"/>
                    <a:pt x="199" y="185"/>
                    <a:pt x="199" y="185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63"/>
                    <a:pt x="197" y="163"/>
                    <a:pt x="197" y="163"/>
                  </a:cubicBezTo>
                  <a:cubicBezTo>
                    <a:pt x="200" y="165"/>
                    <a:pt x="200" y="165"/>
                    <a:pt x="200" y="165"/>
                  </a:cubicBezTo>
                  <a:close/>
                  <a:moveTo>
                    <a:pt x="200" y="231"/>
                  </a:moveTo>
                  <a:cubicBezTo>
                    <a:pt x="200" y="280"/>
                    <a:pt x="200" y="280"/>
                    <a:pt x="200" y="280"/>
                  </a:cubicBezTo>
                  <a:cubicBezTo>
                    <a:pt x="197" y="282"/>
                    <a:pt x="197" y="282"/>
                    <a:pt x="197" y="282"/>
                  </a:cubicBezTo>
                  <a:cubicBezTo>
                    <a:pt x="197" y="229"/>
                    <a:pt x="197" y="229"/>
                    <a:pt x="197" y="229"/>
                  </a:cubicBezTo>
                  <a:lnTo>
                    <a:pt x="200" y="231"/>
                  </a:lnTo>
                  <a:close/>
                  <a:moveTo>
                    <a:pt x="193" y="14"/>
                  </a:moveTo>
                  <a:cubicBezTo>
                    <a:pt x="197" y="19"/>
                    <a:pt x="197" y="19"/>
                    <a:pt x="197" y="19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4"/>
                    <a:pt x="193" y="14"/>
                    <a:pt x="193" y="14"/>
                  </a:cubicBezTo>
                  <a:close/>
                  <a:moveTo>
                    <a:pt x="197" y="349"/>
                  </a:moveTo>
                  <a:cubicBezTo>
                    <a:pt x="193" y="353"/>
                    <a:pt x="193" y="353"/>
                    <a:pt x="193" y="353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93" y="290"/>
                    <a:pt x="193" y="290"/>
                    <a:pt x="193" y="290"/>
                  </a:cubicBezTo>
                  <a:cubicBezTo>
                    <a:pt x="197" y="295"/>
                    <a:pt x="197" y="295"/>
                    <a:pt x="197" y="295"/>
                  </a:cubicBezTo>
                  <a:cubicBezTo>
                    <a:pt x="197" y="349"/>
                    <a:pt x="197" y="349"/>
                    <a:pt x="197" y="349"/>
                  </a:cubicBezTo>
                  <a:close/>
                  <a:moveTo>
                    <a:pt x="197" y="125"/>
                  </a:moveTo>
                  <a:cubicBezTo>
                    <a:pt x="197" y="159"/>
                    <a:pt x="197" y="159"/>
                    <a:pt x="197" y="159"/>
                  </a:cubicBezTo>
                  <a:cubicBezTo>
                    <a:pt x="196" y="161"/>
                    <a:pt x="196" y="161"/>
                    <a:pt x="196" y="161"/>
                  </a:cubicBezTo>
                  <a:cubicBezTo>
                    <a:pt x="197" y="163"/>
                    <a:pt x="197" y="163"/>
                    <a:pt x="197" y="16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3" y="178"/>
                    <a:pt x="193" y="178"/>
                    <a:pt x="193" y="17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7" y="125"/>
                    <a:pt x="197" y="125"/>
                    <a:pt x="197" y="125"/>
                  </a:cubicBezTo>
                  <a:close/>
                  <a:moveTo>
                    <a:pt x="197" y="186"/>
                  </a:moveTo>
                  <a:cubicBezTo>
                    <a:pt x="197" y="220"/>
                    <a:pt x="197" y="220"/>
                    <a:pt x="197" y="220"/>
                  </a:cubicBezTo>
                  <a:cubicBezTo>
                    <a:pt x="193" y="224"/>
                    <a:pt x="193" y="224"/>
                    <a:pt x="193" y="224"/>
                  </a:cubicBezTo>
                  <a:cubicBezTo>
                    <a:pt x="197" y="229"/>
                    <a:pt x="197" y="229"/>
                    <a:pt x="197" y="229"/>
                  </a:cubicBezTo>
                  <a:cubicBezTo>
                    <a:pt x="197" y="282"/>
                    <a:pt x="197" y="282"/>
                    <a:pt x="197" y="282"/>
                  </a:cubicBezTo>
                  <a:cubicBezTo>
                    <a:pt x="193" y="287"/>
                    <a:pt x="193" y="287"/>
                    <a:pt x="193" y="287"/>
                  </a:cubicBezTo>
                  <a:cubicBezTo>
                    <a:pt x="193" y="191"/>
                    <a:pt x="193" y="191"/>
                    <a:pt x="193" y="191"/>
                  </a:cubicBezTo>
                  <a:lnTo>
                    <a:pt x="197" y="186"/>
                  </a:lnTo>
                  <a:close/>
                  <a:moveTo>
                    <a:pt x="186" y="7"/>
                  </a:moveTo>
                  <a:cubicBezTo>
                    <a:pt x="193" y="14"/>
                    <a:pt x="193" y="14"/>
                    <a:pt x="193" y="14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88" y="106"/>
                    <a:pt x="188" y="106"/>
                    <a:pt x="188" y="106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83" y="10"/>
                    <a:pt x="183" y="10"/>
                    <a:pt x="183" y="10"/>
                  </a:cubicBezTo>
                  <a:cubicBezTo>
                    <a:pt x="186" y="7"/>
                    <a:pt x="186" y="7"/>
                    <a:pt x="186" y="7"/>
                  </a:cubicBezTo>
                  <a:close/>
                  <a:moveTo>
                    <a:pt x="193" y="353"/>
                  </a:moveTo>
                  <a:cubicBezTo>
                    <a:pt x="183" y="362"/>
                    <a:pt x="183" y="362"/>
                    <a:pt x="183" y="362"/>
                  </a:cubicBezTo>
                  <a:cubicBezTo>
                    <a:pt x="183" y="324"/>
                    <a:pt x="183" y="324"/>
                    <a:pt x="183" y="32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53"/>
                    <a:pt x="193" y="353"/>
                    <a:pt x="193" y="353"/>
                  </a:cubicBezTo>
                  <a:close/>
                  <a:moveTo>
                    <a:pt x="193" y="129"/>
                  </a:moveTo>
                  <a:cubicBezTo>
                    <a:pt x="193" y="178"/>
                    <a:pt x="193" y="178"/>
                    <a:pt x="193" y="178"/>
                  </a:cubicBezTo>
                  <a:cubicBezTo>
                    <a:pt x="185" y="170"/>
                    <a:pt x="185" y="170"/>
                    <a:pt x="185" y="170"/>
                  </a:cubicBezTo>
                  <a:cubicBezTo>
                    <a:pt x="183" y="172"/>
                    <a:pt x="183" y="172"/>
                    <a:pt x="183" y="172"/>
                  </a:cubicBezTo>
                  <a:cubicBezTo>
                    <a:pt x="183" y="139"/>
                    <a:pt x="183" y="139"/>
                    <a:pt x="183" y="139"/>
                  </a:cubicBezTo>
                  <a:cubicBezTo>
                    <a:pt x="193" y="129"/>
                    <a:pt x="193" y="129"/>
                    <a:pt x="193" y="129"/>
                  </a:cubicBezTo>
                  <a:close/>
                  <a:moveTo>
                    <a:pt x="193" y="191"/>
                  </a:moveTo>
                  <a:cubicBezTo>
                    <a:pt x="193" y="287"/>
                    <a:pt x="193" y="287"/>
                    <a:pt x="193" y="287"/>
                  </a:cubicBezTo>
                  <a:cubicBezTo>
                    <a:pt x="191" y="288"/>
                    <a:pt x="191" y="288"/>
                    <a:pt x="191" y="288"/>
                  </a:cubicBezTo>
                  <a:cubicBezTo>
                    <a:pt x="193" y="290"/>
                    <a:pt x="193" y="290"/>
                    <a:pt x="193" y="290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83" y="301"/>
                    <a:pt x="183" y="301"/>
                    <a:pt x="183" y="301"/>
                  </a:cubicBezTo>
                  <a:cubicBezTo>
                    <a:pt x="183" y="200"/>
                    <a:pt x="183" y="200"/>
                    <a:pt x="183" y="200"/>
                  </a:cubicBezTo>
                  <a:lnTo>
                    <a:pt x="193" y="191"/>
                  </a:lnTo>
                  <a:close/>
                  <a:moveTo>
                    <a:pt x="183" y="362"/>
                  </a:moveTo>
                  <a:cubicBezTo>
                    <a:pt x="176" y="369"/>
                    <a:pt x="176" y="369"/>
                    <a:pt x="176" y="369"/>
                  </a:cubicBezTo>
                  <a:cubicBezTo>
                    <a:pt x="168" y="360"/>
                    <a:pt x="168" y="360"/>
                    <a:pt x="168" y="360"/>
                  </a:cubicBezTo>
                  <a:cubicBezTo>
                    <a:pt x="168" y="331"/>
                    <a:pt x="168" y="331"/>
                    <a:pt x="168" y="331"/>
                  </a:cubicBezTo>
                  <a:cubicBezTo>
                    <a:pt x="172" y="335"/>
                    <a:pt x="172" y="335"/>
                    <a:pt x="172" y="335"/>
                  </a:cubicBezTo>
                  <a:cubicBezTo>
                    <a:pt x="183" y="324"/>
                    <a:pt x="183" y="324"/>
                    <a:pt x="183" y="324"/>
                  </a:cubicBezTo>
                  <a:cubicBezTo>
                    <a:pt x="183" y="362"/>
                    <a:pt x="183" y="362"/>
                    <a:pt x="183" y="362"/>
                  </a:cubicBezTo>
                  <a:close/>
                  <a:moveTo>
                    <a:pt x="168" y="25"/>
                  </a:moveTo>
                  <a:cubicBezTo>
                    <a:pt x="183" y="10"/>
                    <a:pt x="183" y="10"/>
                    <a:pt x="183" y="10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68" y="125"/>
                    <a:pt x="168" y="125"/>
                    <a:pt x="168" y="125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71" y="88"/>
                    <a:pt x="171" y="88"/>
                    <a:pt x="171" y="88"/>
                  </a:cubicBezTo>
                  <a:cubicBezTo>
                    <a:pt x="168" y="85"/>
                    <a:pt x="168" y="85"/>
                    <a:pt x="168" y="85"/>
                  </a:cubicBezTo>
                  <a:cubicBezTo>
                    <a:pt x="168" y="25"/>
                    <a:pt x="168" y="25"/>
                    <a:pt x="168" y="25"/>
                  </a:cubicBezTo>
                  <a:close/>
                  <a:moveTo>
                    <a:pt x="183" y="139"/>
                  </a:moveTo>
                  <a:cubicBezTo>
                    <a:pt x="183" y="172"/>
                    <a:pt x="183" y="172"/>
                    <a:pt x="183" y="172"/>
                  </a:cubicBezTo>
                  <a:cubicBezTo>
                    <a:pt x="168" y="187"/>
                    <a:pt x="168" y="187"/>
                    <a:pt x="168" y="187"/>
                  </a:cubicBezTo>
                  <a:cubicBezTo>
                    <a:pt x="168" y="131"/>
                    <a:pt x="168" y="131"/>
                    <a:pt x="168" y="131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83" y="139"/>
                    <a:pt x="183" y="139"/>
                    <a:pt x="183" y="139"/>
                  </a:cubicBezTo>
                  <a:close/>
                  <a:moveTo>
                    <a:pt x="183" y="200"/>
                  </a:moveTo>
                  <a:cubicBezTo>
                    <a:pt x="183" y="301"/>
                    <a:pt x="183" y="301"/>
                    <a:pt x="183" y="301"/>
                  </a:cubicBezTo>
                  <a:cubicBezTo>
                    <a:pt x="181" y="298"/>
                    <a:pt x="181" y="298"/>
                    <a:pt x="181" y="298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198"/>
                    <a:pt x="168" y="198"/>
                    <a:pt x="168" y="198"/>
                  </a:cubicBezTo>
                  <a:cubicBezTo>
                    <a:pt x="176" y="207"/>
                    <a:pt x="176" y="207"/>
                    <a:pt x="176" y="207"/>
                  </a:cubicBezTo>
                  <a:lnTo>
                    <a:pt x="183" y="200"/>
                  </a:lnTo>
                  <a:close/>
                  <a:moveTo>
                    <a:pt x="168" y="360"/>
                  </a:moveTo>
                  <a:cubicBezTo>
                    <a:pt x="164" y="356"/>
                    <a:pt x="164" y="356"/>
                    <a:pt x="164" y="356"/>
                  </a:cubicBezTo>
                  <a:cubicBezTo>
                    <a:pt x="164" y="327"/>
                    <a:pt x="164" y="327"/>
                    <a:pt x="164" y="327"/>
                  </a:cubicBezTo>
                  <a:cubicBezTo>
                    <a:pt x="168" y="331"/>
                    <a:pt x="168" y="331"/>
                    <a:pt x="168" y="331"/>
                  </a:cubicBezTo>
                  <a:cubicBezTo>
                    <a:pt x="168" y="360"/>
                    <a:pt x="168" y="360"/>
                    <a:pt x="168" y="360"/>
                  </a:cubicBezTo>
                  <a:close/>
                  <a:moveTo>
                    <a:pt x="164" y="28"/>
                  </a:moveTo>
                  <a:cubicBezTo>
                    <a:pt x="168" y="25"/>
                    <a:pt x="168" y="25"/>
                    <a:pt x="168" y="25"/>
                  </a:cubicBezTo>
                  <a:cubicBezTo>
                    <a:pt x="168" y="85"/>
                    <a:pt x="168" y="85"/>
                    <a:pt x="168" y="85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28"/>
                    <a:pt x="164" y="28"/>
                    <a:pt x="164" y="28"/>
                  </a:cubicBezTo>
                  <a:close/>
                  <a:moveTo>
                    <a:pt x="168" y="91"/>
                  </a:moveTo>
                  <a:cubicBezTo>
                    <a:pt x="168" y="125"/>
                    <a:pt x="168" y="125"/>
                    <a:pt x="168" y="125"/>
                  </a:cubicBezTo>
                  <a:cubicBezTo>
                    <a:pt x="165" y="128"/>
                    <a:pt x="165" y="128"/>
                    <a:pt x="165" y="128"/>
                  </a:cubicBezTo>
                  <a:cubicBezTo>
                    <a:pt x="168" y="131"/>
                    <a:pt x="168" y="131"/>
                    <a:pt x="168" y="131"/>
                  </a:cubicBezTo>
                  <a:cubicBezTo>
                    <a:pt x="168" y="187"/>
                    <a:pt x="168" y="187"/>
                    <a:pt x="168" y="187"/>
                  </a:cubicBezTo>
                  <a:cubicBezTo>
                    <a:pt x="164" y="190"/>
                    <a:pt x="164" y="190"/>
                    <a:pt x="164" y="190"/>
                  </a:cubicBezTo>
                  <a:cubicBezTo>
                    <a:pt x="164" y="95"/>
                    <a:pt x="164" y="95"/>
                    <a:pt x="164" y="95"/>
                  </a:cubicBezTo>
                  <a:cubicBezTo>
                    <a:pt x="168" y="91"/>
                    <a:pt x="168" y="91"/>
                    <a:pt x="168" y="91"/>
                  </a:cubicBezTo>
                  <a:close/>
                  <a:moveTo>
                    <a:pt x="168" y="198"/>
                  </a:moveTo>
                  <a:cubicBezTo>
                    <a:pt x="168" y="311"/>
                    <a:pt x="168" y="311"/>
                    <a:pt x="168" y="311"/>
                  </a:cubicBezTo>
                  <a:cubicBezTo>
                    <a:pt x="164" y="314"/>
                    <a:pt x="164" y="314"/>
                    <a:pt x="164" y="314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6" y="216"/>
                    <a:pt x="166" y="216"/>
                    <a:pt x="166" y="216"/>
                  </a:cubicBezTo>
                  <a:cubicBezTo>
                    <a:pt x="164" y="214"/>
                    <a:pt x="164" y="214"/>
                    <a:pt x="164" y="214"/>
                  </a:cubicBezTo>
                  <a:cubicBezTo>
                    <a:pt x="164" y="194"/>
                    <a:pt x="164" y="194"/>
                    <a:pt x="164" y="194"/>
                  </a:cubicBezTo>
                  <a:lnTo>
                    <a:pt x="168" y="198"/>
                  </a:lnTo>
                  <a:close/>
                  <a:moveTo>
                    <a:pt x="164" y="356"/>
                  </a:moveTo>
                  <a:cubicBezTo>
                    <a:pt x="161" y="353"/>
                    <a:pt x="161" y="353"/>
                    <a:pt x="161" y="35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4" y="327"/>
                    <a:pt x="164" y="327"/>
                    <a:pt x="164" y="327"/>
                  </a:cubicBezTo>
                  <a:cubicBezTo>
                    <a:pt x="164" y="356"/>
                    <a:pt x="164" y="356"/>
                    <a:pt x="164" y="356"/>
                  </a:cubicBezTo>
                  <a:close/>
                  <a:moveTo>
                    <a:pt x="161" y="31"/>
                  </a:moveTo>
                  <a:cubicBezTo>
                    <a:pt x="164" y="28"/>
                    <a:pt x="164" y="28"/>
                    <a:pt x="164" y="28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1" y="78"/>
                    <a:pt x="161" y="78"/>
                    <a:pt x="161" y="78"/>
                  </a:cubicBezTo>
                  <a:cubicBezTo>
                    <a:pt x="161" y="31"/>
                    <a:pt x="161" y="31"/>
                    <a:pt x="161" y="31"/>
                  </a:cubicBezTo>
                  <a:close/>
                  <a:moveTo>
                    <a:pt x="164" y="95"/>
                  </a:moveTo>
                  <a:cubicBezTo>
                    <a:pt x="164" y="190"/>
                    <a:pt x="164" y="190"/>
                    <a:pt x="164" y="190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64" y="194"/>
                    <a:pt x="164" y="194"/>
                    <a:pt x="164" y="194"/>
                  </a:cubicBezTo>
                  <a:cubicBezTo>
                    <a:pt x="164" y="214"/>
                    <a:pt x="164" y="214"/>
                    <a:pt x="164" y="214"/>
                  </a:cubicBezTo>
                  <a:cubicBezTo>
                    <a:pt x="161" y="211"/>
                    <a:pt x="161" y="211"/>
                    <a:pt x="161" y="211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4" y="95"/>
                    <a:pt x="164" y="95"/>
                    <a:pt x="164" y="95"/>
                  </a:cubicBezTo>
                  <a:close/>
                  <a:moveTo>
                    <a:pt x="164" y="218"/>
                  </a:moveTo>
                  <a:cubicBezTo>
                    <a:pt x="164" y="314"/>
                    <a:pt x="164" y="314"/>
                    <a:pt x="164" y="314"/>
                  </a:cubicBezTo>
                  <a:cubicBezTo>
                    <a:pt x="161" y="317"/>
                    <a:pt x="161" y="317"/>
                    <a:pt x="161" y="317"/>
                  </a:cubicBezTo>
                  <a:cubicBezTo>
                    <a:pt x="161" y="283"/>
                    <a:pt x="161" y="283"/>
                    <a:pt x="161" y="283"/>
                  </a:cubicBezTo>
                  <a:cubicBezTo>
                    <a:pt x="164" y="280"/>
                    <a:pt x="164" y="280"/>
                    <a:pt x="164" y="280"/>
                  </a:cubicBezTo>
                  <a:cubicBezTo>
                    <a:pt x="161" y="277"/>
                    <a:pt x="161" y="277"/>
                    <a:pt x="161" y="277"/>
                  </a:cubicBezTo>
                  <a:cubicBezTo>
                    <a:pt x="161" y="222"/>
                    <a:pt x="161" y="222"/>
                    <a:pt x="161" y="222"/>
                  </a:cubicBezTo>
                  <a:lnTo>
                    <a:pt x="164" y="218"/>
                  </a:lnTo>
                  <a:close/>
                  <a:moveTo>
                    <a:pt x="161" y="353"/>
                  </a:moveTo>
                  <a:cubicBezTo>
                    <a:pt x="152" y="344"/>
                    <a:pt x="152" y="344"/>
                    <a:pt x="152" y="344"/>
                  </a:cubicBezTo>
                  <a:cubicBezTo>
                    <a:pt x="152" y="292"/>
                    <a:pt x="152" y="292"/>
                    <a:pt x="152" y="292"/>
                  </a:cubicBezTo>
                  <a:cubicBezTo>
                    <a:pt x="161" y="283"/>
                    <a:pt x="161" y="283"/>
                    <a:pt x="161" y="283"/>
                  </a:cubicBezTo>
                  <a:cubicBezTo>
                    <a:pt x="161" y="317"/>
                    <a:pt x="161" y="317"/>
                    <a:pt x="161" y="317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53"/>
                    <a:pt x="161" y="353"/>
                    <a:pt x="161" y="353"/>
                  </a:cubicBezTo>
                  <a:close/>
                  <a:moveTo>
                    <a:pt x="152" y="40"/>
                  </a:moveTo>
                  <a:cubicBezTo>
                    <a:pt x="161" y="31"/>
                    <a:pt x="161" y="31"/>
                    <a:pt x="161" y="31"/>
                  </a:cubicBezTo>
                  <a:cubicBezTo>
                    <a:pt x="161" y="78"/>
                    <a:pt x="161" y="78"/>
                    <a:pt x="161" y="78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2" y="78"/>
                    <a:pt x="152" y="78"/>
                    <a:pt x="152" y="78"/>
                  </a:cubicBezTo>
                  <a:cubicBezTo>
                    <a:pt x="152" y="40"/>
                    <a:pt x="152" y="40"/>
                    <a:pt x="152" y="40"/>
                  </a:cubicBezTo>
                  <a:close/>
                  <a:moveTo>
                    <a:pt x="161" y="98"/>
                  </a:moveTo>
                  <a:cubicBezTo>
                    <a:pt x="161" y="211"/>
                    <a:pt x="161" y="211"/>
                    <a:pt x="161" y="211"/>
                  </a:cubicBezTo>
                  <a:cubicBezTo>
                    <a:pt x="152" y="202"/>
                    <a:pt x="152" y="202"/>
                    <a:pt x="152" y="202"/>
                  </a:cubicBezTo>
                  <a:cubicBezTo>
                    <a:pt x="152" y="202"/>
                    <a:pt x="152" y="202"/>
                    <a:pt x="152" y="202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61" y="98"/>
                    <a:pt x="161" y="98"/>
                    <a:pt x="161" y="98"/>
                  </a:cubicBezTo>
                  <a:close/>
                  <a:moveTo>
                    <a:pt x="161" y="222"/>
                  </a:moveTo>
                  <a:cubicBezTo>
                    <a:pt x="161" y="277"/>
                    <a:pt x="161" y="277"/>
                    <a:pt x="161" y="277"/>
                  </a:cubicBezTo>
                  <a:cubicBezTo>
                    <a:pt x="152" y="268"/>
                    <a:pt x="152" y="268"/>
                    <a:pt x="152" y="268"/>
                  </a:cubicBezTo>
                  <a:cubicBezTo>
                    <a:pt x="152" y="230"/>
                    <a:pt x="152" y="230"/>
                    <a:pt x="152" y="230"/>
                  </a:cubicBezTo>
                  <a:lnTo>
                    <a:pt x="161" y="222"/>
                  </a:lnTo>
                  <a:close/>
                  <a:moveTo>
                    <a:pt x="152" y="344"/>
                  </a:moveTo>
                  <a:cubicBezTo>
                    <a:pt x="132" y="323"/>
                    <a:pt x="132" y="323"/>
                    <a:pt x="132" y="323"/>
                  </a:cubicBezTo>
                  <a:cubicBezTo>
                    <a:pt x="132" y="294"/>
                    <a:pt x="132" y="294"/>
                    <a:pt x="132" y="294"/>
                  </a:cubicBezTo>
                  <a:cubicBezTo>
                    <a:pt x="141" y="303"/>
                    <a:pt x="141" y="303"/>
                    <a:pt x="141" y="303"/>
                  </a:cubicBezTo>
                  <a:cubicBezTo>
                    <a:pt x="152" y="292"/>
                    <a:pt x="152" y="292"/>
                    <a:pt x="152" y="292"/>
                  </a:cubicBezTo>
                  <a:cubicBezTo>
                    <a:pt x="152" y="344"/>
                    <a:pt x="152" y="344"/>
                    <a:pt x="152" y="344"/>
                  </a:cubicBezTo>
                  <a:close/>
                  <a:moveTo>
                    <a:pt x="132" y="59"/>
                  </a:moveTo>
                  <a:cubicBezTo>
                    <a:pt x="152" y="40"/>
                    <a:pt x="152" y="40"/>
                    <a:pt x="152" y="40"/>
                  </a:cubicBezTo>
                  <a:cubicBezTo>
                    <a:pt x="152" y="78"/>
                    <a:pt x="152" y="78"/>
                    <a:pt x="152" y="78"/>
                  </a:cubicBezTo>
                  <a:cubicBezTo>
                    <a:pt x="134" y="96"/>
                    <a:pt x="134" y="96"/>
                    <a:pt x="134" y="96"/>
                  </a:cubicBezTo>
                  <a:cubicBezTo>
                    <a:pt x="138" y="101"/>
                    <a:pt x="143" y="106"/>
                    <a:pt x="148" y="111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2" y="202"/>
                    <a:pt x="152" y="202"/>
                    <a:pt x="152" y="202"/>
                  </a:cubicBezTo>
                  <a:cubicBezTo>
                    <a:pt x="132" y="221"/>
                    <a:pt x="132" y="221"/>
                    <a:pt x="132" y="221"/>
                  </a:cubicBezTo>
                  <a:cubicBezTo>
                    <a:pt x="132" y="187"/>
                    <a:pt x="132" y="187"/>
                    <a:pt x="132" y="187"/>
                  </a:cubicBezTo>
                  <a:cubicBezTo>
                    <a:pt x="135" y="184"/>
                    <a:pt x="135" y="184"/>
                    <a:pt x="135" y="184"/>
                  </a:cubicBezTo>
                  <a:cubicBezTo>
                    <a:pt x="132" y="181"/>
                    <a:pt x="132" y="181"/>
                    <a:pt x="132" y="181"/>
                  </a:cubicBezTo>
                  <a:cubicBezTo>
                    <a:pt x="132" y="59"/>
                    <a:pt x="132" y="59"/>
                    <a:pt x="132" y="59"/>
                  </a:cubicBezTo>
                  <a:close/>
                  <a:moveTo>
                    <a:pt x="152" y="230"/>
                  </a:moveTo>
                  <a:cubicBezTo>
                    <a:pt x="152" y="268"/>
                    <a:pt x="152" y="268"/>
                    <a:pt x="152" y="268"/>
                  </a:cubicBezTo>
                  <a:cubicBezTo>
                    <a:pt x="150" y="266"/>
                    <a:pt x="150" y="266"/>
                    <a:pt x="150" y="266"/>
                  </a:cubicBezTo>
                  <a:cubicBezTo>
                    <a:pt x="132" y="283"/>
                    <a:pt x="132" y="283"/>
                    <a:pt x="132" y="283"/>
                  </a:cubicBezTo>
                  <a:cubicBezTo>
                    <a:pt x="132" y="249"/>
                    <a:pt x="132" y="249"/>
                    <a:pt x="132" y="249"/>
                  </a:cubicBezTo>
                  <a:cubicBezTo>
                    <a:pt x="133" y="248"/>
                    <a:pt x="133" y="248"/>
                    <a:pt x="133" y="248"/>
                  </a:cubicBezTo>
                  <a:cubicBezTo>
                    <a:pt x="132" y="247"/>
                    <a:pt x="132" y="247"/>
                    <a:pt x="132" y="247"/>
                  </a:cubicBezTo>
                  <a:cubicBezTo>
                    <a:pt x="132" y="227"/>
                    <a:pt x="132" y="227"/>
                    <a:pt x="132" y="227"/>
                  </a:cubicBezTo>
                  <a:cubicBezTo>
                    <a:pt x="143" y="239"/>
                    <a:pt x="143" y="239"/>
                    <a:pt x="143" y="239"/>
                  </a:cubicBezTo>
                  <a:lnTo>
                    <a:pt x="152" y="230"/>
                  </a:lnTo>
                  <a:close/>
                  <a:moveTo>
                    <a:pt x="132" y="323"/>
                  </a:moveTo>
                  <a:cubicBezTo>
                    <a:pt x="117" y="307"/>
                    <a:pt x="117" y="307"/>
                    <a:pt x="117" y="307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32" y="249"/>
                    <a:pt x="132" y="249"/>
                    <a:pt x="132" y="249"/>
                  </a:cubicBezTo>
                  <a:cubicBezTo>
                    <a:pt x="132" y="283"/>
                    <a:pt x="132" y="283"/>
                    <a:pt x="132" y="283"/>
                  </a:cubicBezTo>
                  <a:cubicBezTo>
                    <a:pt x="127" y="288"/>
                    <a:pt x="127" y="288"/>
                    <a:pt x="127" y="288"/>
                  </a:cubicBezTo>
                  <a:cubicBezTo>
                    <a:pt x="132" y="294"/>
                    <a:pt x="132" y="294"/>
                    <a:pt x="132" y="294"/>
                  </a:cubicBezTo>
                  <a:cubicBezTo>
                    <a:pt x="132" y="323"/>
                    <a:pt x="132" y="323"/>
                    <a:pt x="132" y="323"/>
                  </a:cubicBezTo>
                  <a:close/>
                  <a:moveTo>
                    <a:pt x="117" y="74"/>
                  </a:moveTo>
                  <a:cubicBezTo>
                    <a:pt x="132" y="59"/>
                    <a:pt x="132" y="59"/>
                    <a:pt x="132" y="59"/>
                  </a:cubicBezTo>
                  <a:cubicBezTo>
                    <a:pt x="132" y="181"/>
                    <a:pt x="132" y="181"/>
                    <a:pt x="132" y="181"/>
                  </a:cubicBezTo>
                  <a:cubicBezTo>
                    <a:pt x="121" y="170"/>
                    <a:pt x="121" y="170"/>
                    <a:pt x="121" y="170"/>
                  </a:cubicBezTo>
                  <a:cubicBezTo>
                    <a:pt x="117" y="174"/>
                    <a:pt x="117" y="174"/>
                    <a:pt x="117" y="174"/>
                  </a:cubicBezTo>
                  <a:cubicBezTo>
                    <a:pt x="117" y="74"/>
                    <a:pt x="117" y="74"/>
                    <a:pt x="117" y="74"/>
                  </a:cubicBezTo>
                  <a:close/>
                  <a:moveTo>
                    <a:pt x="132" y="187"/>
                  </a:moveTo>
                  <a:cubicBezTo>
                    <a:pt x="132" y="221"/>
                    <a:pt x="132" y="221"/>
                    <a:pt x="132" y="221"/>
                  </a:cubicBezTo>
                  <a:cubicBezTo>
                    <a:pt x="129" y="224"/>
                    <a:pt x="129" y="224"/>
                    <a:pt x="129" y="224"/>
                  </a:cubicBezTo>
                  <a:cubicBezTo>
                    <a:pt x="132" y="227"/>
                    <a:pt x="132" y="227"/>
                    <a:pt x="132" y="227"/>
                  </a:cubicBezTo>
                  <a:cubicBezTo>
                    <a:pt x="132" y="247"/>
                    <a:pt x="132" y="247"/>
                    <a:pt x="132" y="247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7" y="236"/>
                    <a:pt x="117" y="236"/>
                    <a:pt x="117" y="236"/>
                  </a:cubicBezTo>
                  <a:cubicBezTo>
                    <a:pt x="117" y="202"/>
                    <a:pt x="117" y="202"/>
                    <a:pt x="117" y="202"/>
                  </a:cubicBezTo>
                  <a:lnTo>
                    <a:pt x="132" y="187"/>
                  </a:lnTo>
                  <a:close/>
                  <a:moveTo>
                    <a:pt x="117" y="307"/>
                  </a:moveTo>
                  <a:cubicBezTo>
                    <a:pt x="101" y="290"/>
                    <a:pt x="101" y="290"/>
                    <a:pt x="101" y="290"/>
                  </a:cubicBezTo>
                  <a:cubicBezTo>
                    <a:pt x="101" y="261"/>
                    <a:pt x="101" y="261"/>
                    <a:pt x="101" y="261"/>
                  </a:cubicBezTo>
                  <a:cubicBezTo>
                    <a:pt x="110" y="270"/>
                    <a:pt x="110" y="270"/>
                    <a:pt x="110" y="270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7" y="307"/>
                    <a:pt x="117" y="307"/>
                    <a:pt x="117" y="307"/>
                  </a:cubicBezTo>
                  <a:close/>
                  <a:moveTo>
                    <a:pt x="101" y="88"/>
                  </a:moveTo>
                  <a:cubicBezTo>
                    <a:pt x="117" y="74"/>
                    <a:pt x="117" y="74"/>
                    <a:pt x="117" y="74"/>
                  </a:cubicBezTo>
                  <a:cubicBezTo>
                    <a:pt x="117" y="174"/>
                    <a:pt x="117" y="174"/>
                    <a:pt x="117" y="174"/>
                  </a:cubicBezTo>
                  <a:cubicBezTo>
                    <a:pt x="101" y="189"/>
                    <a:pt x="101" y="189"/>
                    <a:pt x="101" y="189"/>
                  </a:cubicBezTo>
                  <a:cubicBezTo>
                    <a:pt x="101" y="155"/>
                    <a:pt x="101" y="155"/>
                    <a:pt x="101" y="155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101" y="88"/>
                    <a:pt x="101" y="88"/>
                    <a:pt x="101" y="88"/>
                  </a:cubicBezTo>
                  <a:close/>
                  <a:moveTo>
                    <a:pt x="117" y="202"/>
                  </a:moveTo>
                  <a:cubicBezTo>
                    <a:pt x="117" y="236"/>
                    <a:pt x="117" y="236"/>
                    <a:pt x="117" y="236"/>
                  </a:cubicBezTo>
                  <a:cubicBezTo>
                    <a:pt x="101" y="251"/>
                    <a:pt x="101" y="251"/>
                    <a:pt x="101" y="251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112" y="206"/>
                    <a:pt x="112" y="206"/>
                    <a:pt x="112" y="206"/>
                  </a:cubicBezTo>
                  <a:lnTo>
                    <a:pt x="117" y="202"/>
                  </a:lnTo>
                  <a:close/>
                  <a:moveTo>
                    <a:pt x="101" y="290"/>
                  </a:moveTo>
                  <a:cubicBezTo>
                    <a:pt x="86" y="274"/>
                    <a:pt x="86" y="274"/>
                    <a:pt x="86" y="274"/>
                  </a:cubicBezTo>
                  <a:cubicBezTo>
                    <a:pt x="86" y="170"/>
                    <a:pt x="86" y="170"/>
                    <a:pt x="86" y="170"/>
                  </a:cubicBezTo>
                  <a:cubicBezTo>
                    <a:pt x="101" y="155"/>
                    <a:pt x="101" y="155"/>
                    <a:pt x="101" y="155"/>
                  </a:cubicBezTo>
                  <a:cubicBezTo>
                    <a:pt x="101" y="189"/>
                    <a:pt x="101" y="189"/>
                    <a:pt x="101" y="189"/>
                  </a:cubicBezTo>
                  <a:cubicBezTo>
                    <a:pt x="98" y="192"/>
                    <a:pt x="98" y="192"/>
                    <a:pt x="98" y="192"/>
                  </a:cubicBezTo>
                  <a:cubicBezTo>
                    <a:pt x="101" y="195"/>
                    <a:pt x="101" y="195"/>
                    <a:pt x="101" y="195"/>
                  </a:cubicBezTo>
                  <a:cubicBezTo>
                    <a:pt x="101" y="251"/>
                    <a:pt x="101" y="251"/>
                    <a:pt x="101" y="251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101" y="261"/>
                    <a:pt x="101" y="261"/>
                    <a:pt x="101" y="261"/>
                  </a:cubicBezTo>
                  <a:cubicBezTo>
                    <a:pt x="101" y="290"/>
                    <a:pt x="101" y="290"/>
                    <a:pt x="101" y="290"/>
                  </a:cubicBezTo>
                  <a:close/>
                  <a:moveTo>
                    <a:pt x="86" y="103"/>
                  </a:moveTo>
                  <a:cubicBezTo>
                    <a:pt x="93" y="96"/>
                    <a:pt x="93" y="96"/>
                    <a:pt x="93" y="96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86" y="142"/>
                    <a:pt x="86" y="142"/>
                    <a:pt x="86" y="142"/>
                  </a:cubicBezTo>
                  <a:lnTo>
                    <a:pt x="86" y="103"/>
                  </a:lnTo>
                  <a:close/>
                  <a:moveTo>
                    <a:pt x="86" y="274"/>
                  </a:moveTo>
                  <a:cubicBezTo>
                    <a:pt x="69" y="257"/>
                    <a:pt x="69" y="257"/>
                    <a:pt x="69" y="257"/>
                  </a:cubicBezTo>
                  <a:cubicBezTo>
                    <a:pt x="69" y="186"/>
                    <a:pt x="69" y="186"/>
                    <a:pt x="69" y="186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69" y="182"/>
                    <a:pt x="69" y="182"/>
                    <a:pt x="69" y="182"/>
                  </a:cubicBezTo>
                  <a:cubicBezTo>
                    <a:pt x="69" y="161"/>
                    <a:pt x="69" y="161"/>
                    <a:pt x="69" y="161"/>
                  </a:cubicBezTo>
                  <a:cubicBezTo>
                    <a:pt x="81" y="174"/>
                    <a:pt x="81" y="174"/>
                    <a:pt x="81" y="174"/>
                  </a:cubicBezTo>
                  <a:cubicBezTo>
                    <a:pt x="86" y="170"/>
                    <a:pt x="86" y="170"/>
                    <a:pt x="86" y="170"/>
                  </a:cubicBezTo>
                  <a:cubicBezTo>
                    <a:pt x="86" y="274"/>
                    <a:pt x="86" y="274"/>
                    <a:pt x="86" y="274"/>
                  </a:cubicBezTo>
                  <a:close/>
                  <a:moveTo>
                    <a:pt x="69" y="119"/>
                  </a:moveTo>
                  <a:cubicBezTo>
                    <a:pt x="86" y="103"/>
                    <a:pt x="86" y="103"/>
                    <a:pt x="86" y="103"/>
                  </a:cubicBezTo>
                  <a:cubicBezTo>
                    <a:pt x="86" y="142"/>
                    <a:pt x="86" y="142"/>
                    <a:pt x="86" y="142"/>
                  </a:cubicBezTo>
                  <a:cubicBezTo>
                    <a:pt x="69" y="157"/>
                    <a:pt x="69" y="157"/>
                    <a:pt x="69" y="157"/>
                  </a:cubicBezTo>
                  <a:lnTo>
                    <a:pt x="69" y="119"/>
                  </a:lnTo>
                  <a:close/>
                  <a:moveTo>
                    <a:pt x="69" y="257"/>
                  </a:moveTo>
                  <a:cubicBezTo>
                    <a:pt x="53" y="240"/>
                    <a:pt x="53" y="240"/>
                    <a:pt x="53" y="240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69" y="186"/>
                    <a:pt x="69" y="186"/>
                    <a:pt x="69" y="186"/>
                  </a:cubicBezTo>
                  <a:cubicBezTo>
                    <a:pt x="69" y="257"/>
                    <a:pt x="69" y="257"/>
                    <a:pt x="69" y="257"/>
                  </a:cubicBezTo>
                  <a:close/>
                  <a:moveTo>
                    <a:pt x="53" y="135"/>
                  </a:moveTo>
                  <a:cubicBezTo>
                    <a:pt x="69" y="119"/>
                    <a:pt x="69" y="119"/>
                    <a:pt x="69" y="119"/>
                  </a:cubicBezTo>
                  <a:cubicBezTo>
                    <a:pt x="69" y="157"/>
                    <a:pt x="69" y="157"/>
                    <a:pt x="69" y="157"/>
                  </a:cubicBezTo>
                  <a:cubicBezTo>
                    <a:pt x="67" y="159"/>
                    <a:pt x="67" y="159"/>
                    <a:pt x="67" y="159"/>
                  </a:cubicBezTo>
                  <a:cubicBezTo>
                    <a:pt x="69" y="161"/>
                    <a:pt x="69" y="161"/>
                    <a:pt x="69" y="161"/>
                  </a:cubicBezTo>
                  <a:cubicBezTo>
                    <a:pt x="69" y="182"/>
                    <a:pt x="69" y="182"/>
                    <a:pt x="69" y="182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53" y="173"/>
                    <a:pt x="53" y="173"/>
                    <a:pt x="53" y="173"/>
                  </a:cubicBezTo>
                  <a:lnTo>
                    <a:pt x="53" y="135"/>
                  </a:lnTo>
                  <a:close/>
                  <a:moveTo>
                    <a:pt x="53" y="240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53" y="135"/>
                    <a:pt x="53" y="135"/>
                    <a:pt x="53" y="135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9" y="196"/>
                    <a:pt x="44" y="201"/>
                    <a:pt x="48" y="206"/>
                  </a:cubicBezTo>
                  <a:cubicBezTo>
                    <a:pt x="53" y="201"/>
                    <a:pt x="53" y="201"/>
                    <a:pt x="53" y="201"/>
                  </a:cubicBezTo>
                  <a:lnTo>
                    <a:pt x="53" y="2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5" name="ïṩliďè"/>
            <p:cNvSpPr/>
            <p:nvPr/>
          </p:nvSpPr>
          <p:spPr bwMode="auto">
            <a:xfrm flipH="1">
              <a:off x="1676277" y="3034973"/>
              <a:ext cx="625279" cy="530990"/>
            </a:xfrm>
            <a:custGeom>
              <a:avLst/>
              <a:gdLst>
                <a:gd name="T0" fmla="*/ 305 w 374"/>
                <a:gd name="T1" fmla="*/ 174 h 325"/>
                <a:gd name="T2" fmla="*/ 331 w 374"/>
                <a:gd name="T3" fmla="*/ 121 h 325"/>
                <a:gd name="T4" fmla="*/ 307 w 374"/>
                <a:gd name="T5" fmla="*/ 81 h 325"/>
                <a:gd name="T6" fmla="*/ 296 w 374"/>
                <a:gd name="T7" fmla="*/ 27 h 325"/>
                <a:gd name="T8" fmla="*/ 263 w 374"/>
                <a:gd name="T9" fmla="*/ 71 h 325"/>
                <a:gd name="T10" fmla="*/ 263 w 374"/>
                <a:gd name="T11" fmla="*/ 11 h 325"/>
                <a:gd name="T12" fmla="*/ 267 w 374"/>
                <a:gd name="T13" fmla="*/ 180 h 325"/>
                <a:gd name="T14" fmla="*/ 296 w 374"/>
                <a:gd name="T15" fmla="*/ 105 h 325"/>
                <a:gd name="T16" fmla="*/ 268 w 374"/>
                <a:gd name="T17" fmla="*/ 85 h 325"/>
                <a:gd name="T18" fmla="*/ 263 w 374"/>
                <a:gd name="T19" fmla="*/ 125 h 325"/>
                <a:gd name="T20" fmla="*/ 237 w 374"/>
                <a:gd name="T21" fmla="*/ 215 h 325"/>
                <a:gd name="T22" fmla="*/ 245 w 374"/>
                <a:gd name="T23" fmla="*/ 173 h 325"/>
                <a:gd name="T24" fmla="*/ 263 w 374"/>
                <a:gd name="T25" fmla="*/ 125 h 325"/>
                <a:gd name="T26" fmla="*/ 244 w 374"/>
                <a:gd name="T27" fmla="*/ 45 h 325"/>
                <a:gd name="T28" fmla="*/ 263 w 374"/>
                <a:gd name="T29" fmla="*/ 76 h 325"/>
                <a:gd name="T30" fmla="*/ 248 w 374"/>
                <a:gd name="T31" fmla="*/ 80 h 325"/>
                <a:gd name="T32" fmla="*/ 210 w 374"/>
                <a:gd name="T33" fmla="*/ 255 h 325"/>
                <a:gd name="T34" fmla="*/ 210 w 374"/>
                <a:gd name="T35" fmla="*/ 183 h 325"/>
                <a:gd name="T36" fmla="*/ 232 w 374"/>
                <a:gd name="T37" fmla="*/ 218 h 325"/>
                <a:gd name="T38" fmla="*/ 237 w 374"/>
                <a:gd name="T39" fmla="*/ 87 h 325"/>
                <a:gd name="T40" fmla="*/ 234 w 374"/>
                <a:gd name="T41" fmla="*/ 125 h 325"/>
                <a:gd name="T42" fmla="*/ 229 w 374"/>
                <a:gd name="T43" fmla="*/ 146 h 325"/>
                <a:gd name="T44" fmla="*/ 210 w 374"/>
                <a:gd name="T45" fmla="*/ 115 h 325"/>
                <a:gd name="T46" fmla="*/ 210 w 374"/>
                <a:gd name="T47" fmla="*/ 231 h 325"/>
                <a:gd name="T48" fmla="*/ 205 w 374"/>
                <a:gd name="T49" fmla="*/ 106 h 325"/>
                <a:gd name="T50" fmla="*/ 192 w 374"/>
                <a:gd name="T51" fmla="*/ 54 h 325"/>
                <a:gd name="T52" fmla="*/ 210 w 374"/>
                <a:gd name="T53" fmla="*/ 120 h 325"/>
                <a:gd name="T54" fmla="*/ 210 w 374"/>
                <a:gd name="T55" fmla="*/ 215 h 325"/>
                <a:gd name="T56" fmla="*/ 192 w 374"/>
                <a:gd name="T57" fmla="*/ 189 h 325"/>
                <a:gd name="T58" fmla="*/ 177 w 374"/>
                <a:gd name="T59" fmla="*/ 275 h 325"/>
                <a:gd name="T60" fmla="*/ 188 w 374"/>
                <a:gd name="T61" fmla="*/ 244 h 325"/>
                <a:gd name="T62" fmla="*/ 192 w 374"/>
                <a:gd name="T63" fmla="*/ 84 h 325"/>
                <a:gd name="T64" fmla="*/ 192 w 374"/>
                <a:gd name="T65" fmla="*/ 114 h 325"/>
                <a:gd name="T66" fmla="*/ 192 w 374"/>
                <a:gd name="T67" fmla="*/ 151 h 325"/>
                <a:gd name="T68" fmla="*/ 177 w 374"/>
                <a:gd name="T69" fmla="*/ 177 h 325"/>
                <a:gd name="T70" fmla="*/ 182 w 374"/>
                <a:gd name="T71" fmla="*/ 137 h 325"/>
                <a:gd name="T72" fmla="*/ 132 w 374"/>
                <a:gd name="T73" fmla="*/ 278 h 325"/>
                <a:gd name="T74" fmla="*/ 159 w 374"/>
                <a:gd name="T75" fmla="*/ 225 h 325"/>
                <a:gd name="T76" fmla="*/ 135 w 374"/>
                <a:gd name="T77" fmla="*/ 185 h 325"/>
                <a:gd name="T78" fmla="*/ 177 w 374"/>
                <a:gd name="T79" fmla="*/ 86 h 325"/>
                <a:gd name="T80" fmla="*/ 175 w 374"/>
                <a:gd name="T81" fmla="*/ 124 h 325"/>
                <a:gd name="T82" fmla="*/ 177 w 374"/>
                <a:gd name="T83" fmla="*/ 177 h 325"/>
                <a:gd name="T84" fmla="*/ 177 w 374"/>
                <a:gd name="T85" fmla="*/ 275 h 325"/>
                <a:gd name="T86" fmla="*/ 124 w 374"/>
                <a:gd name="T87" fmla="*/ 307 h 325"/>
                <a:gd name="T88" fmla="*/ 105 w 374"/>
                <a:gd name="T89" fmla="*/ 146 h 325"/>
                <a:gd name="T90" fmla="*/ 124 w 374"/>
                <a:gd name="T91" fmla="*/ 230 h 325"/>
                <a:gd name="T92" fmla="*/ 105 w 374"/>
                <a:gd name="T93" fmla="*/ 257 h 325"/>
                <a:gd name="T94" fmla="*/ 112 w 374"/>
                <a:gd name="T95" fmla="*/ 216 h 325"/>
                <a:gd name="T96" fmla="*/ 91 w 374"/>
                <a:gd name="T97" fmla="*/ 266 h 325"/>
                <a:gd name="T98" fmla="*/ 105 w 374"/>
                <a:gd name="T99" fmla="*/ 294 h 325"/>
                <a:gd name="T100" fmla="*/ 102 w 374"/>
                <a:gd name="T101" fmla="*/ 131 h 325"/>
                <a:gd name="T102" fmla="*/ 105 w 374"/>
                <a:gd name="T103" fmla="*/ 204 h 325"/>
                <a:gd name="T104" fmla="*/ 99 w 374"/>
                <a:gd name="T105" fmla="*/ 224 h 325"/>
                <a:gd name="T106" fmla="*/ 91 w 374"/>
                <a:gd name="T107" fmla="*/ 320 h 325"/>
                <a:gd name="T108" fmla="*/ 48 w 374"/>
                <a:gd name="T109" fmla="*/ 164 h 325"/>
                <a:gd name="T110" fmla="*/ 80 w 374"/>
                <a:gd name="T111" fmla="*/ 161 h 325"/>
                <a:gd name="T112" fmla="*/ 91 w 374"/>
                <a:gd name="T113" fmla="*/ 229 h 325"/>
                <a:gd name="T114" fmla="*/ 91 w 374"/>
                <a:gd name="T115" fmla="*/ 320 h 325"/>
                <a:gd name="T116" fmla="*/ 29 w 374"/>
                <a:gd name="T117" fmla="*/ 17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4" h="325">
                  <a:moveTo>
                    <a:pt x="296" y="27"/>
                  </a:moveTo>
                  <a:cubicBezTo>
                    <a:pt x="374" y="156"/>
                    <a:pt x="374" y="156"/>
                    <a:pt x="374" y="156"/>
                  </a:cubicBezTo>
                  <a:cubicBezTo>
                    <a:pt x="296" y="203"/>
                    <a:pt x="296" y="203"/>
                    <a:pt x="296" y="203"/>
                  </a:cubicBezTo>
                  <a:cubicBezTo>
                    <a:pt x="296" y="179"/>
                    <a:pt x="296" y="179"/>
                    <a:pt x="296" y="179"/>
                  </a:cubicBezTo>
                  <a:cubicBezTo>
                    <a:pt x="305" y="174"/>
                    <a:pt x="305" y="174"/>
                    <a:pt x="305" y="174"/>
                  </a:cubicBezTo>
                  <a:cubicBezTo>
                    <a:pt x="302" y="170"/>
                    <a:pt x="300" y="166"/>
                    <a:pt x="297" y="162"/>
                  </a:cubicBezTo>
                  <a:cubicBezTo>
                    <a:pt x="296" y="163"/>
                    <a:pt x="296" y="163"/>
                    <a:pt x="296" y="163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301" y="139"/>
                    <a:pt x="301" y="139"/>
                    <a:pt x="301" y="139"/>
                  </a:cubicBezTo>
                  <a:cubicBezTo>
                    <a:pt x="311" y="133"/>
                    <a:pt x="321" y="127"/>
                    <a:pt x="331" y="121"/>
                  </a:cubicBezTo>
                  <a:cubicBezTo>
                    <a:pt x="329" y="117"/>
                    <a:pt x="326" y="113"/>
                    <a:pt x="324" y="109"/>
                  </a:cubicBezTo>
                  <a:cubicBezTo>
                    <a:pt x="296" y="126"/>
                    <a:pt x="296" y="126"/>
                    <a:pt x="296" y="126"/>
                  </a:cubicBezTo>
                  <a:cubicBezTo>
                    <a:pt x="296" y="105"/>
                    <a:pt x="296" y="105"/>
                    <a:pt x="296" y="105"/>
                  </a:cubicBezTo>
                  <a:cubicBezTo>
                    <a:pt x="315" y="94"/>
                    <a:pt x="315" y="94"/>
                    <a:pt x="315" y="94"/>
                  </a:cubicBezTo>
                  <a:cubicBezTo>
                    <a:pt x="312" y="89"/>
                    <a:pt x="310" y="85"/>
                    <a:pt x="307" y="81"/>
                  </a:cubicBezTo>
                  <a:cubicBezTo>
                    <a:pt x="296" y="88"/>
                    <a:pt x="296" y="88"/>
                    <a:pt x="296" y="88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8" y="67"/>
                    <a:pt x="298" y="67"/>
                    <a:pt x="298" y="67"/>
                  </a:cubicBezTo>
                  <a:cubicBezTo>
                    <a:pt x="296" y="63"/>
                    <a:pt x="296" y="63"/>
                    <a:pt x="296" y="63"/>
                  </a:cubicBezTo>
                  <a:lnTo>
                    <a:pt x="296" y="27"/>
                  </a:lnTo>
                  <a:close/>
                  <a:moveTo>
                    <a:pt x="280" y="0"/>
                  </a:moveTo>
                  <a:cubicBezTo>
                    <a:pt x="296" y="27"/>
                    <a:pt x="296" y="27"/>
                    <a:pt x="296" y="27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1" y="54"/>
                    <a:pt x="291" y="54"/>
                    <a:pt x="291" y="54"/>
                  </a:cubicBezTo>
                  <a:cubicBezTo>
                    <a:pt x="263" y="71"/>
                    <a:pt x="263" y="71"/>
                    <a:pt x="263" y="71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82" y="39"/>
                    <a:pt x="282" y="39"/>
                    <a:pt x="282" y="39"/>
                  </a:cubicBezTo>
                  <a:cubicBezTo>
                    <a:pt x="279" y="35"/>
                    <a:pt x="277" y="31"/>
                    <a:pt x="274" y="27"/>
                  </a:cubicBezTo>
                  <a:cubicBezTo>
                    <a:pt x="263" y="34"/>
                    <a:pt x="263" y="34"/>
                    <a:pt x="263" y="34"/>
                  </a:cubicBezTo>
                  <a:cubicBezTo>
                    <a:pt x="263" y="11"/>
                    <a:pt x="263" y="11"/>
                    <a:pt x="263" y="11"/>
                  </a:cubicBezTo>
                  <a:cubicBezTo>
                    <a:pt x="280" y="0"/>
                    <a:pt x="280" y="0"/>
                    <a:pt x="280" y="0"/>
                  </a:cubicBezTo>
                  <a:close/>
                  <a:moveTo>
                    <a:pt x="296" y="203"/>
                  </a:moveTo>
                  <a:cubicBezTo>
                    <a:pt x="296" y="179"/>
                    <a:pt x="296" y="179"/>
                    <a:pt x="296" y="179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272" y="188"/>
                    <a:pt x="270" y="184"/>
                    <a:pt x="267" y="180"/>
                  </a:cubicBezTo>
                  <a:cubicBezTo>
                    <a:pt x="296" y="163"/>
                    <a:pt x="296" y="163"/>
                    <a:pt x="296" y="163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294" y="127"/>
                    <a:pt x="294" y="127"/>
                    <a:pt x="294" y="127"/>
                  </a:cubicBezTo>
                  <a:cubicBezTo>
                    <a:pt x="296" y="126"/>
                    <a:pt x="296" y="126"/>
                    <a:pt x="296" y="126"/>
                  </a:cubicBezTo>
                  <a:cubicBezTo>
                    <a:pt x="296" y="105"/>
                    <a:pt x="296" y="105"/>
                    <a:pt x="296" y="105"/>
                  </a:cubicBezTo>
                  <a:cubicBezTo>
                    <a:pt x="285" y="112"/>
                    <a:pt x="285" y="112"/>
                    <a:pt x="285" y="112"/>
                  </a:cubicBezTo>
                  <a:cubicBezTo>
                    <a:pt x="282" y="108"/>
                    <a:pt x="280" y="104"/>
                    <a:pt x="277" y="99"/>
                  </a:cubicBezTo>
                  <a:cubicBezTo>
                    <a:pt x="296" y="88"/>
                    <a:pt x="296" y="88"/>
                    <a:pt x="296" y="88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68" y="85"/>
                    <a:pt x="268" y="85"/>
                    <a:pt x="268" y="85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3" y="108"/>
                    <a:pt x="263" y="108"/>
                    <a:pt x="263" y="108"/>
                  </a:cubicBezTo>
                  <a:cubicBezTo>
                    <a:pt x="264" y="107"/>
                    <a:pt x="264" y="107"/>
                    <a:pt x="264" y="107"/>
                  </a:cubicBezTo>
                  <a:cubicBezTo>
                    <a:pt x="267" y="111"/>
                    <a:pt x="269" y="115"/>
                    <a:pt x="272" y="120"/>
                  </a:cubicBezTo>
                  <a:cubicBezTo>
                    <a:pt x="263" y="125"/>
                    <a:pt x="263" y="125"/>
                    <a:pt x="263" y="125"/>
                  </a:cubicBezTo>
                  <a:cubicBezTo>
                    <a:pt x="263" y="223"/>
                    <a:pt x="263" y="223"/>
                    <a:pt x="263" y="223"/>
                  </a:cubicBezTo>
                  <a:lnTo>
                    <a:pt x="296" y="203"/>
                  </a:lnTo>
                  <a:close/>
                  <a:moveTo>
                    <a:pt x="263" y="223"/>
                  </a:moveTo>
                  <a:cubicBezTo>
                    <a:pt x="237" y="239"/>
                    <a:pt x="237" y="239"/>
                    <a:pt x="237" y="239"/>
                  </a:cubicBezTo>
                  <a:cubicBezTo>
                    <a:pt x="237" y="215"/>
                    <a:pt x="237" y="215"/>
                    <a:pt x="237" y="215"/>
                  </a:cubicBezTo>
                  <a:cubicBezTo>
                    <a:pt x="262" y="200"/>
                    <a:pt x="262" y="200"/>
                    <a:pt x="262" y="200"/>
                  </a:cubicBezTo>
                  <a:cubicBezTo>
                    <a:pt x="259" y="196"/>
                    <a:pt x="257" y="192"/>
                    <a:pt x="254" y="188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237" y="178"/>
                    <a:pt x="237" y="178"/>
                    <a:pt x="237" y="178"/>
                  </a:cubicBezTo>
                  <a:cubicBezTo>
                    <a:pt x="245" y="173"/>
                    <a:pt x="245" y="173"/>
                    <a:pt x="245" y="173"/>
                  </a:cubicBezTo>
                  <a:cubicBezTo>
                    <a:pt x="243" y="169"/>
                    <a:pt x="240" y="165"/>
                    <a:pt x="238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42" y="138"/>
                    <a:pt x="242" y="138"/>
                    <a:pt x="242" y="138"/>
                  </a:cubicBezTo>
                  <a:cubicBezTo>
                    <a:pt x="263" y="125"/>
                    <a:pt x="263" y="125"/>
                    <a:pt x="263" y="125"/>
                  </a:cubicBezTo>
                  <a:cubicBezTo>
                    <a:pt x="263" y="223"/>
                    <a:pt x="263" y="223"/>
                    <a:pt x="263" y="223"/>
                  </a:cubicBezTo>
                  <a:close/>
                  <a:moveTo>
                    <a:pt x="237" y="27"/>
                  </a:moveTo>
                  <a:cubicBezTo>
                    <a:pt x="263" y="11"/>
                    <a:pt x="263" y="11"/>
                    <a:pt x="263" y="11"/>
                  </a:cubicBezTo>
                  <a:cubicBezTo>
                    <a:pt x="263" y="34"/>
                    <a:pt x="263" y="34"/>
                    <a:pt x="263" y="34"/>
                  </a:cubicBezTo>
                  <a:cubicBezTo>
                    <a:pt x="244" y="45"/>
                    <a:pt x="244" y="45"/>
                    <a:pt x="244" y="45"/>
                  </a:cubicBezTo>
                  <a:cubicBezTo>
                    <a:pt x="247" y="49"/>
                    <a:pt x="249" y="53"/>
                    <a:pt x="252" y="57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63" y="71"/>
                    <a:pt x="263" y="71"/>
                    <a:pt x="263" y="71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3" y="108"/>
                    <a:pt x="263" y="108"/>
                    <a:pt x="263" y="108"/>
                  </a:cubicBezTo>
                  <a:cubicBezTo>
                    <a:pt x="237" y="124"/>
                    <a:pt x="237" y="124"/>
                    <a:pt x="237" y="124"/>
                  </a:cubicBezTo>
                  <a:cubicBezTo>
                    <a:pt x="237" y="104"/>
                    <a:pt x="237" y="104"/>
                    <a:pt x="237" y="104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3" y="88"/>
                    <a:pt x="250" y="84"/>
                    <a:pt x="248" y="80"/>
                  </a:cubicBezTo>
                  <a:cubicBezTo>
                    <a:pt x="237" y="87"/>
                    <a:pt x="237" y="87"/>
                    <a:pt x="237" y="87"/>
                  </a:cubicBezTo>
                  <a:lnTo>
                    <a:pt x="237" y="27"/>
                  </a:lnTo>
                  <a:close/>
                  <a:moveTo>
                    <a:pt x="237" y="239"/>
                  </a:moveTo>
                  <a:cubicBezTo>
                    <a:pt x="234" y="240"/>
                    <a:pt x="234" y="240"/>
                    <a:pt x="234" y="240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10" y="231"/>
                    <a:pt x="210" y="231"/>
                    <a:pt x="210" y="231"/>
                  </a:cubicBezTo>
                  <a:cubicBezTo>
                    <a:pt x="218" y="226"/>
                    <a:pt x="218" y="226"/>
                    <a:pt x="218" y="226"/>
                  </a:cubicBezTo>
                  <a:cubicBezTo>
                    <a:pt x="216" y="222"/>
                    <a:pt x="213" y="218"/>
                    <a:pt x="211" y="214"/>
                  </a:cubicBezTo>
                  <a:cubicBezTo>
                    <a:pt x="210" y="215"/>
                    <a:pt x="210" y="215"/>
                    <a:pt x="210" y="215"/>
                  </a:cubicBezTo>
                  <a:cubicBezTo>
                    <a:pt x="210" y="183"/>
                    <a:pt x="210" y="183"/>
                    <a:pt x="210" y="183"/>
                  </a:cubicBezTo>
                  <a:cubicBezTo>
                    <a:pt x="215" y="191"/>
                    <a:pt x="215" y="191"/>
                    <a:pt x="215" y="191"/>
                  </a:cubicBezTo>
                  <a:cubicBezTo>
                    <a:pt x="237" y="178"/>
                    <a:pt x="237" y="178"/>
                    <a:pt x="237" y="178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224" y="206"/>
                    <a:pt x="224" y="206"/>
                    <a:pt x="224" y="206"/>
                  </a:cubicBezTo>
                  <a:cubicBezTo>
                    <a:pt x="226" y="210"/>
                    <a:pt x="229" y="214"/>
                    <a:pt x="232" y="218"/>
                  </a:cubicBezTo>
                  <a:cubicBezTo>
                    <a:pt x="237" y="215"/>
                    <a:pt x="237" y="215"/>
                    <a:pt x="237" y="215"/>
                  </a:cubicBezTo>
                  <a:cubicBezTo>
                    <a:pt x="237" y="239"/>
                    <a:pt x="237" y="239"/>
                    <a:pt x="237" y="239"/>
                  </a:cubicBezTo>
                  <a:close/>
                  <a:moveTo>
                    <a:pt x="210" y="43"/>
                  </a:moveTo>
                  <a:cubicBezTo>
                    <a:pt x="237" y="27"/>
                    <a:pt x="237" y="27"/>
                    <a:pt x="237" y="2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18" y="98"/>
                    <a:pt x="218" y="98"/>
                    <a:pt x="218" y="98"/>
                  </a:cubicBezTo>
                  <a:cubicBezTo>
                    <a:pt x="220" y="102"/>
                    <a:pt x="223" y="106"/>
                    <a:pt x="225" y="111"/>
                  </a:cubicBezTo>
                  <a:cubicBezTo>
                    <a:pt x="237" y="104"/>
                    <a:pt x="237" y="104"/>
                    <a:pt x="237" y="104"/>
                  </a:cubicBezTo>
                  <a:cubicBezTo>
                    <a:pt x="237" y="124"/>
                    <a:pt x="237" y="124"/>
                    <a:pt x="237" y="124"/>
                  </a:cubicBezTo>
                  <a:cubicBezTo>
                    <a:pt x="234" y="125"/>
                    <a:pt x="234" y="125"/>
                    <a:pt x="234" y="125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10" y="178"/>
                    <a:pt x="210" y="178"/>
                    <a:pt x="210" y="178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29" y="146"/>
                    <a:pt x="229" y="146"/>
                    <a:pt x="229" y="146"/>
                  </a:cubicBezTo>
                  <a:cubicBezTo>
                    <a:pt x="226" y="141"/>
                    <a:pt x="224" y="137"/>
                    <a:pt x="221" y="133"/>
                  </a:cubicBezTo>
                  <a:cubicBezTo>
                    <a:pt x="210" y="140"/>
                    <a:pt x="210" y="140"/>
                    <a:pt x="210" y="140"/>
                  </a:cubicBezTo>
                  <a:cubicBezTo>
                    <a:pt x="210" y="120"/>
                    <a:pt x="210" y="120"/>
                    <a:pt x="210" y="120"/>
                  </a:cubicBezTo>
                  <a:cubicBezTo>
                    <a:pt x="212" y="119"/>
                    <a:pt x="212" y="119"/>
                    <a:pt x="212" y="119"/>
                  </a:cubicBezTo>
                  <a:cubicBezTo>
                    <a:pt x="210" y="115"/>
                    <a:pt x="210" y="115"/>
                    <a:pt x="210" y="115"/>
                  </a:cubicBezTo>
                  <a:lnTo>
                    <a:pt x="210" y="43"/>
                  </a:lnTo>
                  <a:close/>
                  <a:moveTo>
                    <a:pt x="210" y="255"/>
                  </a:moveTo>
                  <a:cubicBezTo>
                    <a:pt x="192" y="266"/>
                    <a:pt x="192" y="266"/>
                    <a:pt x="192" y="266"/>
                  </a:cubicBezTo>
                  <a:cubicBezTo>
                    <a:pt x="192" y="242"/>
                    <a:pt x="192" y="242"/>
                    <a:pt x="192" y="242"/>
                  </a:cubicBezTo>
                  <a:cubicBezTo>
                    <a:pt x="210" y="231"/>
                    <a:pt x="210" y="231"/>
                    <a:pt x="210" y="231"/>
                  </a:cubicBezTo>
                  <a:cubicBezTo>
                    <a:pt x="210" y="255"/>
                    <a:pt x="210" y="255"/>
                    <a:pt x="210" y="255"/>
                  </a:cubicBezTo>
                  <a:close/>
                  <a:moveTo>
                    <a:pt x="192" y="54"/>
                  </a:moveTo>
                  <a:cubicBezTo>
                    <a:pt x="210" y="43"/>
                    <a:pt x="210" y="43"/>
                    <a:pt x="210" y="43"/>
                  </a:cubicBezTo>
                  <a:cubicBezTo>
                    <a:pt x="210" y="115"/>
                    <a:pt x="210" y="115"/>
                    <a:pt x="210" y="115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2" y="84"/>
                    <a:pt x="192" y="84"/>
                    <a:pt x="192" y="84"/>
                  </a:cubicBezTo>
                  <a:cubicBezTo>
                    <a:pt x="192" y="54"/>
                    <a:pt x="192" y="54"/>
                    <a:pt x="192" y="54"/>
                  </a:cubicBezTo>
                  <a:close/>
                  <a:moveTo>
                    <a:pt x="210" y="120"/>
                  </a:moveTo>
                  <a:cubicBezTo>
                    <a:pt x="210" y="140"/>
                    <a:pt x="210" y="140"/>
                    <a:pt x="210" y="140"/>
                  </a:cubicBezTo>
                  <a:cubicBezTo>
                    <a:pt x="192" y="151"/>
                    <a:pt x="192" y="151"/>
                    <a:pt x="192" y="151"/>
                  </a:cubicBezTo>
                  <a:cubicBezTo>
                    <a:pt x="192" y="131"/>
                    <a:pt x="192" y="131"/>
                    <a:pt x="192" y="131"/>
                  </a:cubicBezTo>
                  <a:cubicBezTo>
                    <a:pt x="210" y="120"/>
                    <a:pt x="210" y="120"/>
                    <a:pt x="210" y="120"/>
                  </a:cubicBezTo>
                  <a:close/>
                  <a:moveTo>
                    <a:pt x="210" y="157"/>
                  </a:moveTo>
                  <a:cubicBezTo>
                    <a:pt x="210" y="178"/>
                    <a:pt x="210" y="178"/>
                    <a:pt x="210" y="178"/>
                  </a:cubicBezTo>
                  <a:cubicBezTo>
                    <a:pt x="208" y="179"/>
                    <a:pt x="208" y="179"/>
                    <a:pt x="208" y="179"/>
                  </a:cubicBezTo>
                  <a:cubicBezTo>
                    <a:pt x="210" y="183"/>
                    <a:pt x="210" y="183"/>
                    <a:pt x="210" y="183"/>
                  </a:cubicBezTo>
                  <a:cubicBezTo>
                    <a:pt x="210" y="215"/>
                    <a:pt x="210" y="215"/>
                    <a:pt x="210" y="215"/>
                  </a:cubicBezTo>
                  <a:cubicBezTo>
                    <a:pt x="192" y="226"/>
                    <a:pt x="192" y="226"/>
                    <a:pt x="192" y="226"/>
                  </a:cubicBezTo>
                  <a:cubicBezTo>
                    <a:pt x="192" y="205"/>
                    <a:pt x="192" y="205"/>
                    <a:pt x="192" y="205"/>
                  </a:cubicBezTo>
                  <a:cubicBezTo>
                    <a:pt x="202" y="199"/>
                    <a:pt x="202" y="199"/>
                    <a:pt x="202" y="199"/>
                  </a:cubicBezTo>
                  <a:cubicBezTo>
                    <a:pt x="199" y="195"/>
                    <a:pt x="197" y="191"/>
                    <a:pt x="195" y="187"/>
                  </a:cubicBezTo>
                  <a:cubicBezTo>
                    <a:pt x="192" y="189"/>
                    <a:pt x="192" y="189"/>
                    <a:pt x="192" y="189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9" y="164"/>
                    <a:pt x="199" y="164"/>
                    <a:pt x="199" y="164"/>
                  </a:cubicBezTo>
                  <a:lnTo>
                    <a:pt x="210" y="157"/>
                  </a:lnTo>
                  <a:close/>
                  <a:moveTo>
                    <a:pt x="192" y="266"/>
                  </a:moveTo>
                  <a:cubicBezTo>
                    <a:pt x="177" y="275"/>
                    <a:pt x="177" y="275"/>
                    <a:pt x="177" y="275"/>
                  </a:cubicBezTo>
                  <a:cubicBezTo>
                    <a:pt x="177" y="214"/>
                    <a:pt x="177" y="214"/>
                    <a:pt x="177" y="214"/>
                  </a:cubicBezTo>
                  <a:cubicBezTo>
                    <a:pt x="192" y="205"/>
                    <a:pt x="192" y="205"/>
                    <a:pt x="192" y="205"/>
                  </a:cubicBezTo>
                  <a:cubicBezTo>
                    <a:pt x="192" y="226"/>
                    <a:pt x="192" y="226"/>
                    <a:pt x="192" y="226"/>
                  </a:cubicBezTo>
                  <a:cubicBezTo>
                    <a:pt x="181" y="232"/>
                    <a:pt x="181" y="232"/>
                    <a:pt x="181" y="232"/>
                  </a:cubicBezTo>
                  <a:cubicBezTo>
                    <a:pt x="183" y="236"/>
                    <a:pt x="186" y="240"/>
                    <a:pt x="188" y="244"/>
                  </a:cubicBezTo>
                  <a:cubicBezTo>
                    <a:pt x="192" y="242"/>
                    <a:pt x="192" y="242"/>
                    <a:pt x="192" y="242"/>
                  </a:cubicBezTo>
                  <a:cubicBezTo>
                    <a:pt x="192" y="266"/>
                    <a:pt x="192" y="266"/>
                    <a:pt x="192" y="266"/>
                  </a:cubicBezTo>
                  <a:close/>
                  <a:moveTo>
                    <a:pt x="177" y="63"/>
                  </a:moveTo>
                  <a:cubicBezTo>
                    <a:pt x="192" y="54"/>
                    <a:pt x="192" y="54"/>
                    <a:pt x="192" y="54"/>
                  </a:cubicBezTo>
                  <a:cubicBezTo>
                    <a:pt x="192" y="84"/>
                    <a:pt x="192" y="84"/>
                    <a:pt x="192" y="84"/>
                  </a:cubicBezTo>
                  <a:cubicBezTo>
                    <a:pt x="188" y="79"/>
                    <a:pt x="188" y="79"/>
                    <a:pt x="188" y="79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77" y="63"/>
                    <a:pt x="177" y="63"/>
                    <a:pt x="177" y="63"/>
                  </a:cubicBezTo>
                  <a:close/>
                  <a:moveTo>
                    <a:pt x="192" y="94"/>
                  </a:moveTo>
                  <a:cubicBezTo>
                    <a:pt x="192" y="114"/>
                    <a:pt x="192" y="114"/>
                    <a:pt x="192" y="114"/>
                  </a:cubicBezTo>
                  <a:cubicBezTo>
                    <a:pt x="177" y="123"/>
                    <a:pt x="177" y="123"/>
                    <a:pt x="177" y="123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92" y="94"/>
                    <a:pt x="192" y="94"/>
                    <a:pt x="192" y="94"/>
                  </a:cubicBezTo>
                  <a:close/>
                  <a:moveTo>
                    <a:pt x="192" y="131"/>
                  </a:moveTo>
                  <a:cubicBezTo>
                    <a:pt x="192" y="151"/>
                    <a:pt x="192" y="151"/>
                    <a:pt x="192" y="151"/>
                  </a:cubicBezTo>
                  <a:cubicBezTo>
                    <a:pt x="191" y="152"/>
                    <a:pt x="191" y="152"/>
                    <a:pt x="191" y="152"/>
                  </a:cubicBezTo>
                  <a:cubicBezTo>
                    <a:pt x="192" y="152"/>
                    <a:pt x="192" y="152"/>
                    <a:pt x="192" y="152"/>
                  </a:cubicBezTo>
                  <a:cubicBezTo>
                    <a:pt x="192" y="189"/>
                    <a:pt x="192" y="189"/>
                    <a:pt x="192" y="189"/>
                  </a:cubicBezTo>
                  <a:cubicBezTo>
                    <a:pt x="177" y="197"/>
                    <a:pt x="177" y="197"/>
                    <a:pt x="177" y="197"/>
                  </a:cubicBezTo>
                  <a:cubicBezTo>
                    <a:pt x="177" y="177"/>
                    <a:pt x="177" y="177"/>
                    <a:pt x="177" y="177"/>
                  </a:cubicBezTo>
                  <a:cubicBezTo>
                    <a:pt x="186" y="172"/>
                    <a:pt x="186" y="172"/>
                    <a:pt x="186" y="172"/>
                  </a:cubicBezTo>
                  <a:cubicBezTo>
                    <a:pt x="183" y="167"/>
                    <a:pt x="181" y="163"/>
                    <a:pt x="178" y="159"/>
                  </a:cubicBezTo>
                  <a:cubicBezTo>
                    <a:pt x="177" y="160"/>
                    <a:pt x="177" y="160"/>
                    <a:pt x="177" y="160"/>
                  </a:cubicBezTo>
                  <a:cubicBezTo>
                    <a:pt x="177" y="128"/>
                    <a:pt x="177" y="128"/>
                    <a:pt x="177" y="128"/>
                  </a:cubicBezTo>
                  <a:cubicBezTo>
                    <a:pt x="182" y="137"/>
                    <a:pt x="182" y="137"/>
                    <a:pt x="182" y="137"/>
                  </a:cubicBezTo>
                  <a:lnTo>
                    <a:pt x="192" y="131"/>
                  </a:lnTo>
                  <a:close/>
                  <a:moveTo>
                    <a:pt x="177" y="275"/>
                  </a:moveTo>
                  <a:cubicBezTo>
                    <a:pt x="124" y="307"/>
                    <a:pt x="124" y="307"/>
                    <a:pt x="124" y="307"/>
                  </a:cubicBezTo>
                  <a:cubicBezTo>
                    <a:pt x="124" y="283"/>
                    <a:pt x="124" y="283"/>
                    <a:pt x="124" y="283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0" y="274"/>
                    <a:pt x="127" y="270"/>
                    <a:pt x="125" y="266"/>
                  </a:cubicBezTo>
                  <a:cubicBezTo>
                    <a:pt x="124" y="267"/>
                    <a:pt x="124" y="267"/>
                    <a:pt x="124" y="267"/>
                  </a:cubicBezTo>
                  <a:cubicBezTo>
                    <a:pt x="124" y="235"/>
                    <a:pt x="124" y="235"/>
                    <a:pt x="124" y="235"/>
                  </a:cubicBezTo>
                  <a:cubicBezTo>
                    <a:pt x="129" y="243"/>
                    <a:pt x="129" y="243"/>
                    <a:pt x="129" y="243"/>
                  </a:cubicBezTo>
                  <a:cubicBezTo>
                    <a:pt x="139" y="237"/>
                    <a:pt x="149" y="231"/>
                    <a:pt x="159" y="225"/>
                  </a:cubicBezTo>
                  <a:cubicBezTo>
                    <a:pt x="156" y="221"/>
                    <a:pt x="154" y="217"/>
                    <a:pt x="152" y="213"/>
                  </a:cubicBezTo>
                  <a:cubicBezTo>
                    <a:pt x="124" y="230"/>
                    <a:pt x="124" y="230"/>
                    <a:pt x="124" y="230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42" y="198"/>
                    <a:pt x="142" y="198"/>
                    <a:pt x="142" y="198"/>
                  </a:cubicBezTo>
                  <a:cubicBezTo>
                    <a:pt x="140" y="193"/>
                    <a:pt x="137" y="189"/>
                    <a:pt x="135" y="185"/>
                  </a:cubicBezTo>
                  <a:cubicBezTo>
                    <a:pt x="124" y="192"/>
                    <a:pt x="124" y="192"/>
                    <a:pt x="124" y="192"/>
                  </a:cubicBezTo>
                  <a:cubicBezTo>
                    <a:pt x="124" y="95"/>
                    <a:pt x="124" y="95"/>
                    <a:pt x="124" y="95"/>
                  </a:cubicBezTo>
                  <a:cubicBezTo>
                    <a:pt x="140" y="85"/>
                    <a:pt x="140" y="85"/>
                    <a:pt x="140" y="85"/>
                  </a:cubicBezTo>
                  <a:cubicBezTo>
                    <a:pt x="177" y="63"/>
                    <a:pt x="177" y="63"/>
                    <a:pt x="177" y="63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58" y="97"/>
                    <a:pt x="158" y="97"/>
                    <a:pt x="158" y="97"/>
                  </a:cubicBezTo>
                  <a:cubicBezTo>
                    <a:pt x="161" y="101"/>
                    <a:pt x="163" y="105"/>
                    <a:pt x="166" y="109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77" y="123"/>
                    <a:pt x="177" y="123"/>
                    <a:pt x="177" y="123"/>
                  </a:cubicBezTo>
                  <a:cubicBezTo>
                    <a:pt x="175" y="124"/>
                    <a:pt x="175" y="124"/>
                    <a:pt x="175" y="124"/>
                  </a:cubicBezTo>
                  <a:cubicBezTo>
                    <a:pt x="177" y="128"/>
                    <a:pt x="177" y="128"/>
                    <a:pt x="177" y="128"/>
                  </a:cubicBezTo>
                  <a:cubicBezTo>
                    <a:pt x="177" y="160"/>
                    <a:pt x="177" y="160"/>
                    <a:pt x="177" y="160"/>
                  </a:cubicBezTo>
                  <a:cubicBezTo>
                    <a:pt x="148" y="178"/>
                    <a:pt x="148" y="178"/>
                    <a:pt x="148" y="178"/>
                  </a:cubicBezTo>
                  <a:cubicBezTo>
                    <a:pt x="151" y="182"/>
                    <a:pt x="153" y="186"/>
                    <a:pt x="156" y="190"/>
                  </a:cubicBezTo>
                  <a:cubicBezTo>
                    <a:pt x="177" y="177"/>
                    <a:pt x="177" y="177"/>
                    <a:pt x="177" y="177"/>
                  </a:cubicBezTo>
                  <a:cubicBezTo>
                    <a:pt x="177" y="197"/>
                    <a:pt x="177" y="197"/>
                    <a:pt x="177" y="197"/>
                  </a:cubicBezTo>
                  <a:cubicBezTo>
                    <a:pt x="165" y="205"/>
                    <a:pt x="165" y="205"/>
                    <a:pt x="165" y="205"/>
                  </a:cubicBezTo>
                  <a:cubicBezTo>
                    <a:pt x="167" y="209"/>
                    <a:pt x="169" y="213"/>
                    <a:pt x="172" y="217"/>
                  </a:cubicBezTo>
                  <a:cubicBezTo>
                    <a:pt x="177" y="214"/>
                    <a:pt x="177" y="214"/>
                    <a:pt x="177" y="214"/>
                  </a:cubicBezTo>
                  <a:lnTo>
                    <a:pt x="177" y="275"/>
                  </a:lnTo>
                  <a:close/>
                  <a:moveTo>
                    <a:pt x="124" y="307"/>
                  </a:moveTo>
                  <a:cubicBezTo>
                    <a:pt x="105" y="318"/>
                    <a:pt x="105" y="318"/>
                    <a:pt x="105" y="318"/>
                  </a:cubicBezTo>
                  <a:cubicBezTo>
                    <a:pt x="105" y="294"/>
                    <a:pt x="105" y="294"/>
                    <a:pt x="105" y="294"/>
                  </a:cubicBezTo>
                  <a:cubicBezTo>
                    <a:pt x="124" y="283"/>
                    <a:pt x="124" y="283"/>
                    <a:pt x="124" y="283"/>
                  </a:cubicBezTo>
                  <a:cubicBezTo>
                    <a:pt x="124" y="307"/>
                    <a:pt x="124" y="307"/>
                    <a:pt x="124" y="307"/>
                  </a:cubicBezTo>
                  <a:close/>
                  <a:moveTo>
                    <a:pt x="105" y="106"/>
                  </a:moveTo>
                  <a:cubicBezTo>
                    <a:pt x="124" y="95"/>
                    <a:pt x="124" y="95"/>
                    <a:pt x="124" y="95"/>
                  </a:cubicBezTo>
                  <a:cubicBezTo>
                    <a:pt x="124" y="192"/>
                    <a:pt x="124" y="192"/>
                    <a:pt x="124" y="192"/>
                  </a:cubicBezTo>
                  <a:cubicBezTo>
                    <a:pt x="105" y="203"/>
                    <a:pt x="105" y="203"/>
                    <a:pt x="105" y="203"/>
                  </a:cubicBezTo>
                  <a:cubicBezTo>
                    <a:pt x="105" y="146"/>
                    <a:pt x="105" y="146"/>
                    <a:pt x="105" y="146"/>
                  </a:cubicBezTo>
                  <a:cubicBezTo>
                    <a:pt x="110" y="143"/>
                    <a:pt x="110" y="143"/>
                    <a:pt x="110" y="143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5" y="106"/>
                    <a:pt x="105" y="106"/>
                    <a:pt x="105" y="106"/>
                  </a:cubicBezTo>
                  <a:close/>
                  <a:moveTo>
                    <a:pt x="124" y="209"/>
                  </a:moveTo>
                  <a:cubicBezTo>
                    <a:pt x="124" y="230"/>
                    <a:pt x="124" y="230"/>
                    <a:pt x="124" y="230"/>
                  </a:cubicBezTo>
                  <a:cubicBezTo>
                    <a:pt x="122" y="231"/>
                    <a:pt x="122" y="231"/>
                    <a:pt x="122" y="231"/>
                  </a:cubicBezTo>
                  <a:cubicBezTo>
                    <a:pt x="124" y="235"/>
                    <a:pt x="124" y="235"/>
                    <a:pt x="124" y="235"/>
                  </a:cubicBezTo>
                  <a:cubicBezTo>
                    <a:pt x="124" y="267"/>
                    <a:pt x="124" y="267"/>
                    <a:pt x="124" y="267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5" y="257"/>
                    <a:pt x="105" y="257"/>
                    <a:pt x="105" y="257"/>
                  </a:cubicBezTo>
                  <a:cubicBezTo>
                    <a:pt x="116" y="251"/>
                    <a:pt x="116" y="251"/>
                    <a:pt x="116" y="251"/>
                  </a:cubicBezTo>
                  <a:cubicBezTo>
                    <a:pt x="113" y="247"/>
                    <a:pt x="111" y="243"/>
                    <a:pt x="108" y="239"/>
                  </a:cubicBezTo>
                  <a:cubicBezTo>
                    <a:pt x="105" y="241"/>
                    <a:pt x="105" y="241"/>
                    <a:pt x="105" y="241"/>
                  </a:cubicBezTo>
                  <a:cubicBezTo>
                    <a:pt x="105" y="204"/>
                    <a:pt x="105" y="204"/>
                    <a:pt x="105" y="204"/>
                  </a:cubicBezTo>
                  <a:cubicBezTo>
                    <a:pt x="112" y="216"/>
                    <a:pt x="112" y="216"/>
                    <a:pt x="112" y="216"/>
                  </a:cubicBezTo>
                  <a:lnTo>
                    <a:pt x="124" y="209"/>
                  </a:lnTo>
                  <a:close/>
                  <a:moveTo>
                    <a:pt x="105" y="318"/>
                  </a:moveTo>
                  <a:cubicBezTo>
                    <a:pt x="94" y="325"/>
                    <a:pt x="94" y="325"/>
                    <a:pt x="94" y="325"/>
                  </a:cubicBezTo>
                  <a:cubicBezTo>
                    <a:pt x="91" y="320"/>
                    <a:pt x="91" y="320"/>
                    <a:pt x="91" y="320"/>
                  </a:cubicBezTo>
                  <a:cubicBezTo>
                    <a:pt x="91" y="266"/>
                    <a:pt x="91" y="266"/>
                    <a:pt x="91" y="266"/>
                  </a:cubicBezTo>
                  <a:cubicBezTo>
                    <a:pt x="105" y="257"/>
                    <a:pt x="105" y="257"/>
                    <a:pt x="105" y="257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95" y="284"/>
                    <a:pt x="95" y="284"/>
                    <a:pt x="95" y="284"/>
                  </a:cubicBezTo>
                  <a:cubicBezTo>
                    <a:pt x="97" y="288"/>
                    <a:pt x="100" y="292"/>
                    <a:pt x="102" y="296"/>
                  </a:cubicBezTo>
                  <a:cubicBezTo>
                    <a:pt x="105" y="294"/>
                    <a:pt x="105" y="294"/>
                    <a:pt x="105" y="294"/>
                  </a:cubicBezTo>
                  <a:cubicBezTo>
                    <a:pt x="105" y="318"/>
                    <a:pt x="105" y="318"/>
                    <a:pt x="105" y="318"/>
                  </a:cubicBezTo>
                  <a:close/>
                  <a:moveTo>
                    <a:pt x="91" y="115"/>
                  </a:moveTo>
                  <a:cubicBezTo>
                    <a:pt x="105" y="106"/>
                    <a:pt x="105" y="106"/>
                    <a:pt x="105" y="10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2" y="131"/>
                    <a:pt x="102" y="131"/>
                    <a:pt x="102" y="131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15"/>
                    <a:pt x="91" y="115"/>
                    <a:pt x="91" y="115"/>
                  </a:cubicBezTo>
                  <a:close/>
                  <a:moveTo>
                    <a:pt x="105" y="146"/>
                  </a:moveTo>
                  <a:cubicBezTo>
                    <a:pt x="105" y="203"/>
                    <a:pt x="105" y="203"/>
                    <a:pt x="105" y="203"/>
                  </a:cubicBezTo>
                  <a:cubicBezTo>
                    <a:pt x="105" y="204"/>
                    <a:pt x="105" y="204"/>
                    <a:pt x="105" y="204"/>
                  </a:cubicBezTo>
                  <a:cubicBezTo>
                    <a:pt x="105" y="204"/>
                    <a:pt x="105" y="204"/>
                    <a:pt x="105" y="204"/>
                  </a:cubicBezTo>
                  <a:cubicBezTo>
                    <a:pt x="105" y="241"/>
                    <a:pt x="105" y="241"/>
                    <a:pt x="105" y="241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1" y="229"/>
                    <a:pt x="91" y="229"/>
                    <a:pt x="91" y="229"/>
                  </a:cubicBezTo>
                  <a:cubicBezTo>
                    <a:pt x="99" y="224"/>
                    <a:pt x="99" y="224"/>
                    <a:pt x="99" y="224"/>
                  </a:cubicBezTo>
                  <a:cubicBezTo>
                    <a:pt x="97" y="220"/>
                    <a:pt x="94" y="215"/>
                    <a:pt x="92" y="211"/>
                  </a:cubicBezTo>
                  <a:cubicBezTo>
                    <a:pt x="91" y="212"/>
                    <a:pt x="91" y="212"/>
                    <a:pt x="91" y="212"/>
                  </a:cubicBezTo>
                  <a:cubicBezTo>
                    <a:pt x="91" y="155"/>
                    <a:pt x="91" y="155"/>
                    <a:pt x="91" y="155"/>
                  </a:cubicBezTo>
                  <a:lnTo>
                    <a:pt x="105" y="146"/>
                  </a:lnTo>
                  <a:close/>
                  <a:moveTo>
                    <a:pt x="91" y="320"/>
                  </a:moveTo>
                  <a:cubicBezTo>
                    <a:pt x="48" y="249"/>
                    <a:pt x="48" y="249"/>
                    <a:pt x="48" y="249"/>
                  </a:cubicBezTo>
                  <a:cubicBezTo>
                    <a:pt x="48" y="181"/>
                    <a:pt x="48" y="181"/>
                    <a:pt x="48" y="181"/>
                  </a:cubicBezTo>
                  <a:cubicBezTo>
                    <a:pt x="66" y="169"/>
                    <a:pt x="66" y="169"/>
                    <a:pt x="66" y="169"/>
                  </a:cubicBezTo>
                  <a:cubicBezTo>
                    <a:pt x="64" y="165"/>
                    <a:pt x="61" y="161"/>
                    <a:pt x="59" y="157"/>
                  </a:cubicBezTo>
                  <a:cubicBezTo>
                    <a:pt x="48" y="164"/>
                    <a:pt x="48" y="164"/>
                    <a:pt x="48" y="164"/>
                  </a:cubicBezTo>
                  <a:cubicBezTo>
                    <a:pt x="48" y="141"/>
                    <a:pt x="48" y="141"/>
                    <a:pt x="48" y="141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72" y="149"/>
                    <a:pt x="72" y="149"/>
                    <a:pt x="72" y="149"/>
                  </a:cubicBezTo>
                  <a:cubicBezTo>
                    <a:pt x="75" y="153"/>
                    <a:pt x="77" y="157"/>
                    <a:pt x="80" y="161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212"/>
                    <a:pt x="91" y="212"/>
                    <a:pt x="91" y="212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4" y="234"/>
                    <a:pt x="67" y="238"/>
                    <a:pt x="69" y="242"/>
                  </a:cubicBezTo>
                  <a:cubicBezTo>
                    <a:pt x="91" y="229"/>
                    <a:pt x="91" y="229"/>
                    <a:pt x="91" y="22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78" y="257"/>
                    <a:pt x="78" y="257"/>
                    <a:pt x="78" y="257"/>
                  </a:cubicBezTo>
                  <a:cubicBezTo>
                    <a:pt x="81" y="261"/>
                    <a:pt x="83" y="265"/>
                    <a:pt x="86" y="269"/>
                  </a:cubicBezTo>
                  <a:cubicBezTo>
                    <a:pt x="91" y="266"/>
                    <a:pt x="91" y="266"/>
                    <a:pt x="91" y="266"/>
                  </a:cubicBezTo>
                  <a:lnTo>
                    <a:pt x="91" y="320"/>
                  </a:lnTo>
                  <a:close/>
                  <a:moveTo>
                    <a:pt x="48" y="249"/>
                  </a:moveTo>
                  <a:cubicBezTo>
                    <a:pt x="0" y="169"/>
                    <a:pt x="0" y="169"/>
                    <a:pt x="0" y="169"/>
                  </a:cubicBezTo>
                  <a:cubicBezTo>
                    <a:pt x="48" y="141"/>
                    <a:pt x="48" y="141"/>
                    <a:pt x="48" y="141"/>
                  </a:cubicBezTo>
                  <a:cubicBezTo>
                    <a:pt x="48" y="164"/>
                    <a:pt x="48" y="164"/>
                    <a:pt x="48" y="164"/>
                  </a:cubicBezTo>
                  <a:cubicBezTo>
                    <a:pt x="29" y="175"/>
                    <a:pt x="29" y="175"/>
                    <a:pt x="29" y="175"/>
                  </a:cubicBezTo>
                  <a:cubicBezTo>
                    <a:pt x="31" y="179"/>
                    <a:pt x="34" y="183"/>
                    <a:pt x="36" y="187"/>
                  </a:cubicBezTo>
                  <a:cubicBezTo>
                    <a:pt x="48" y="181"/>
                    <a:pt x="48" y="181"/>
                    <a:pt x="48" y="181"/>
                  </a:cubicBezTo>
                  <a:lnTo>
                    <a:pt x="48" y="2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6" name="i$1îḍê"/>
            <p:cNvSpPr/>
            <p:nvPr/>
          </p:nvSpPr>
          <p:spPr bwMode="auto">
            <a:xfrm flipH="1">
              <a:off x="4153465" y="2419713"/>
              <a:ext cx="508755" cy="530990"/>
            </a:xfrm>
            <a:custGeom>
              <a:avLst/>
              <a:gdLst>
                <a:gd name="T0" fmla="*/ 263 w 304"/>
                <a:gd name="T1" fmla="*/ 163 h 325"/>
                <a:gd name="T2" fmla="*/ 250 w 304"/>
                <a:gd name="T3" fmla="*/ 236 h 325"/>
                <a:gd name="T4" fmla="*/ 239 w 304"/>
                <a:gd name="T5" fmla="*/ 129 h 325"/>
                <a:gd name="T6" fmla="*/ 250 w 304"/>
                <a:gd name="T7" fmla="*/ 204 h 325"/>
                <a:gd name="T8" fmla="*/ 237 w 304"/>
                <a:gd name="T9" fmla="*/ 160 h 325"/>
                <a:gd name="T10" fmla="*/ 239 w 304"/>
                <a:gd name="T11" fmla="*/ 266 h 325"/>
                <a:gd name="T12" fmla="*/ 224 w 304"/>
                <a:gd name="T13" fmla="*/ 142 h 325"/>
                <a:gd name="T14" fmla="*/ 223 w 304"/>
                <a:gd name="T15" fmla="*/ 220 h 325"/>
                <a:gd name="T16" fmla="*/ 213 w 304"/>
                <a:gd name="T17" fmla="*/ 126 h 325"/>
                <a:gd name="T18" fmla="*/ 215 w 304"/>
                <a:gd name="T19" fmla="*/ 261 h 325"/>
                <a:gd name="T20" fmla="*/ 215 w 304"/>
                <a:gd name="T21" fmla="*/ 154 h 325"/>
                <a:gd name="T22" fmla="*/ 198 w 304"/>
                <a:gd name="T23" fmla="*/ 270 h 325"/>
                <a:gd name="T24" fmla="*/ 198 w 304"/>
                <a:gd name="T25" fmla="*/ 121 h 325"/>
                <a:gd name="T26" fmla="*/ 191 w 304"/>
                <a:gd name="T27" fmla="*/ 61 h 325"/>
                <a:gd name="T28" fmla="*/ 198 w 304"/>
                <a:gd name="T29" fmla="*/ 121 h 325"/>
                <a:gd name="T30" fmla="*/ 192 w 304"/>
                <a:gd name="T31" fmla="*/ 176 h 325"/>
                <a:gd name="T32" fmla="*/ 178 w 304"/>
                <a:gd name="T33" fmla="*/ 42 h 325"/>
                <a:gd name="T34" fmla="*/ 178 w 304"/>
                <a:gd name="T35" fmla="*/ 309 h 325"/>
                <a:gd name="T36" fmla="*/ 180 w 304"/>
                <a:gd name="T37" fmla="*/ 134 h 325"/>
                <a:gd name="T38" fmla="*/ 191 w 304"/>
                <a:gd name="T39" fmla="*/ 227 h 325"/>
                <a:gd name="T40" fmla="*/ 176 w 304"/>
                <a:gd name="T41" fmla="*/ 73 h 325"/>
                <a:gd name="T42" fmla="*/ 178 w 304"/>
                <a:gd name="T43" fmla="*/ 102 h 325"/>
                <a:gd name="T44" fmla="*/ 178 w 304"/>
                <a:gd name="T45" fmla="*/ 157 h 325"/>
                <a:gd name="T46" fmla="*/ 176 w 304"/>
                <a:gd name="T47" fmla="*/ 253 h 325"/>
                <a:gd name="T48" fmla="*/ 167 w 304"/>
                <a:gd name="T49" fmla="*/ 193 h 325"/>
                <a:gd name="T50" fmla="*/ 176 w 304"/>
                <a:gd name="T51" fmla="*/ 129 h 325"/>
                <a:gd name="T52" fmla="*/ 167 w 304"/>
                <a:gd name="T53" fmla="*/ 172 h 325"/>
                <a:gd name="T54" fmla="*/ 158 w 304"/>
                <a:gd name="T55" fmla="*/ 47 h 325"/>
                <a:gd name="T56" fmla="*/ 167 w 304"/>
                <a:gd name="T57" fmla="*/ 86 h 325"/>
                <a:gd name="T58" fmla="*/ 154 w 304"/>
                <a:gd name="T59" fmla="*/ 68 h 325"/>
                <a:gd name="T60" fmla="*/ 151 w 304"/>
                <a:gd name="T61" fmla="*/ 204 h 325"/>
                <a:gd name="T62" fmla="*/ 150 w 304"/>
                <a:gd name="T63" fmla="*/ 92 h 325"/>
                <a:gd name="T64" fmla="*/ 154 w 304"/>
                <a:gd name="T65" fmla="*/ 100 h 325"/>
                <a:gd name="T66" fmla="*/ 149 w 304"/>
                <a:gd name="T67" fmla="*/ 257 h 325"/>
                <a:gd name="T68" fmla="*/ 150 w 304"/>
                <a:gd name="T69" fmla="*/ 53 h 325"/>
                <a:gd name="T70" fmla="*/ 150 w 304"/>
                <a:gd name="T71" fmla="*/ 172 h 325"/>
                <a:gd name="T72" fmla="*/ 144 w 304"/>
                <a:gd name="T73" fmla="*/ 52 h 325"/>
                <a:gd name="T74" fmla="*/ 144 w 304"/>
                <a:gd name="T75" fmla="*/ 308 h 325"/>
                <a:gd name="T76" fmla="*/ 144 w 304"/>
                <a:gd name="T77" fmla="*/ 159 h 325"/>
                <a:gd name="T78" fmla="*/ 128 w 304"/>
                <a:gd name="T79" fmla="*/ 236 h 325"/>
                <a:gd name="T80" fmla="*/ 124 w 304"/>
                <a:gd name="T81" fmla="*/ 110 h 325"/>
                <a:gd name="T82" fmla="*/ 128 w 304"/>
                <a:gd name="T83" fmla="*/ 141 h 325"/>
                <a:gd name="T84" fmla="*/ 124 w 304"/>
                <a:gd name="T85" fmla="*/ 221 h 325"/>
                <a:gd name="T86" fmla="*/ 115 w 304"/>
                <a:gd name="T87" fmla="*/ 229 h 325"/>
                <a:gd name="T88" fmla="*/ 124 w 304"/>
                <a:gd name="T89" fmla="*/ 221 h 325"/>
                <a:gd name="T90" fmla="*/ 102 w 304"/>
                <a:gd name="T91" fmla="*/ 86 h 325"/>
                <a:gd name="T92" fmla="*/ 115 w 304"/>
                <a:gd name="T93" fmla="*/ 123 h 325"/>
                <a:gd name="T94" fmla="*/ 102 w 304"/>
                <a:gd name="T95" fmla="*/ 32 h 325"/>
                <a:gd name="T96" fmla="*/ 92 w 304"/>
                <a:gd name="T97" fmla="*/ 144 h 325"/>
                <a:gd name="T98" fmla="*/ 102 w 304"/>
                <a:gd name="T99" fmla="*/ 134 h 325"/>
                <a:gd name="T100" fmla="*/ 78 w 304"/>
                <a:gd name="T101" fmla="*/ 49 h 325"/>
                <a:gd name="T102" fmla="*/ 78 w 304"/>
                <a:gd name="T103" fmla="*/ 118 h 325"/>
                <a:gd name="T104" fmla="*/ 78 w 304"/>
                <a:gd name="T105" fmla="*/ 126 h 325"/>
                <a:gd name="T106" fmla="*/ 78 w 304"/>
                <a:gd name="T107" fmla="*/ 215 h 325"/>
                <a:gd name="T108" fmla="*/ 73 w 304"/>
                <a:gd name="T109" fmla="*/ 173 h 325"/>
                <a:gd name="T110" fmla="*/ 52 w 304"/>
                <a:gd name="T111" fmla="*/ 178 h 325"/>
                <a:gd name="T112" fmla="*/ 51 w 304"/>
                <a:gd name="T113" fmla="*/ 87 h 325"/>
                <a:gd name="T114" fmla="*/ 52 w 304"/>
                <a:gd name="T115" fmla="*/ 17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4" h="325">
                  <a:moveTo>
                    <a:pt x="263" y="163"/>
                  </a:moveTo>
                  <a:cubicBezTo>
                    <a:pt x="304" y="221"/>
                    <a:pt x="304" y="221"/>
                    <a:pt x="304" y="221"/>
                  </a:cubicBezTo>
                  <a:cubicBezTo>
                    <a:pt x="263" y="250"/>
                    <a:pt x="263" y="250"/>
                    <a:pt x="263" y="250"/>
                  </a:cubicBezTo>
                  <a:cubicBezTo>
                    <a:pt x="263" y="222"/>
                    <a:pt x="263" y="222"/>
                    <a:pt x="263" y="222"/>
                  </a:cubicBezTo>
                  <a:cubicBezTo>
                    <a:pt x="265" y="226"/>
                    <a:pt x="265" y="226"/>
                    <a:pt x="265" y="226"/>
                  </a:cubicBezTo>
                  <a:cubicBezTo>
                    <a:pt x="269" y="223"/>
                    <a:pt x="273" y="220"/>
                    <a:pt x="277" y="217"/>
                  </a:cubicBezTo>
                  <a:cubicBezTo>
                    <a:pt x="263" y="197"/>
                    <a:pt x="263" y="197"/>
                    <a:pt x="263" y="197"/>
                  </a:cubicBezTo>
                  <a:lnTo>
                    <a:pt x="263" y="163"/>
                  </a:lnTo>
                  <a:close/>
                  <a:moveTo>
                    <a:pt x="250" y="144"/>
                  </a:moveTo>
                  <a:cubicBezTo>
                    <a:pt x="263" y="163"/>
                    <a:pt x="263" y="163"/>
                    <a:pt x="263" y="163"/>
                  </a:cubicBezTo>
                  <a:cubicBezTo>
                    <a:pt x="263" y="197"/>
                    <a:pt x="263" y="197"/>
                    <a:pt x="263" y="197"/>
                  </a:cubicBezTo>
                  <a:cubicBezTo>
                    <a:pt x="261" y="194"/>
                    <a:pt x="261" y="194"/>
                    <a:pt x="261" y="194"/>
                  </a:cubicBezTo>
                  <a:cubicBezTo>
                    <a:pt x="250" y="201"/>
                    <a:pt x="250" y="201"/>
                    <a:pt x="250" y="201"/>
                  </a:cubicBezTo>
                  <a:cubicBezTo>
                    <a:pt x="250" y="186"/>
                    <a:pt x="250" y="186"/>
                    <a:pt x="250" y="186"/>
                  </a:cubicBezTo>
                  <a:cubicBezTo>
                    <a:pt x="253" y="183"/>
                    <a:pt x="253" y="183"/>
                    <a:pt x="253" y="183"/>
                  </a:cubicBezTo>
                  <a:cubicBezTo>
                    <a:pt x="250" y="179"/>
                    <a:pt x="250" y="179"/>
                    <a:pt x="250" y="179"/>
                  </a:cubicBezTo>
                  <a:cubicBezTo>
                    <a:pt x="250" y="144"/>
                    <a:pt x="250" y="144"/>
                    <a:pt x="250" y="144"/>
                  </a:cubicBezTo>
                  <a:close/>
                  <a:moveTo>
                    <a:pt x="263" y="250"/>
                  </a:moveTo>
                  <a:cubicBezTo>
                    <a:pt x="250" y="259"/>
                    <a:pt x="250" y="259"/>
                    <a:pt x="250" y="259"/>
                  </a:cubicBezTo>
                  <a:cubicBezTo>
                    <a:pt x="250" y="236"/>
                    <a:pt x="250" y="236"/>
                    <a:pt x="250" y="236"/>
                  </a:cubicBezTo>
                  <a:cubicBezTo>
                    <a:pt x="251" y="236"/>
                    <a:pt x="251" y="236"/>
                    <a:pt x="251" y="236"/>
                  </a:cubicBezTo>
                  <a:cubicBezTo>
                    <a:pt x="250" y="234"/>
                    <a:pt x="250" y="234"/>
                    <a:pt x="250" y="234"/>
                  </a:cubicBezTo>
                  <a:cubicBezTo>
                    <a:pt x="250" y="204"/>
                    <a:pt x="250" y="204"/>
                    <a:pt x="250" y="204"/>
                  </a:cubicBezTo>
                  <a:cubicBezTo>
                    <a:pt x="263" y="222"/>
                    <a:pt x="263" y="222"/>
                    <a:pt x="263" y="222"/>
                  </a:cubicBezTo>
                  <a:lnTo>
                    <a:pt x="263" y="250"/>
                  </a:lnTo>
                  <a:close/>
                  <a:moveTo>
                    <a:pt x="239" y="129"/>
                  </a:moveTo>
                  <a:cubicBezTo>
                    <a:pt x="250" y="144"/>
                    <a:pt x="250" y="144"/>
                    <a:pt x="250" y="144"/>
                  </a:cubicBezTo>
                  <a:cubicBezTo>
                    <a:pt x="250" y="179"/>
                    <a:pt x="250" y="179"/>
                    <a:pt x="250" y="179"/>
                  </a:cubicBezTo>
                  <a:cubicBezTo>
                    <a:pt x="239" y="163"/>
                    <a:pt x="239" y="163"/>
                    <a:pt x="239" y="163"/>
                  </a:cubicBezTo>
                  <a:cubicBezTo>
                    <a:pt x="239" y="129"/>
                    <a:pt x="239" y="129"/>
                    <a:pt x="239" y="129"/>
                  </a:cubicBezTo>
                  <a:close/>
                  <a:moveTo>
                    <a:pt x="250" y="259"/>
                  </a:moveTo>
                  <a:cubicBezTo>
                    <a:pt x="239" y="266"/>
                    <a:pt x="239" y="266"/>
                    <a:pt x="239" y="266"/>
                  </a:cubicBezTo>
                  <a:cubicBezTo>
                    <a:pt x="239" y="243"/>
                    <a:pt x="239" y="243"/>
                    <a:pt x="239" y="243"/>
                  </a:cubicBezTo>
                  <a:cubicBezTo>
                    <a:pt x="240" y="244"/>
                    <a:pt x="240" y="244"/>
                    <a:pt x="240" y="244"/>
                  </a:cubicBezTo>
                  <a:cubicBezTo>
                    <a:pt x="250" y="236"/>
                    <a:pt x="250" y="236"/>
                    <a:pt x="250" y="236"/>
                  </a:cubicBezTo>
                  <a:cubicBezTo>
                    <a:pt x="250" y="259"/>
                    <a:pt x="250" y="259"/>
                    <a:pt x="250" y="259"/>
                  </a:cubicBezTo>
                  <a:close/>
                  <a:moveTo>
                    <a:pt x="250" y="186"/>
                  </a:moveTo>
                  <a:cubicBezTo>
                    <a:pt x="250" y="201"/>
                    <a:pt x="250" y="201"/>
                    <a:pt x="250" y="201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250" y="204"/>
                    <a:pt x="250" y="204"/>
                    <a:pt x="250" y="204"/>
                  </a:cubicBezTo>
                  <a:cubicBezTo>
                    <a:pt x="250" y="234"/>
                    <a:pt x="250" y="234"/>
                    <a:pt x="250" y="234"/>
                  </a:cubicBezTo>
                  <a:cubicBezTo>
                    <a:pt x="239" y="218"/>
                    <a:pt x="239" y="218"/>
                    <a:pt x="239" y="218"/>
                  </a:cubicBezTo>
                  <a:cubicBezTo>
                    <a:pt x="239" y="188"/>
                    <a:pt x="239" y="188"/>
                    <a:pt x="239" y="188"/>
                  </a:cubicBezTo>
                  <a:cubicBezTo>
                    <a:pt x="242" y="192"/>
                    <a:pt x="242" y="192"/>
                    <a:pt x="242" y="192"/>
                  </a:cubicBezTo>
                  <a:lnTo>
                    <a:pt x="250" y="186"/>
                  </a:lnTo>
                  <a:close/>
                  <a:moveTo>
                    <a:pt x="224" y="107"/>
                  </a:moveTo>
                  <a:cubicBezTo>
                    <a:pt x="226" y="110"/>
                    <a:pt x="226" y="110"/>
                    <a:pt x="226" y="110"/>
                  </a:cubicBezTo>
                  <a:cubicBezTo>
                    <a:pt x="239" y="129"/>
                    <a:pt x="239" y="129"/>
                    <a:pt x="239" y="129"/>
                  </a:cubicBezTo>
                  <a:cubicBezTo>
                    <a:pt x="239" y="163"/>
                    <a:pt x="239" y="163"/>
                    <a:pt x="239" y="163"/>
                  </a:cubicBezTo>
                  <a:cubicBezTo>
                    <a:pt x="237" y="160"/>
                    <a:pt x="237" y="160"/>
                    <a:pt x="237" y="160"/>
                  </a:cubicBezTo>
                  <a:cubicBezTo>
                    <a:pt x="233" y="162"/>
                    <a:pt x="229" y="165"/>
                    <a:pt x="225" y="168"/>
                  </a:cubicBezTo>
                  <a:cubicBezTo>
                    <a:pt x="239" y="188"/>
                    <a:pt x="239" y="188"/>
                    <a:pt x="239" y="188"/>
                  </a:cubicBezTo>
                  <a:cubicBezTo>
                    <a:pt x="239" y="218"/>
                    <a:pt x="239" y="218"/>
                    <a:pt x="239" y="218"/>
                  </a:cubicBezTo>
                  <a:cubicBezTo>
                    <a:pt x="235" y="212"/>
                    <a:pt x="235" y="212"/>
                    <a:pt x="235" y="212"/>
                  </a:cubicBezTo>
                  <a:cubicBezTo>
                    <a:pt x="224" y="219"/>
                    <a:pt x="224" y="219"/>
                    <a:pt x="224" y="219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9" y="149"/>
                    <a:pt x="229" y="149"/>
                    <a:pt x="229" y="149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07"/>
                    <a:pt x="224" y="107"/>
                    <a:pt x="224" y="107"/>
                  </a:cubicBezTo>
                  <a:close/>
                  <a:moveTo>
                    <a:pt x="239" y="266"/>
                  </a:moveTo>
                  <a:cubicBezTo>
                    <a:pt x="224" y="277"/>
                    <a:pt x="224" y="277"/>
                    <a:pt x="224" y="277"/>
                  </a:cubicBezTo>
                  <a:cubicBezTo>
                    <a:pt x="224" y="255"/>
                    <a:pt x="224" y="255"/>
                    <a:pt x="224" y="255"/>
                  </a:cubicBezTo>
                  <a:cubicBezTo>
                    <a:pt x="225" y="254"/>
                    <a:pt x="225" y="254"/>
                    <a:pt x="225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22"/>
                    <a:pt x="224" y="222"/>
                    <a:pt x="224" y="222"/>
                  </a:cubicBezTo>
                  <a:cubicBezTo>
                    <a:pt x="239" y="243"/>
                    <a:pt x="239" y="243"/>
                    <a:pt x="239" y="243"/>
                  </a:cubicBezTo>
                  <a:lnTo>
                    <a:pt x="239" y="266"/>
                  </a:lnTo>
                  <a:close/>
                  <a:moveTo>
                    <a:pt x="215" y="95"/>
                  </a:moveTo>
                  <a:cubicBezTo>
                    <a:pt x="224" y="107"/>
                    <a:pt x="224" y="107"/>
                    <a:pt x="224" y="107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15" y="129"/>
                    <a:pt x="215" y="129"/>
                    <a:pt x="215" y="129"/>
                  </a:cubicBezTo>
                  <a:cubicBezTo>
                    <a:pt x="215" y="95"/>
                    <a:pt x="215" y="95"/>
                    <a:pt x="215" y="95"/>
                  </a:cubicBezTo>
                  <a:close/>
                  <a:moveTo>
                    <a:pt x="224" y="277"/>
                  </a:moveTo>
                  <a:cubicBezTo>
                    <a:pt x="215" y="283"/>
                    <a:pt x="215" y="283"/>
                    <a:pt x="215" y="283"/>
                  </a:cubicBezTo>
                  <a:cubicBezTo>
                    <a:pt x="215" y="261"/>
                    <a:pt x="215" y="261"/>
                    <a:pt x="215" y="261"/>
                  </a:cubicBezTo>
                  <a:cubicBezTo>
                    <a:pt x="224" y="255"/>
                    <a:pt x="224" y="255"/>
                    <a:pt x="224" y="255"/>
                  </a:cubicBezTo>
                  <a:cubicBezTo>
                    <a:pt x="224" y="277"/>
                    <a:pt x="224" y="277"/>
                    <a:pt x="224" y="277"/>
                  </a:cubicBezTo>
                  <a:close/>
                  <a:moveTo>
                    <a:pt x="224" y="153"/>
                  </a:moveTo>
                  <a:cubicBezTo>
                    <a:pt x="224" y="219"/>
                    <a:pt x="224" y="219"/>
                    <a:pt x="224" y="219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224" y="222"/>
                    <a:pt x="224" y="222"/>
                    <a:pt x="224" y="222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15" y="240"/>
                    <a:pt x="215" y="240"/>
                    <a:pt x="215" y="240"/>
                  </a:cubicBezTo>
                  <a:cubicBezTo>
                    <a:pt x="215" y="154"/>
                    <a:pt x="215" y="154"/>
                    <a:pt x="215" y="154"/>
                  </a:cubicBezTo>
                  <a:cubicBezTo>
                    <a:pt x="218" y="158"/>
                    <a:pt x="218" y="158"/>
                    <a:pt x="218" y="158"/>
                  </a:cubicBezTo>
                  <a:lnTo>
                    <a:pt x="224" y="153"/>
                  </a:lnTo>
                  <a:close/>
                  <a:moveTo>
                    <a:pt x="202" y="76"/>
                  </a:moveTo>
                  <a:cubicBezTo>
                    <a:pt x="215" y="95"/>
                    <a:pt x="215" y="95"/>
                    <a:pt x="215" y="95"/>
                  </a:cubicBezTo>
                  <a:cubicBezTo>
                    <a:pt x="215" y="129"/>
                    <a:pt x="215" y="129"/>
                    <a:pt x="215" y="129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02" y="133"/>
                    <a:pt x="202" y="133"/>
                    <a:pt x="202" y="133"/>
                  </a:cubicBezTo>
                  <a:cubicBezTo>
                    <a:pt x="202" y="118"/>
                    <a:pt x="202" y="118"/>
                    <a:pt x="202" y="118"/>
                  </a:cubicBezTo>
                  <a:cubicBezTo>
                    <a:pt x="206" y="115"/>
                    <a:pt x="206" y="115"/>
                    <a:pt x="206" y="115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76"/>
                    <a:pt x="202" y="76"/>
                    <a:pt x="202" y="76"/>
                  </a:cubicBezTo>
                  <a:close/>
                  <a:moveTo>
                    <a:pt x="215" y="283"/>
                  </a:moveTo>
                  <a:cubicBezTo>
                    <a:pt x="202" y="292"/>
                    <a:pt x="202" y="292"/>
                    <a:pt x="202" y="292"/>
                  </a:cubicBezTo>
                  <a:cubicBezTo>
                    <a:pt x="202" y="246"/>
                    <a:pt x="202" y="246"/>
                    <a:pt x="202" y="246"/>
                  </a:cubicBezTo>
                  <a:cubicBezTo>
                    <a:pt x="213" y="262"/>
                    <a:pt x="213" y="262"/>
                    <a:pt x="213" y="262"/>
                  </a:cubicBezTo>
                  <a:cubicBezTo>
                    <a:pt x="215" y="261"/>
                    <a:pt x="215" y="261"/>
                    <a:pt x="215" y="261"/>
                  </a:cubicBezTo>
                  <a:cubicBezTo>
                    <a:pt x="215" y="283"/>
                    <a:pt x="215" y="283"/>
                    <a:pt x="215" y="283"/>
                  </a:cubicBezTo>
                  <a:close/>
                  <a:moveTo>
                    <a:pt x="215" y="154"/>
                  </a:moveTo>
                  <a:cubicBezTo>
                    <a:pt x="215" y="240"/>
                    <a:pt x="215" y="240"/>
                    <a:pt x="215" y="240"/>
                  </a:cubicBezTo>
                  <a:cubicBezTo>
                    <a:pt x="209" y="230"/>
                    <a:pt x="209" y="230"/>
                    <a:pt x="209" y="230"/>
                  </a:cubicBezTo>
                  <a:cubicBezTo>
                    <a:pt x="202" y="235"/>
                    <a:pt x="202" y="235"/>
                    <a:pt x="202" y="235"/>
                  </a:cubicBezTo>
                  <a:cubicBezTo>
                    <a:pt x="202" y="168"/>
                    <a:pt x="202" y="168"/>
                    <a:pt x="202" y="168"/>
                  </a:cubicBezTo>
                  <a:cubicBezTo>
                    <a:pt x="203" y="168"/>
                    <a:pt x="203" y="168"/>
                    <a:pt x="203" y="168"/>
                  </a:cubicBezTo>
                  <a:cubicBezTo>
                    <a:pt x="202" y="166"/>
                    <a:pt x="202" y="166"/>
                    <a:pt x="202" y="166"/>
                  </a:cubicBezTo>
                  <a:cubicBezTo>
                    <a:pt x="202" y="136"/>
                    <a:pt x="202" y="136"/>
                    <a:pt x="202" y="136"/>
                  </a:cubicBezTo>
                  <a:lnTo>
                    <a:pt x="215" y="154"/>
                  </a:lnTo>
                  <a:close/>
                  <a:moveTo>
                    <a:pt x="198" y="70"/>
                  </a:moveTo>
                  <a:cubicBezTo>
                    <a:pt x="202" y="76"/>
                    <a:pt x="202" y="76"/>
                    <a:pt x="202" y="76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198" y="104"/>
                    <a:pt x="198" y="104"/>
                    <a:pt x="198" y="104"/>
                  </a:cubicBezTo>
                  <a:cubicBezTo>
                    <a:pt x="198" y="70"/>
                    <a:pt x="198" y="70"/>
                    <a:pt x="198" y="70"/>
                  </a:cubicBezTo>
                  <a:close/>
                  <a:moveTo>
                    <a:pt x="202" y="292"/>
                  </a:moveTo>
                  <a:cubicBezTo>
                    <a:pt x="198" y="295"/>
                    <a:pt x="198" y="295"/>
                    <a:pt x="198" y="295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198" y="270"/>
                    <a:pt x="198" y="270"/>
                    <a:pt x="198" y="270"/>
                  </a:cubicBezTo>
                  <a:cubicBezTo>
                    <a:pt x="198" y="240"/>
                    <a:pt x="198" y="240"/>
                    <a:pt x="198" y="240"/>
                  </a:cubicBezTo>
                  <a:cubicBezTo>
                    <a:pt x="202" y="246"/>
                    <a:pt x="202" y="246"/>
                    <a:pt x="202" y="246"/>
                  </a:cubicBezTo>
                  <a:cubicBezTo>
                    <a:pt x="202" y="292"/>
                    <a:pt x="202" y="292"/>
                    <a:pt x="202" y="292"/>
                  </a:cubicBezTo>
                  <a:close/>
                  <a:moveTo>
                    <a:pt x="202" y="118"/>
                  </a:moveTo>
                  <a:cubicBezTo>
                    <a:pt x="202" y="133"/>
                    <a:pt x="202" y="133"/>
                    <a:pt x="202" y="133"/>
                  </a:cubicBezTo>
                  <a:cubicBezTo>
                    <a:pt x="201" y="134"/>
                    <a:pt x="201" y="134"/>
                    <a:pt x="201" y="134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66"/>
                    <a:pt x="202" y="166"/>
                    <a:pt x="202" y="166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202" y="118"/>
                    <a:pt x="202" y="118"/>
                    <a:pt x="202" y="118"/>
                  </a:cubicBezTo>
                  <a:close/>
                  <a:moveTo>
                    <a:pt x="202" y="168"/>
                  </a:moveTo>
                  <a:cubicBezTo>
                    <a:pt x="202" y="235"/>
                    <a:pt x="202" y="235"/>
                    <a:pt x="202" y="235"/>
                  </a:cubicBezTo>
                  <a:cubicBezTo>
                    <a:pt x="198" y="238"/>
                    <a:pt x="198" y="238"/>
                    <a:pt x="198" y="238"/>
                  </a:cubicBezTo>
                  <a:cubicBezTo>
                    <a:pt x="198" y="222"/>
                    <a:pt x="198" y="222"/>
                    <a:pt x="198" y="222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198" y="215"/>
                    <a:pt x="198" y="215"/>
                    <a:pt x="198" y="215"/>
                  </a:cubicBezTo>
                  <a:cubicBezTo>
                    <a:pt x="198" y="171"/>
                    <a:pt x="198" y="171"/>
                    <a:pt x="198" y="171"/>
                  </a:cubicBezTo>
                  <a:lnTo>
                    <a:pt x="202" y="168"/>
                  </a:lnTo>
                  <a:close/>
                  <a:moveTo>
                    <a:pt x="191" y="61"/>
                  </a:moveTo>
                  <a:cubicBezTo>
                    <a:pt x="198" y="70"/>
                    <a:pt x="198" y="70"/>
                    <a:pt x="198" y="70"/>
                  </a:cubicBezTo>
                  <a:cubicBezTo>
                    <a:pt x="198" y="104"/>
                    <a:pt x="198" y="104"/>
                    <a:pt x="198" y="104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61"/>
                    <a:pt x="191" y="61"/>
                    <a:pt x="191" y="61"/>
                  </a:cubicBezTo>
                  <a:close/>
                  <a:moveTo>
                    <a:pt x="198" y="295"/>
                  </a:moveTo>
                  <a:cubicBezTo>
                    <a:pt x="191" y="300"/>
                    <a:pt x="191" y="300"/>
                    <a:pt x="191" y="300"/>
                  </a:cubicBezTo>
                  <a:cubicBezTo>
                    <a:pt x="191" y="278"/>
                    <a:pt x="191" y="278"/>
                    <a:pt x="191" y="278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95"/>
                    <a:pt x="198" y="295"/>
                    <a:pt x="198" y="295"/>
                  </a:cubicBezTo>
                  <a:close/>
                  <a:moveTo>
                    <a:pt x="198" y="121"/>
                  </a:moveTo>
                  <a:cubicBezTo>
                    <a:pt x="198" y="160"/>
                    <a:pt x="198" y="160"/>
                    <a:pt x="198" y="160"/>
                  </a:cubicBezTo>
                  <a:cubicBezTo>
                    <a:pt x="191" y="150"/>
                    <a:pt x="191" y="150"/>
                    <a:pt x="191" y="150"/>
                  </a:cubicBezTo>
                  <a:cubicBezTo>
                    <a:pt x="191" y="120"/>
                    <a:pt x="191" y="120"/>
                    <a:pt x="191" y="120"/>
                  </a:cubicBezTo>
                  <a:cubicBezTo>
                    <a:pt x="194" y="124"/>
                    <a:pt x="194" y="124"/>
                    <a:pt x="194" y="124"/>
                  </a:cubicBezTo>
                  <a:cubicBezTo>
                    <a:pt x="198" y="121"/>
                    <a:pt x="198" y="121"/>
                    <a:pt x="198" y="121"/>
                  </a:cubicBezTo>
                  <a:close/>
                  <a:moveTo>
                    <a:pt x="198" y="171"/>
                  </a:moveTo>
                  <a:cubicBezTo>
                    <a:pt x="198" y="215"/>
                    <a:pt x="198" y="215"/>
                    <a:pt x="198" y="215"/>
                  </a:cubicBezTo>
                  <a:cubicBezTo>
                    <a:pt x="191" y="206"/>
                    <a:pt x="191" y="206"/>
                    <a:pt x="191" y="206"/>
                  </a:cubicBezTo>
                  <a:cubicBezTo>
                    <a:pt x="191" y="175"/>
                    <a:pt x="191" y="175"/>
                    <a:pt x="191" y="175"/>
                  </a:cubicBezTo>
                  <a:cubicBezTo>
                    <a:pt x="192" y="176"/>
                    <a:pt x="192" y="176"/>
                    <a:pt x="192" y="176"/>
                  </a:cubicBezTo>
                  <a:cubicBezTo>
                    <a:pt x="198" y="171"/>
                    <a:pt x="198" y="171"/>
                    <a:pt x="198" y="171"/>
                  </a:cubicBezTo>
                  <a:close/>
                  <a:moveTo>
                    <a:pt x="198" y="222"/>
                  </a:moveTo>
                  <a:cubicBezTo>
                    <a:pt x="198" y="238"/>
                    <a:pt x="198" y="238"/>
                    <a:pt x="198" y="238"/>
                  </a:cubicBezTo>
                  <a:cubicBezTo>
                    <a:pt x="197" y="239"/>
                    <a:pt x="197" y="239"/>
                    <a:pt x="197" y="239"/>
                  </a:cubicBezTo>
                  <a:cubicBezTo>
                    <a:pt x="198" y="240"/>
                    <a:pt x="198" y="240"/>
                    <a:pt x="198" y="240"/>
                  </a:cubicBezTo>
                  <a:cubicBezTo>
                    <a:pt x="198" y="270"/>
                    <a:pt x="198" y="270"/>
                    <a:pt x="198" y="270"/>
                  </a:cubicBezTo>
                  <a:cubicBezTo>
                    <a:pt x="191" y="261"/>
                    <a:pt x="191" y="261"/>
                    <a:pt x="191" y="261"/>
                  </a:cubicBezTo>
                  <a:cubicBezTo>
                    <a:pt x="191" y="227"/>
                    <a:pt x="191" y="227"/>
                    <a:pt x="191" y="227"/>
                  </a:cubicBezTo>
                  <a:lnTo>
                    <a:pt x="198" y="222"/>
                  </a:lnTo>
                  <a:close/>
                  <a:moveTo>
                    <a:pt x="178" y="42"/>
                  </a:moveTo>
                  <a:cubicBezTo>
                    <a:pt x="191" y="61"/>
                    <a:pt x="191" y="61"/>
                    <a:pt x="191" y="61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89" y="92"/>
                    <a:pt x="189" y="92"/>
                    <a:pt x="189" y="92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82" y="81"/>
                    <a:pt x="182" y="81"/>
                    <a:pt x="182" y="81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8" y="42"/>
                    <a:pt x="178" y="42"/>
                    <a:pt x="178" y="42"/>
                  </a:cubicBezTo>
                  <a:close/>
                  <a:moveTo>
                    <a:pt x="191" y="300"/>
                  </a:moveTo>
                  <a:cubicBezTo>
                    <a:pt x="178" y="309"/>
                    <a:pt x="178" y="309"/>
                    <a:pt x="178" y="309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87" y="281"/>
                    <a:pt x="187" y="281"/>
                    <a:pt x="187" y="281"/>
                  </a:cubicBezTo>
                  <a:cubicBezTo>
                    <a:pt x="191" y="278"/>
                    <a:pt x="191" y="278"/>
                    <a:pt x="191" y="278"/>
                  </a:cubicBezTo>
                  <a:cubicBezTo>
                    <a:pt x="191" y="300"/>
                    <a:pt x="191" y="300"/>
                    <a:pt x="191" y="300"/>
                  </a:cubicBezTo>
                  <a:close/>
                  <a:moveTo>
                    <a:pt x="191" y="120"/>
                  </a:moveTo>
                  <a:cubicBezTo>
                    <a:pt x="191" y="150"/>
                    <a:pt x="191" y="150"/>
                    <a:pt x="191" y="150"/>
                  </a:cubicBezTo>
                  <a:cubicBezTo>
                    <a:pt x="187" y="144"/>
                    <a:pt x="187" y="144"/>
                    <a:pt x="187" y="144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8" y="134"/>
                    <a:pt x="178" y="134"/>
                    <a:pt x="178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02"/>
                    <a:pt x="178" y="102"/>
                    <a:pt x="178" y="102"/>
                  </a:cubicBezTo>
                  <a:cubicBezTo>
                    <a:pt x="191" y="120"/>
                    <a:pt x="191" y="120"/>
                    <a:pt x="191" y="120"/>
                  </a:cubicBezTo>
                  <a:close/>
                  <a:moveTo>
                    <a:pt x="191" y="175"/>
                  </a:moveTo>
                  <a:cubicBezTo>
                    <a:pt x="191" y="206"/>
                    <a:pt x="191" y="206"/>
                    <a:pt x="191" y="206"/>
                  </a:cubicBezTo>
                  <a:cubicBezTo>
                    <a:pt x="185" y="196"/>
                    <a:pt x="185" y="196"/>
                    <a:pt x="185" y="196"/>
                  </a:cubicBezTo>
                  <a:cubicBezTo>
                    <a:pt x="178" y="201"/>
                    <a:pt x="178" y="201"/>
                    <a:pt x="178" y="201"/>
                  </a:cubicBezTo>
                  <a:cubicBezTo>
                    <a:pt x="178" y="157"/>
                    <a:pt x="178" y="157"/>
                    <a:pt x="178" y="157"/>
                  </a:cubicBezTo>
                  <a:cubicBezTo>
                    <a:pt x="191" y="175"/>
                    <a:pt x="191" y="175"/>
                    <a:pt x="191" y="175"/>
                  </a:cubicBezTo>
                  <a:close/>
                  <a:moveTo>
                    <a:pt x="191" y="227"/>
                  </a:moveTo>
                  <a:cubicBezTo>
                    <a:pt x="191" y="261"/>
                    <a:pt x="191" y="261"/>
                    <a:pt x="191" y="261"/>
                  </a:cubicBezTo>
                  <a:cubicBezTo>
                    <a:pt x="183" y="249"/>
                    <a:pt x="183" y="249"/>
                    <a:pt x="183" y="249"/>
                  </a:cubicBezTo>
                  <a:cubicBezTo>
                    <a:pt x="178" y="251"/>
                    <a:pt x="178" y="251"/>
                    <a:pt x="178" y="251"/>
                  </a:cubicBezTo>
                  <a:cubicBezTo>
                    <a:pt x="178" y="212"/>
                    <a:pt x="178" y="212"/>
                    <a:pt x="178" y="212"/>
                  </a:cubicBezTo>
                  <a:cubicBezTo>
                    <a:pt x="189" y="228"/>
                    <a:pt x="189" y="228"/>
                    <a:pt x="189" y="228"/>
                  </a:cubicBezTo>
                  <a:lnTo>
                    <a:pt x="191" y="227"/>
                  </a:lnTo>
                  <a:close/>
                  <a:moveTo>
                    <a:pt x="176" y="39"/>
                  </a:moveTo>
                  <a:cubicBezTo>
                    <a:pt x="178" y="42"/>
                    <a:pt x="178" y="42"/>
                    <a:pt x="178" y="42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176" y="39"/>
                    <a:pt x="176" y="39"/>
                    <a:pt x="176" y="39"/>
                  </a:cubicBezTo>
                  <a:close/>
                  <a:moveTo>
                    <a:pt x="178" y="309"/>
                  </a:moveTo>
                  <a:cubicBezTo>
                    <a:pt x="176" y="311"/>
                    <a:pt x="176" y="311"/>
                    <a:pt x="176" y="311"/>
                  </a:cubicBezTo>
                  <a:cubicBezTo>
                    <a:pt x="176" y="265"/>
                    <a:pt x="176" y="265"/>
                    <a:pt x="176" y="265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8" y="309"/>
                    <a:pt x="178" y="309"/>
                    <a:pt x="178" y="309"/>
                  </a:cubicBezTo>
                  <a:close/>
                  <a:moveTo>
                    <a:pt x="178" y="84"/>
                  </a:moveTo>
                  <a:cubicBezTo>
                    <a:pt x="178" y="99"/>
                    <a:pt x="178" y="99"/>
                    <a:pt x="178" y="99"/>
                  </a:cubicBezTo>
                  <a:cubicBezTo>
                    <a:pt x="177" y="100"/>
                    <a:pt x="177" y="100"/>
                    <a:pt x="177" y="100"/>
                  </a:cubicBezTo>
                  <a:cubicBezTo>
                    <a:pt x="178" y="102"/>
                    <a:pt x="178" y="102"/>
                    <a:pt x="178" y="102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6" y="129"/>
                    <a:pt x="176" y="129"/>
                    <a:pt x="176" y="129"/>
                  </a:cubicBezTo>
                  <a:cubicBezTo>
                    <a:pt x="176" y="85"/>
                    <a:pt x="176" y="85"/>
                    <a:pt x="176" y="85"/>
                  </a:cubicBezTo>
                  <a:cubicBezTo>
                    <a:pt x="178" y="84"/>
                    <a:pt x="178" y="84"/>
                    <a:pt x="178" y="84"/>
                  </a:cubicBezTo>
                  <a:close/>
                  <a:moveTo>
                    <a:pt x="178" y="134"/>
                  </a:moveTo>
                  <a:cubicBezTo>
                    <a:pt x="178" y="150"/>
                    <a:pt x="178" y="150"/>
                    <a:pt x="178" y="150"/>
                  </a:cubicBezTo>
                  <a:cubicBezTo>
                    <a:pt x="176" y="151"/>
                    <a:pt x="176" y="151"/>
                    <a:pt x="176" y="151"/>
                  </a:cubicBezTo>
                  <a:cubicBezTo>
                    <a:pt x="176" y="136"/>
                    <a:pt x="176" y="136"/>
                    <a:pt x="176" y="136"/>
                  </a:cubicBezTo>
                  <a:cubicBezTo>
                    <a:pt x="178" y="134"/>
                    <a:pt x="178" y="134"/>
                    <a:pt x="178" y="134"/>
                  </a:cubicBezTo>
                  <a:close/>
                  <a:moveTo>
                    <a:pt x="178" y="157"/>
                  </a:moveTo>
                  <a:cubicBezTo>
                    <a:pt x="178" y="201"/>
                    <a:pt x="178" y="201"/>
                    <a:pt x="178" y="201"/>
                  </a:cubicBezTo>
                  <a:cubicBezTo>
                    <a:pt x="176" y="202"/>
                    <a:pt x="176" y="202"/>
                    <a:pt x="176" y="202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6"/>
                    <a:pt x="177" y="186"/>
                    <a:pt x="177" y="186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78" y="157"/>
                    <a:pt x="178" y="157"/>
                    <a:pt x="178" y="157"/>
                  </a:cubicBezTo>
                  <a:close/>
                  <a:moveTo>
                    <a:pt x="178" y="212"/>
                  </a:moveTo>
                  <a:cubicBezTo>
                    <a:pt x="178" y="251"/>
                    <a:pt x="178" y="251"/>
                    <a:pt x="178" y="251"/>
                  </a:cubicBezTo>
                  <a:cubicBezTo>
                    <a:pt x="176" y="253"/>
                    <a:pt x="176" y="253"/>
                    <a:pt x="176" y="253"/>
                  </a:cubicBezTo>
                  <a:cubicBezTo>
                    <a:pt x="176" y="209"/>
                    <a:pt x="176" y="209"/>
                    <a:pt x="176" y="209"/>
                  </a:cubicBezTo>
                  <a:lnTo>
                    <a:pt x="178" y="212"/>
                  </a:lnTo>
                  <a:close/>
                  <a:moveTo>
                    <a:pt x="167" y="27"/>
                  </a:moveTo>
                  <a:cubicBezTo>
                    <a:pt x="176" y="39"/>
                    <a:pt x="176" y="39"/>
                    <a:pt x="176" y="39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167" y="61"/>
                    <a:pt x="167" y="61"/>
                    <a:pt x="167" y="61"/>
                  </a:cubicBezTo>
                  <a:cubicBezTo>
                    <a:pt x="167" y="27"/>
                    <a:pt x="167" y="27"/>
                    <a:pt x="167" y="27"/>
                  </a:cubicBezTo>
                  <a:close/>
                  <a:moveTo>
                    <a:pt x="176" y="311"/>
                  </a:moveTo>
                  <a:cubicBezTo>
                    <a:pt x="167" y="317"/>
                    <a:pt x="167" y="317"/>
                    <a:pt x="167" y="317"/>
                  </a:cubicBezTo>
                  <a:cubicBezTo>
                    <a:pt x="167" y="193"/>
                    <a:pt x="167" y="193"/>
                    <a:pt x="167" y="193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6" y="202"/>
                    <a:pt x="176" y="202"/>
                    <a:pt x="176" y="202"/>
                  </a:cubicBezTo>
                  <a:cubicBezTo>
                    <a:pt x="173" y="204"/>
                    <a:pt x="173" y="204"/>
                    <a:pt x="173" y="204"/>
                  </a:cubicBezTo>
                  <a:cubicBezTo>
                    <a:pt x="176" y="209"/>
                    <a:pt x="176" y="209"/>
                    <a:pt x="176" y="209"/>
                  </a:cubicBezTo>
                  <a:cubicBezTo>
                    <a:pt x="176" y="253"/>
                    <a:pt x="176" y="253"/>
                    <a:pt x="176" y="253"/>
                  </a:cubicBezTo>
                  <a:cubicBezTo>
                    <a:pt x="171" y="257"/>
                    <a:pt x="171" y="257"/>
                    <a:pt x="171" y="257"/>
                  </a:cubicBezTo>
                  <a:cubicBezTo>
                    <a:pt x="176" y="265"/>
                    <a:pt x="176" y="265"/>
                    <a:pt x="176" y="265"/>
                  </a:cubicBezTo>
                  <a:cubicBezTo>
                    <a:pt x="176" y="311"/>
                    <a:pt x="176" y="311"/>
                    <a:pt x="176" y="311"/>
                  </a:cubicBezTo>
                  <a:close/>
                  <a:moveTo>
                    <a:pt x="176" y="85"/>
                  </a:moveTo>
                  <a:cubicBezTo>
                    <a:pt x="176" y="129"/>
                    <a:pt x="176" y="129"/>
                    <a:pt x="176" y="129"/>
                  </a:cubicBezTo>
                  <a:cubicBezTo>
                    <a:pt x="167" y="116"/>
                    <a:pt x="167" y="116"/>
                    <a:pt x="167" y="116"/>
                  </a:cubicBezTo>
                  <a:cubicBezTo>
                    <a:pt x="167" y="86"/>
                    <a:pt x="167" y="86"/>
                    <a:pt x="167" y="86"/>
                  </a:cubicBezTo>
                  <a:cubicBezTo>
                    <a:pt x="170" y="90"/>
                    <a:pt x="170" y="90"/>
                    <a:pt x="170" y="90"/>
                  </a:cubicBezTo>
                  <a:cubicBezTo>
                    <a:pt x="176" y="85"/>
                    <a:pt x="176" y="85"/>
                    <a:pt x="176" y="85"/>
                  </a:cubicBezTo>
                  <a:close/>
                  <a:moveTo>
                    <a:pt x="176" y="136"/>
                  </a:moveTo>
                  <a:cubicBezTo>
                    <a:pt x="176" y="151"/>
                    <a:pt x="176" y="151"/>
                    <a:pt x="176" y="151"/>
                  </a:cubicBezTo>
                  <a:cubicBezTo>
                    <a:pt x="175" y="152"/>
                    <a:pt x="175" y="152"/>
                    <a:pt x="175" y="152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67" y="172"/>
                    <a:pt x="167" y="172"/>
                    <a:pt x="167" y="172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168" y="141"/>
                    <a:pt x="168" y="142"/>
                    <a:pt x="168" y="142"/>
                  </a:cubicBezTo>
                  <a:lnTo>
                    <a:pt x="176" y="136"/>
                  </a:lnTo>
                  <a:close/>
                  <a:moveTo>
                    <a:pt x="154" y="8"/>
                  </a:moveTo>
                  <a:cubicBezTo>
                    <a:pt x="167" y="27"/>
                    <a:pt x="167" y="27"/>
                    <a:pt x="167" y="27"/>
                  </a:cubicBezTo>
                  <a:cubicBezTo>
                    <a:pt x="167" y="61"/>
                    <a:pt x="167" y="61"/>
                    <a:pt x="167" y="61"/>
                  </a:cubicBezTo>
                  <a:cubicBezTo>
                    <a:pt x="165" y="58"/>
                    <a:pt x="165" y="58"/>
                    <a:pt x="165" y="58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50"/>
                    <a:pt x="154" y="50"/>
                    <a:pt x="154" y="50"/>
                  </a:cubicBezTo>
                  <a:cubicBezTo>
                    <a:pt x="158" y="47"/>
                    <a:pt x="158" y="47"/>
                    <a:pt x="158" y="47"/>
                  </a:cubicBezTo>
                  <a:cubicBezTo>
                    <a:pt x="154" y="43"/>
                    <a:pt x="154" y="43"/>
                    <a:pt x="154" y="43"/>
                  </a:cubicBezTo>
                  <a:cubicBezTo>
                    <a:pt x="154" y="8"/>
                    <a:pt x="154" y="8"/>
                    <a:pt x="154" y="8"/>
                  </a:cubicBezTo>
                  <a:close/>
                  <a:moveTo>
                    <a:pt x="167" y="317"/>
                  </a:moveTo>
                  <a:cubicBezTo>
                    <a:pt x="156" y="325"/>
                    <a:pt x="156" y="325"/>
                    <a:pt x="156" y="325"/>
                  </a:cubicBezTo>
                  <a:cubicBezTo>
                    <a:pt x="154" y="324"/>
                    <a:pt x="154" y="324"/>
                    <a:pt x="154" y="324"/>
                  </a:cubicBezTo>
                  <a:cubicBezTo>
                    <a:pt x="154" y="178"/>
                    <a:pt x="154" y="178"/>
                    <a:pt x="154" y="178"/>
                  </a:cubicBezTo>
                  <a:cubicBezTo>
                    <a:pt x="166" y="194"/>
                    <a:pt x="166" y="194"/>
                    <a:pt x="166" y="194"/>
                  </a:cubicBezTo>
                  <a:cubicBezTo>
                    <a:pt x="167" y="193"/>
                    <a:pt x="167" y="193"/>
                    <a:pt x="167" y="193"/>
                  </a:cubicBezTo>
                  <a:cubicBezTo>
                    <a:pt x="167" y="317"/>
                    <a:pt x="167" y="317"/>
                    <a:pt x="167" y="317"/>
                  </a:cubicBezTo>
                  <a:close/>
                  <a:moveTo>
                    <a:pt x="167" y="86"/>
                  </a:moveTo>
                  <a:cubicBezTo>
                    <a:pt x="167" y="116"/>
                    <a:pt x="167" y="116"/>
                    <a:pt x="167" y="116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59" y="113"/>
                    <a:pt x="162" y="133"/>
                    <a:pt x="167" y="141"/>
                  </a:cubicBezTo>
                  <a:cubicBezTo>
                    <a:pt x="167" y="172"/>
                    <a:pt x="167" y="172"/>
                    <a:pt x="167" y="172"/>
                  </a:cubicBezTo>
                  <a:cubicBezTo>
                    <a:pt x="161" y="162"/>
                    <a:pt x="161" y="162"/>
                    <a:pt x="161" y="162"/>
                  </a:cubicBezTo>
                  <a:cubicBezTo>
                    <a:pt x="154" y="167"/>
                    <a:pt x="154" y="167"/>
                    <a:pt x="154" y="167"/>
                  </a:cubicBezTo>
                  <a:cubicBezTo>
                    <a:pt x="154" y="100"/>
                    <a:pt x="154" y="100"/>
                    <a:pt x="154" y="100"/>
                  </a:cubicBezTo>
                  <a:cubicBezTo>
                    <a:pt x="156" y="99"/>
                    <a:pt x="156" y="99"/>
                    <a:pt x="156" y="99"/>
                  </a:cubicBezTo>
                  <a:cubicBezTo>
                    <a:pt x="154" y="98"/>
                    <a:pt x="154" y="98"/>
                    <a:pt x="154" y="98"/>
                  </a:cubicBezTo>
                  <a:cubicBezTo>
                    <a:pt x="154" y="68"/>
                    <a:pt x="154" y="68"/>
                    <a:pt x="154" y="68"/>
                  </a:cubicBezTo>
                  <a:lnTo>
                    <a:pt x="167" y="86"/>
                  </a:lnTo>
                  <a:close/>
                  <a:moveTo>
                    <a:pt x="150" y="2"/>
                  </a:moveTo>
                  <a:cubicBezTo>
                    <a:pt x="154" y="8"/>
                    <a:pt x="154" y="8"/>
                    <a:pt x="154" y="8"/>
                  </a:cubicBezTo>
                  <a:cubicBezTo>
                    <a:pt x="154" y="43"/>
                    <a:pt x="154" y="43"/>
                    <a:pt x="154" y="43"/>
                  </a:cubicBezTo>
                  <a:cubicBezTo>
                    <a:pt x="150" y="36"/>
                    <a:pt x="150" y="36"/>
                    <a:pt x="150" y="36"/>
                  </a:cubicBezTo>
                  <a:cubicBezTo>
                    <a:pt x="150" y="2"/>
                    <a:pt x="150" y="2"/>
                    <a:pt x="150" y="2"/>
                  </a:cubicBezTo>
                  <a:close/>
                  <a:moveTo>
                    <a:pt x="154" y="324"/>
                  </a:moveTo>
                  <a:cubicBezTo>
                    <a:pt x="150" y="317"/>
                    <a:pt x="150" y="317"/>
                    <a:pt x="150" y="317"/>
                  </a:cubicBezTo>
                  <a:cubicBezTo>
                    <a:pt x="150" y="205"/>
                    <a:pt x="150" y="205"/>
                    <a:pt x="150" y="205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54" y="178"/>
                    <a:pt x="154" y="178"/>
                    <a:pt x="154" y="178"/>
                  </a:cubicBezTo>
                  <a:cubicBezTo>
                    <a:pt x="154" y="324"/>
                    <a:pt x="154" y="324"/>
                    <a:pt x="154" y="324"/>
                  </a:cubicBezTo>
                  <a:close/>
                  <a:moveTo>
                    <a:pt x="154" y="50"/>
                  </a:moveTo>
                  <a:cubicBezTo>
                    <a:pt x="154" y="65"/>
                    <a:pt x="154" y="65"/>
                    <a:pt x="154" y="65"/>
                  </a:cubicBezTo>
                  <a:cubicBezTo>
                    <a:pt x="153" y="66"/>
                    <a:pt x="153" y="66"/>
                    <a:pt x="153" y="66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54" y="98"/>
                    <a:pt x="154" y="98"/>
                    <a:pt x="154" y="98"/>
                  </a:cubicBezTo>
                  <a:cubicBezTo>
                    <a:pt x="150" y="92"/>
                    <a:pt x="150" y="92"/>
                    <a:pt x="150" y="92"/>
                  </a:cubicBezTo>
                  <a:cubicBezTo>
                    <a:pt x="150" y="53"/>
                    <a:pt x="150" y="53"/>
                    <a:pt x="150" y="53"/>
                  </a:cubicBezTo>
                  <a:cubicBezTo>
                    <a:pt x="154" y="50"/>
                    <a:pt x="154" y="50"/>
                    <a:pt x="154" y="50"/>
                  </a:cubicBezTo>
                  <a:close/>
                  <a:moveTo>
                    <a:pt x="154" y="100"/>
                  </a:moveTo>
                  <a:cubicBezTo>
                    <a:pt x="154" y="167"/>
                    <a:pt x="154" y="167"/>
                    <a:pt x="154" y="167"/>
                  </a:cubicBezTo>
                  <a:cubicBezTo>
                    <a:pt x="150" y="170"/>
                    <a:pt x="150" y="170"/>
                    <a:pt x="150" y="170"/>
                  </a:cubicBezTo>
                  <a:cubicBezTo>
                    <a:pt x="150" y="154"/>
                    <a:pt x="150" y="154"/>
                    <a:pt x="150" y="154"/>
                  </a:cubicBezTo>
                  <a:cubicBezTo>
                    <a:pt x="153" y="152"/>
                    <a:pt x="153" y="152"/>
                    <a:pt x="153" y="152"/>
                  </a:cubicBezTo>
                  <a:cubicBezTo>
                    <a:pt x="150" y="147"/>
                    <a:pt x="150" y="147"/>
                    <a:pt x="150" y="147"/>
                  </a:cubicBezTo>
                  <a:cubicBezTo>
                    <a:pt x="150" y="103"/>
                    <a:pt x="150" y="103"/>
                    <a:pt x="150" y="103"/>
                  </a:cubicBezTo>
                  <a:lnTo>
                    <a:pt x="154" y="100"/>
                  </a:lnTo>
                  <a:close/>
                  <a:moveTo>
                    <a:pt x="144" y="3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50" y="2"/>
                    <a:pt x="150" y="2"/>
                    <a:pt x="150" y="2"/>
                  </a:cubicBezTo>
                  <a:cubicBezTo>
                    <a:pt x="150" y="36"/>
                    <a:pt x="150" y="36"/>
                    <a:pt x="150" y="36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4" y="3"/>
                    <a:pt x="144" y="3"/>
                    <a:pt x="144" y="3"/>
                  </a:cubicBezTo>
                  <a:close/>
                  <a:moveTo>
                    <a:pt x="150" y="317"/>
                  </a:moveTo>
                  <a:cubicBezTo>
                    <a:pt x="144" y="308"/>
                    <a:pt x="144" y="308"/>
                    <a:pt x="144" y="308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9" y="257"/>
                    <a:pt x="149" y="257"/>
                    <a:pt x="149" y="257"/>
                  </a:cubicBezTo>
                  <a:cubicBezTo>
                    <a:pt x="144" y="249"/>
                    <a:pt x="144" y="249"/>
                    <a:pt x="144" y="249"/>
                  </a:cubicBezTo>
                  <a:cubicBezTo>
                    <a:pt x="144" y="210"/>
                    <a:pt x="144" y="210"/>
                    <a:pt x="144" y="210"/>
                  </a:cubicBezTo>
                  <a:cubicBezTo>
                    <a:pt x="150" y="205"/>
                    <a:pt x="150" y="205"/>
                    <a:pt x="150" y="205"/>
                  </a:cubicBezTo>
                  <a:cubicBezTo>
                    <a:pt x="150" y="317"/>
                    <a:pt x="150" y="317"/>
                    <a:pt x="150" y="317"/>
                  </a:cubicBezTo>
                  <a:close/>
                  <a:moveTo>
                    <a:pt x="150" y="53"/>
                  </a:moveTo>
                  <a:cubicBezTo>
                    <a:pt x="150" y="92"/>
                    <a:pt x="150" y="92"/>
                    <a:pt x="150" y="92"/>
                  </a:cubicBezTo>
                  <a:cubicBezTo>
                    <a:pt x="144" y="82"/>
                    <a:pt x="144" y="82"/>
                    <a:pt x="144" y="82"/>
                  </a:cubicBezTo>
                  <a:cubicBezTo>
                    <a:pt x="144" y="52"/>
                    <a:pt x="144" y="52"/>
                    <a:pt x="144" y="52"/>
                  </a:cubicBezTo>
                  <a:cubicBezTo>
                    <a:pt x="146" y="56"/>
                    <a:pt x="146" y="56"/>
                    <a:pt x="146" y="56"/>
                  </a:cubicBezTo>
                  <a:cubicBezTo>
                    <a:pt x="150" y="53"/>
                    <a:pt x="150" y="53"/>
                    <a:pt x="150" y="53"/>
                  </a:cubicBezTo>
                  <a:close/>
                  <a:moveTo>
                    <a:pt x="150" y="103"/>
                  </a:moveTo>
                  <a:cubicBezTo>
                    <a:pt x="150" y="147"/>
                    <a:pt x="150" y="147"/>
                    <a:pt x="150" y="147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4" y="108"/>
                    <a:pt x="144" y="108"/>
                    <a:pt x="144" y="108"/>
                  </a:cubicBezTo>
                  <a:cubicBezTo>
                    <a:pt x="150" y="103"/>
                    <a:pt x="150" y="103"/>
                    <a:pt x="150" y="103"/>
                  </a:cubicBezTo>
                  <a:close/>
                  <a:moveTo>
                    <a:pt x="150" y="154"/>
                  </a:moveTo>
                  <a:cubicBezTo>
                    <a:pt x="150" y="170"/>
                    <a:pt x="150" y="170"/>
                    <a:pt x="150" y="170"/>
                  </a:cubicBezTo>
                  <a:cubicBezTo>
                    <a:pt x="149" y="170"/>
                    <a:pt x="149" y="170"/>
                    <a:pt x="149" y="170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44" y="193"/>
                    <a:pt x="144" y="193"/>
                    <a:pt x="144" y="193"/>
                  </a:cubicBezTo>
                  <a:cubicBezTo>
                    <a:pt x="144" y="159"/>
                    <a:pt x="144" y="159"/>
                    <a:pt x="144" y="159"/>
                  </a:cubicBezTo>
                  <a:lnTo>
                    <a:pt x="150" y="154"/>
                  </a:lnTo>
                  <a:close/>
                  <a:moveTo>
                    <a:pt x="128" y="14"/>
                  </a:moveTo>
                  <a:cubicBezTo>
                    <a:pt x="144" y="3"/>
                    <a:pt x="144" y="3"/>
                    <a:pt x="144" y="3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37" y="26"/>
                    <a:pt x="133" y="29"/>
                    <a:pt x="129" y="32"/>
                  </a:cubicBezTo>
                  <a:cubicBezTo>
                    <a:pt x="144" y="52"/>
                    <a:pt x="144" y="52"/>
                    <a:pt x="144" y="52"/>
                  </a:cubicBezTo>
                  <a:cubicBezTo>
                    <a:pt x="144" y="82"/>
                    <a:pt x="144" y="82"/>
                    <a:pt x="144" y="82"/>
                  </a:cubicBezTo>
                  <a:cubicBezTo>
                    <a:pt x="139" y="76"/>
                    <a:pt x="139" y="76"/>
                    <a:pt x="139" y="76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28" y="14"/>
                    <a:pt x="128" y="14"/>
                    <a:pt x="128" y="14"/>
                  </a:cubicBezTo>
                  <a:close/>
                  <a:moveTo>
                    <a:pt x="144" y="308"/>
                  </a:moveTo>
                  <a:cubicBezTo>
                    <a:pt x="128" y="287"/>
                    <a:pt x="128" y="287"/>
                    <a:pt x="128" y="287"/>
                  </a:cubicBezTo>
                  <a:cubicBezTo>
                    <a:pt x="128" y="252"/>
                    <a:pt x="128" y="252"/>
                    <a:pt x="128" y="252"/>
                  </a:cubicBezTo>
                  <a:cubicBezTo>
                    <a:pt x="137" y="265"/>
                    <a:pt x="137" y="265"/>
                    <a:pt x="137" y="265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4" y="308"/>
                    <a:pt x="144" y="308"/>
                    <a:pt x="144" y="308"/>
                  </a:cubicBezTo>
                  <a:close/>
                  <a:moveTo>
                    <a:pt x="144" y="107"/>
                  </a:moveTo>
                  <a:cubicBezTo>
                    <a:pt x="144" y="138"/>
                    <a:pt x="144" y="138"/>
                    <a:pt x="144" y="13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28" y="134"/>
                    <a:pt x="128" y="134"/>
                    <a:pt x="128" y="134"/>
                  </a:cubicBezTo>
                  <a:cubicBezTo>
                    <a:pt x="128" y="119"/>
                    <a:pt x="128" y="119"/>
                    <a:pt x="128" y="119"/>
                  </a:cubicBezTo>
                  <a:cubicBezTo>
                    <a:pt x="130" y="118"/>
                    <a:pt x="130" y="118"/>
                    <a:pt x="130" y="118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44" y="107"/>
                    <a:pt x="144" y="107"/>
                    <a:pt x="144" y="107"/>
                  </a:cubicBezTo>
                  <a:close/>
                  <a:moveTo>
                    <a:pt x="144" y="159"/>
                  </a:moveTo>
                  <a:cubicBezTo>
                    <a:pt x="144" y="193"/>
                    <a:pt x="144" y="193"/>
                    <a:pt x="144" y="193"/>
                  </a:cubicBezTo>
                  <a:cubicBezTo>
                    <a:pt x="135" y="180"/>
                    <a:pt x="135" y="180"/>
                    <a:pt x="135" y="180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4" y="159"/>
                    <a:pt x="144" y="159"/>
                    <a:pt x="144" y="159"/>
                  </a:cubicBezTo>
                  <a:close/>
                  <a:moveTo>
                    <a:pt x="144" y="210"/>
                  </a:moveTo>
                  <a:cubicBezTo>
                    <a:pt x="144" y="249"/>
                    <a:pt x="144" y="249"/>
                    <a:pt x="144" y="249"/>
                  </a:cubicBezTo>
                  <a:cubicBezTo>
                    <a:pt x="132" y="233"/>
                    <a:pt x="132" y="233"/>
                    <a:pt x="132" y="233"/>
                  </a:cubicBezTo>
                  <a:cubicBezTo>
                    <a:pt x="128" y="236"/>
                    <a:pt x="128" y="236"/>
                    <a:pt x="128" y="236"/>
                  </a:cubicBezTo>
                  <a:cubicBezTo>
                    <a:pt x="128" y="197"/>
                    <a:pt x="128" y="197"/>
                    <a:pt x="128" y="197"/>
                  </a:cubicBezTo>
                  <a:cubicBezTo>
                    <a:pt x="139" y="213"/>
                    <a:pt x="139" y="213"/>
                    <a:pt x="139" y="213"/>
                  </a:cubicBezTo>
                  <a:lnTo>
                    <a:pt x="144" y="210"/>
                  </a:lnTo>
                  <a:close/>
                  <a:moveTo>
                    <a:pt x="124" y="17"/>
                  </a:moveTo>
                  <a:cubicBezTo>
                    <a:pt x="128" y="14"/>
                    <a:pt x="128" y="14"/>
                    <a:pt x="128" y="14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27" y="84"/>
                    <a:pt x="127" y="84"/>
                    <a:pt x="127" y="84"/>
                  </a:cubicBezTo>
                  <a:cubicBezTo>
                    <a:pt x="128" y="86"/>
                    <a:pt x="128" y="86"/>
                    <a:pt x="128" y="86"/>
                  </a:cubicBezTo>
                  <a:cubicBezTo>
                    <a:pt x="128" y="116"/>
                    <a:pt x="128" y="116"/>
                    <a:pt x="128" y="116"/>
                  </a:cubicBezTo>
                  <a:cubicBezTo>
                    <a:pt x="124" y="110"/>
                    <a:pt x="124" y="110"/>
                    <a:pt x="124" y="110"/>
                  </a:cubicBezTo>
                  <a:cubicBezTo>
                    <a:pt x="124" y="17"/>
                    <a:pt x="124" y="17"/>
                    <a:pt x="124" y="17"/>
                  </a:cubicBezTo>
                  <a:close/>
                  <a:moveTo>
                    <a:pt x="128" y="287"/>
                  </a:moveTo>
                  <a:cubicBezTo>
                    <a:pt x="124" y="280"/>
                    <a:pt x="124" y="280"/>
                    <a:pt x="124" y="280"/>
                  </a:cubicBezTo>
                  <a:cubicBezTo>
                    <a:pt x="124" y="246"/>
                    <a:pt x="124" y="246"/>
                    <a:pt x="124" y="246"/>
                  </a:cubicBezTo>
                  <a:cubicBezTo>
                    <a:pt x="128" y="252"/>
                    <a:pt x="128" y="252"/>
                    <a:pt x="128" y="252"/>
                  </a:cubicBezTo>
                  <a:cubicBezTo>
                    <a:pt x="128" y="287"/>
                    <a:pt x="128" y="287"/>
                    <a:pt x="128" y="287"/>
                  </a:cubicBezTo>
                  <a:close/>
                  <a:moveTo>
                    <a:pt x="128" y="119"/>
                  </a:moveTo>
                  <a:cubicBezTo>
                    <a:pt x="128" y="134"/>
                    <a:pt x="128" y="134"/>
                    <a:pt x="128" y="134"/>
                  </a:cubicBezTo>
                  <a:cubicBezTo>
                    <a:pt x="125" y="136"/>
                    <a:pt x="125" y="136"/>
                    <a:pt x="125" y="136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88"/>
                    <a:pt x="124" y="188"/>
                    <a:pt x="124" y="188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8" y="119"/>
                    <a:pt x="128" y="119"/>
                    <a:pt x="128" y="119"/>
                  </a:cubicBezTo>
                  <a:close/>
                  <a:moveTo>
                    <a:pt x="128" y="197"/>
                  </a:moveTo>
                  <a:cubicBezTo>
                    <a:pt x="128" y="236"/>
                    <a:pt x="128" y="236"/>
                    <a:pt x="128" y="236"/>
                  </a:cubicBezTo>
                  <a:cubicBezTo>
                    <a:pt x="124" y="239"/>
                    <a:pt x="124" y="239"/>
                    <a:pt x="124" y="239"/>
                  </a:cubicBezTo>
                  <a:cubicBezTo>
                    <a:pt x="124" y="223"/>
                    <a:pt x="124" y="223"/>
                    <a:pt x="124" y="223"/>
                  </a:cubicBezTo>
                  <a:cubicBezTo>
                    <a:pt x="125" y="222"/>
                    <a:pt x="125" y="222"/>
                    <a:pt x="125" y="222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24" y="191"/>
                    <a:pt x="124" y="191"/>
                    <a:pt x="124" y="191"/>
                  </a:cubicBezTo>
                  <a:lnTo>
                    <a:pt x="128" y="197"/>
                  </a:lnTo>
                  <a:close/>
                  <a:moveTo>
                    <a:pt x="115" y="23"/>
                  </a:moveTo>
                  <a:cubicBezTo>
                    <a:pt x="124" y="17"/>
                    <a:pt x="124" y="17"/>
                    <a:pt x="124" y="17"/>
                  </a:cubicBezTo>
                  <a:cubicBezTo>
                    <a:pt x="124" y="110"/>
                    <a:pt x="124" y="110"/>
                    <a:pt x="124" y="110"/>
                  </a:cubicBezTo>
                  <a:cubicBezTo>
                    <a:pt x="115" y="98"/>
                    <a:pt x="115" y="98"/>
                    <a:pt x="115" y="98"/>
                  </a:cubicBezTo>
                  <a:cubicBezTo>
                    <a:pt x="115" y="23"/>
                    <a:pt x="115" y="23"/>
                    <a:pt x="115" y="23"/>
                  </a:cubicBezTo>
                  <a:close/>
                  <a:moveTo>
                    <a:pt x="124" y="280"/>
                  </a:moveTo>
                  <a:cubicBezTo>
                    <a:pt x="115" y="268"/>
                    <a:pt x="115" y="268"/>
                    <a:pt x="115" y="268"/>
                  </a:cubicBezTo>
                  <a:cubicBezTo>
                    <a:pt x="115" y="229"/>
                    <a:pt x="115" y="229"/>
                    <a:pt x="115" y="229"/>
                  </a:cubicBezTo>
                  <a:cubicBezTo>
                    <a:pt x="124" y="223"/>
                    <a:pt x="124" y="223"/>
                    <a:pt x="124" y="223"/>
                  </a:cubicBezTo>
                  <a:cubicBezTo>
                    <a:pt x="124" y="239"/>
                    <a:pt x="124" y="239"/>
                    <a:pt x="124" y="239"/>
                  </a:cubicBezTo>
                  <a:cubicBezTo>
                    <a:pt x="121" y="241"/>
                    <a:pt x="121" y="241"/>
                    <a:pt x="121" y="241"/>
                  </a:cubicBezTo>
                  <a:cubicBezTo>
                    <a:pt x="124" y="246"/>
                    <a:pt x="124" y="246"/>
                    <a:pt x="124" y="246"/>
                  </a:cubicBezTo>
                  <a:cubicBezTo>
                    <a:pt x="124" y="280"/>
                    <a:pt x="124" y="280"/>
                    <a:pt x="124" y="280"/>
                  </a:cubicBezTo>
                  <a:close/>
                  <a:moveTo>
                    <a:pt x="124" y="122"/>
                  </a:moveTo>
                  <a:cubicBezTo>
                    <a:pt x="124" y="188"/>
                    <a:pt x="124" y="188"/>
                    <a:pt x="124" y="188"/>
                  </a:cubicBezTo>
                  <a:cubicBezTo>
                    <a:pt x="123" y="189"/>
                    <a:pt x="123" y="189"/>
                    <a:pt x="123" y="189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24" y="221"/>
                    <a:pt x="124" y="221"/>
                    <a:pt x="124" y="221"/>
                  </a:cubicBezTo>
                  <a:cubicBezTo>
                    <a:pt x="115" y="208"/>
                    <a:pt x="115" y="208"/>
                    <a:pt x="115" y="208"/>
                  </a:cubicBezTo>
                  <a:cubicBezTo>
                    <a:pt x="115" y="123"/>
                    <a:pt x="115" y="123"/>
                    <a:pt x="115" y="123"/>
                  </a:cubicBezTo>
                  <a:cubicBezTo>
                    <a:pt x="118" y="126"/>
                    <a:pt x="118" y="126"/>
                    <a:pt x="118" y="126"/>
                  </a:cubicBezTo>
                  <a:lnTo>
                    <a:pt x="124" y="122"/>
                  </a:lnTo>
                  <a:close/>
                  <a:moveTo>
                    <a:pt x="102" y="32"/>
                  </a:moveTo>
                  <a:cubicBezTo>
                    <a:pt x="115" y="23"/>
                    <a:pt x="115" y="23"/>
                    <a:pt x="115" y="23"/>
                  </a:cubicBezTo>
                  <a:cubicBezTo>
                    <a:pt x="115" y="98"/>
                    <a:pt x="115" y="98"/>
                    <a:pt x="115" y="98"/>
                  </a:cubicBezTo>
                  <a:cubicBezTo>
                    <a:pt x="113" y="94"/>
                    <a:pt x="113" y="94"/>
                    <a:pt x="113" y="94"/>
                  </a:cubicBezTo>
                  <a:cubicBezTo>
                    <a:pt x="102" y="102"/>
                    <a:pt x="102" y="102"/>
                    <a:pt x="102" y="102"/>
                  </a:cubicBezTo>
                  <a:cubicBezTo>
                    <a:pt x="102" y="86"/>
                    <a:pt x="102" y="86"/>
                    <a:pt x="102" y="86"/>
                  </a:cubicBezTo>
                  <a:cubicBezTo>
                    <a:pt x="106" y="84"/>
                    <a:pt x="106" y="84"/>
                    <a:pt x="106" y="84"/>
                  </a:cubicBezTo>
                  <a:cubicBezTo>
                    <a:pt x="102" y="79"/>
                    <a:pt x="102" y="79"/>
                    <a:pt x="102" y="79"/>
                  </a:cubicBezTo>
                  <a:cubicBezTo>
                    <a:pt x="102" y="32"/>
                    <a:pt x="102" y="32"/>
                    <a:pt x="102" y="32"/>
                  </a:cubicBezTo>
                  <a:close/>
                  <a:moveTo>
                    <a:pt x="115" y="268"/>
                  </a:moveTo>
                  <a:cubicBezTo>
                    <a:pt x="102" y="249"/>
                    <a:pt x="102" y="249"/>
                    <a:pt x="102" y="249"/>
                  </a:cubicBezTo>
                  <a:cubicBezTo>
                    <a:pt x="102" y="215"/>
                    <a:pt x="102" y="215"/>
                    <a:pt x="102" y="215"/>
                  </a:cubicBezTo>
                  <a:cubicBezTo>
                    <a:pt x="113" y="231"/>
                    <a:pt x="113" y="231"/>
                    <a:pt x="113" y="231"/>
                  </a:cubicBezTo>
                  <a:cubicBezTo>
                    <a:pt x="115" y="229"/>
                    <a:pt x="115" y="229"/>
                    <a:pt x="115" y="229"/>
                  </a:cubicBezTo>
                  <a:cubicBezTo>
                    <a:pt x="115" y="268"/>
                    <a:pt x="115" y="268"/>
                    <a:pt x="115" y="268"/>
                  </a:cubicBezTo>
                  <a:close/>
                  <a:moveTo>
                    <a:pt x="115" y="123"/>
                  </a:moveTo>
                  <a:cubicBezTo>
                    <a:pt x="115" y="208"/>
                    <a:pt x="115" y="208"/>
                    <a:pt x="115" y="208"/>
                  </a:cubicBezTo>
                  <a:cubicBezTo>
                    <a:pt x="109" y="199"/>
                    <a:pt x="109" y="199"/>
                    <a:pt x="109" y="199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2" y="104"/>
                    <a:pt x="102" y="104"/>
                    <a:pt x="102" y="104"/>
                  </a:cubicBezTo>
                  <a:lnTo>
                    <a:pt x="115" y="123"/>
                  </a:lnTo>
                  <a:close/>
                  <a:moveTo>
                    <a:pt x="91" y="40"/>
                  </a:moveTo>
                  <a:cubicBezTo>
                    <a:pt x="102" y="32"/>
                    <a:pt x="102" y="32"/>
                    <a:pt x="102" y="32"/>
                  </a:cubicBezTo>
                  <a:cubicBezTo>
                    <a:pt x="102" y="79"/>
                    <a:pt x="102" y="79"/>
                    <a:pt x="102" y="79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40"/>
                    <a:pt x="91" y="40"/>
                    <a:pt x="91" y="40"/>
                  </a:cubicBezTo>
                  <a:close/>
                  <a:moveTo>
                    <a:pt x="102" y="249"/>
                  </a:moveTo>
                  <a:cubicBezTo>
                    <a:pt x="91" y="234"/>
                    <a:pt x="91" y="234"/>
                    <a:pt x="91" y="234"/>
                  </a:cubicBezTo>
                  <a:cubicBezTo>
                    <a:pt x="91" y="195"/>
                    <a:pt x="91" y="195"/>
                    <a:pt x="91" y="195"/>
                  </a:cubicBezTo>
                  <a:cubicBezTo>
                    <a:pt x="101" y="188"/>
                    <a:pt x="101" y="188"/>
                    <a:pt x="101" y="188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91" y="144"/>
                    <a:pt x="91" y="144"/>
                    <a:pt x="91" y="144"/>
                  </a:cubicBezTo>
                  <a:cubicBezTo>
                    <a:pt x="92" y="144"/>
                    <a:pt x="92" y="144"/>
                    <a:pt x="92" y="144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97" y="207"/>
                    <a:pt x="97" y="207"/>
                    <a:pt x="97" y="207"/>
                  </a:cubicBezTo>
                  <a:cubicBezTo>
                    <a:pt x="102" y="215"/>
                    <a:pt x="102" y="215"/>
                    <a:pt x="102" y="215"/>
                  </a:cubicBezTo>
                  <a:cubicBezTo>
                    <a:pt x="102" y="249"/>
                    <a:pt x="102" y="249"/>
                    <a:pt x="102" y="249"/>
                  </a:cubicBezTo>
                  <a:close/>
                  <a:moveTo>
                    <a:pt x="102" y="86"/>
                  </a:moveTo>
                  <a:cubicBezTo>
                    <a:pt x="102" y="102"/>
                    <a:pt x="102" y="102"/>
                    <a:pt x="102" y="102"/>
                  </a:cubicBezTo>
                  <a:cubicBezTo>
                    <a:pt x="101" y="102"/>
                    <a:pt x="101" y="102"/>
                    <a:pt x="101" y="102"/>
                  </a:cubicBezTo>
                  <a:cubicBezTo>
                    <a:pt x="102" y="104"/>
                    <a:pt x="102" y="104"/>
                    <a:pt x="102" y="104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91" y="119"/>
                    <a:pt x="91" y="119"/>
                    <a:pt x="91" y="119"/>
                  </a:cubicBezTo>
                  <a:cubicBezTo>
                    <a:pt x="91" y="89"/>
                    <a:pt x="91" y="89"/>
                    <a:pt x="91" y="89"/>
                  </a:cubicBezTo>
                  <a:cubicBezTo>
                    <a:pt x="94" y="92"/>
                    <a:pt x="94" y="92"/>
                    <a:pt x="94" y="92"/>
                  </a:cubicBezTo>
                  <a:lnTo>
                    <a:pt x="102" y="86"/>
                  </a:lnTo>
                  <a:close/>
                  <a:moveTo>
                    <a:pt x="78" y="49"/>
                  </a:moveTo>
                  <a:cubicBezTo>
                    <a:pt x="91" y="40"/>
                    <a:pt x="91" y="40"/>
                    <a:pt x="91" y="40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49"/>
                    <a:pt x="78" y="49"/>
                    <a:pt x="78" y="49"/>
                  </a:cubicBezTo>
                  <a:close/>
                  <a:moveTo>
                    <a:pt x="91" y="234"/>
                  </a:moveTo>
                  <a:cubicBezTo>
                    <a:pt x="78" y="215"/>
                    <a:pt x="78" y="215"/>
                    <a:pt x="78" y="215"/>
                  </a:cubicBezTo>
                  <a:cubicBezTo>
                    <a:pt x="78" y="181"/>
                    <a:pt x="78" y="181"/>
                    <a:pt x="78" y="181"/>
                  </a:cubicBezTo>
                  <a:cubicBezTo>
                    <a:pt x="90" y="197"/>
                    <a:pt x="90" y="197"/>
                    <a:pt x="90" y="197"/>
                  </a:cubicBezTo>
                  <a:cubicBezTo>
                    <a:pt x="91" y="195"/>
                    <a:pt x="91" y="195"/>
                    <a:pt x="91" y="195"/>
                  </a:cubicBezTo>
                  <a:cubicBezTo>
                    <a:pt x="91" y="234"/>
                    <a:pt x="91" y="234"/>
                    <a:pt x="91" y="234"/>
                  </a:cubicBezTo>
                  <a:close/>
                  <a:moveTo>
                    <a:pt x="91" y="89"/>
                  </a:moveTo>
                  <a:cubicBezTo>
                    <a:pt x="91" y="119"/>
                    <a:pt x="91" y="119"/>
                    <a:pt x="91" y="119"/>
                  </a:cubicBezTo>
                  <a:cubicBezTo>
                    <a:pt x="87" y="112"/>
                    <a:pt x="87" y="112"/>
                    <a:pt x="87" y="112"/>
                  </a:cubicBezTo>
                  <a:cubicBezTo>
                    <a:pt x="78" y="118"/>
                    <a:pt x="78" y="118"/>
                    <a:pt x="78" y="118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91" y="89"/>
                    <a:pt x="91" y="89"/>
                    <a:pt x="91" y="89"/>
                  </a:cubicBezTo>
                  <a:close/>
                  <a:moveTo>
                    <a:pt x="91" y="144"/>
                  </a:moveTo>
                  <a:cubicBezTo>
                    <a:pt x="91" y="174"/>
                    <a:pt x="91" y="174"/>
                    <a:pt x="91" y="174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78" y="169"/>
                    <a:pt x="78" y="169"/>
                    <a:pt x="78" y="169"/>
                  </a:cubicBezTo>
                  <a:cubicBezTo>
                    <a:pt x="78" y="126"/>
                    <a:pt x="78" y="126"/>
                    <a:pt x="78" y="126"/>
                  </a:cubicBezTo>
                  <a:lnTo>
                    <a:pt x="91" y="144"/>
                  </a:lnTo>
                  <a:close/>
                  <a:moveTo>
                    <a:pt x="65" y="58"/>
                  </a:moveTo>
                  <a:cubicBezTo>
                    <a:pt x="78" y="49"/>
                    <a:pt x="78" y="49"/>
                    <a:pt x="78" y="49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7" y="68"/>
                    <a:pt x="77" y="68"/>
                    <a:pt x="77" y="68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5" y="58"/>
                    <a:pt x="65" y="58"/>
                    <a:pt x="65" y="58"/>
                  </a:cubicBezTo>
                  <a:close/>
                  <a:moveTo>
                    <a:pt x="78" y="215"/>
                  </a:moveTo>
                  <a:cubicBezTo>
                    <a:pt x="78" y="215"/>
                    <a:pt x="78" y="215"/>
                    <a:pt x="78" y="215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07"/>
                    <a:pt x="65" y="107"/>
                    <a:pt x="65" y="107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118"/>
                    <a:pt x="78" y="118"/>
                    <a:pt x="78" y="118"/>
                  </a:cubicBezTo>
                  <a:cubicBezTo>
                    <a:pt x="75" y="121"/>
                    <a:pt x="75" y="121"/>
                    <a:pt x="75" y="121"/>
                  </a:cubicBezTo>
                  <a:cubicBezTo>
                    <a:pt x="78" y="126"/>
                    <a:pt x="78" y="126"/>
                    <a:pt x="78" y="126"/>
                  </a:cubicBezTo>
                  <a:cubicBezTo>
                    <a:pt x="78" y="169"/>
                    <a:pt x="78" y="169"/>
                    <a:pt x="78" y="169"/>
                  </a:cubicBezTo>
                  <a:cubicBezTo>
                    <a:pt x="73" y="173"/>
                    <a:pt x="73" y="173"/>
                    <a:pt x="73" y="173"/>
                  </a:cubicBezTo>
                  <a:cubicBezTo>
                    <a:pt x="78" y="181"/>
                    <a:pt x="78" y="181"/>
                    <a:pt x="78" y="181"/>
                  </a:cubicBezTo>
                  <a:lnTo>
                    <a:pt x="78" y="215"/>
                  </a:lnTo>
                  <a:close/>
                  <a:moveTo>
                    <a:pt x="52" y="67"/>
                  </a:moveTo>
                  <a:cubicBezTo>
                    <a:pt x="65" y="58"/>
                    <a:pt x="65" y="58"/>
                    <a:pt x="65" y="58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3" y="78"/>
                    <a:pt x="63" y="78"/>
                    <a:pt x="63" y="78"/>
                  </a:cubicBezTo>
                  <a:cubicBezTo>
                    <a:pt x="52" y="86"/>
                    <a:pt x="52" y="86"/>
                    <a:pt x="52" y="86"/>
                  </a:cubicBezTo>
                  <a:cubicBezTo>
                    <a:pt x="52" y="67"/>
                    <a:pt x="52" y="67"/>
                    <a:pt x="52" y="67"/>
                  </a:cubicBezTo>
                  <a:close/>
                  <a:moveTo>
                    <a:pt x="65" y="197"/>
                  </a:moveTo>
                  <a:cubicBezTo>
                    <a:pt x="52" y="178"/>
                    <a:pt x="52" y="178"/>
                    <a:pt x="52" y="178"/>
                  </a:cubicBezTo>
                  <a:cubicBezTo>
                    <a:pt x="52" y="121"/>
                    <a:pt x="52" y="121"/>
                    <a:pt x="52" y="121"/>
                  </a:cubicBezTo>
                  <a:cubicBezTo>
                    <a:pt x="54" y="120"/>
                    <a:pt x="54" y="120"/>
                    <a:pt x="54" y="120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2" y="88"/>
                    <a:pt x="52" y="88"/>
                    <a:pt x="52" y="88"/>
                  </a:cubicBezTo>
                  <a:cubicBezTo>
                    <a:pt x="65" y="107"/>
                    <a:pt x="65" y="107"/>
                    <a:pt x="65" y="107"/>
                  </a:cubicBezTo>
                  <a:lnTo>
                    <a:pt x="65" y="197"/>
                  </a:lnTo>
                  <a:close/>
                  <a:moveTo>
                    <a:pt x="39" y="76"/>
                  </a:moveTo>
                  <a:cubicBezTo>
                    <a:pt x="52" y="67"/>
                    <a:pt x="52" y="67"/>
                    <a:pt x="52" y="67"/>
                  </a:cubicBezTo>
                  <a:cubicBezTo>
                    <a:pt x="52" y="86"/>
                    <a:pt x="52" y="86"/>
                    <a:pt x="52" y="86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2" y="88"/>
                    <a:pt x="52" y="88"/>
                    <a:pt x="52" y="88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9" y="76"/>
                    <a:pt x="39" y="76"/>
                    <a:pt x="39" y="76"/>
                  </a:cubicBezTo>
                  <a:close/>
                  <a:moveTo>
                    <a:pt x="52" y="178"/>
                  </a:moveTo>
                  <a:cubicBezTo>
                    <a:pt x="39" y="160"/>
                    <a:pt x="39" y="160"/>
                    <a:pt x="39" y="160"/>
                  </a:cubicBezTo>
                  <a:cubicBezTo>
                    <a:pt x="39" y="125"/>
                    <a:pt x="39" y="125"/>
                    <a:pt x="39" y="125"/>
                  </a:cubicBezTo>
                  <a:cubicBezTo>
                    <a:pt x="42" y="129"/>
                    <a:pt x="42" y="129"/>
                    <a:pt x="42" y="129"/>
                  </a:cubicBezTo>
                  <a:cubicBezTo>
                    <a:pt x="52" y="121"/>
                    <a:pt x="52" y="121"/>
                    <a:pt x="52" y="121"/>
                  </a:cubicBezTo>
                  <a:lnTo>
                    <a:pt x="52" y="178"/>
                  </a:lnTo>
                  <a:close/>
                  <a:moveTo>
                    <a:pt x="0" y="104"/>
                  </a:moveTo>
                  <a:cubicBezTo>
                    <a:pt x="39" y="76"/>
                    <a:pt x="39" y="76"/>
                    <a:pt x="39" y="76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7" y="97"/>
                    <a:pt x="37" y="97"/>
                    <a:pt x="37" y="97"/>
                  </a:cubicBezTo>
                  <a:cubicBezTo>
                    <a:pt x="33" y="100"/>
                    <a:pt x="29" y="102"/>
                    <a:pt x="25" y="105"/>
                  </a:cubicBezTo>
                  <a:cubicBezTo>
                    <a:pt x="39" y="125"/>
                    <a:pt x="39" y="125"/>
                    <a:pt x="39" y="125"/>
                  </a:cubicBezTo>
                  <a:cubicBezTo>
                    <a:pt x="39" y="160"/>
                    <a:pt x="39" y="160"/>
                    <a:pt x="39" y="160"/>
                  </a:cubicBezTo>
                  <a:lnTo>
                    <a:pt x="0" y="10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7" name="ïŝľîḋè"/>
            <p:cNvSpPr/>
            <p:nvPr/>
          </p:nvSpPr>
          <p:spPr bwMode="auto">
            <a:xfrm flipH="1">
              <a:off x="3977638" y="2203459"/>
              <a:ext cx="239292" cy="498501"/>
            </a:xfrm>
            <a:custGeom>
              <a:avLst/>
              <a:gdLst>
                <a:gd name="T0" fmla="*/ 129 w 143"/>
                <a:gd name="T1" fmla="*/ 305 h 305"/>
                <a:gd name="T2" fmla="*/ 143 w 143"/>
                <a:gd name="T3" fmla="*/ 301 h 305"/>
                <a:gd name="T4" fmla="*/ 109 w 143"/>
                <a:gd name="T5" fmla="*/ 199 h 305"/>
                <a:gd name="T6" fmla="*/ 78 w 143"/>
                <a:gd name="T7" fmla="*/ 105 h 305"/>
                <a:gd name="T8" fmla="*/ 87 w 143"/>
                <a:gd name="T9" fmla="*/ 73 h 305"/>
                <a:gd name="T10" fmla="*/ 86 w 143"/>
                <a:gd name="T11" fmla="*/ 71 h 305"/>
                <a:gd name="T12" fmla="*/ 100 w 143"/>
                <a:gd name="T13" fmla="*/ 43 h 305"/>
                <a:gd name="T14" fmla="*/ 83 w 143"/>
                <a:gd name="T15" fmla="*/ 28 h 305"/>
                <a:gd name="T16" fmla="*/ 82 w 143"/>
                <a:gd name="T17" fmla="*/ 24 h 305"/>
                <a:gd name="T18" fmla="*/ 45 w 143"/>
                <a:gd name="T19" fmla="*/ 5 h 305"/>
                <a:gd name="T20" fmla="*/ 27 w 143"/>
                <a:gd name="T21" fmla="*/ 21 h 305"/>
                <a:gd name="T22" fmla="*/ 24 w 143"/>
                <a:gd name="T23" fmla="*/ 22 h 305"/>
                <a:gd name="T24" fmla="*/ 5 w 143"/>
                <a:gd name="T25" fmla="*/ 59 h 305"/>
                <a:gd name="T26" fmla="*/ 29 w 143"/>
                <a:gd name="T27" fmla="*/ 79 h 305"/>
                <a:gd name="T28" fmla="*/ 31 w 143"/>
                <a:gd name="T29" fmla="*/ 92 h 305"/>
                <a:gd name="T30" fmla="*/ 65 w 143"/>
                <a:gd name="T31" fmla="*/ 111 h 305"/>
                <a:gd name="T32" fmla="*/ 95 w 143"/>
                <a:gd name="T33" fmla="*/ 203 h 305"/>
                <a:gd name="T34" fmla="*/ 129 w 143"/>
                <a:gd name="T35" fmla="*/ 30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3" h="305">
                  <a:moveTo>
                    <a:pt x="129" y="305"/>
                  </a:moveTo>
                  <a:cubicBezTo>
                    <a:pt x="133" y="304"/>
                    <a:pt x="138" y="302"/>
                    <a:pt x="143" y="301"/>
                  </a:cubicBezTo>
                  <a:cubicBezTo>
                    <a:pt x="131" y="267"/>
                    <a:pt x="120" y="233"/>
                    <a:pt x="109" y="199"/>
                  </a:cubicBezTo>
                  <a:cubicBezTo>
                    <a:pt x="78" y="105"/>
                    <a:pt x="78" y="105"/>
                    <a:pt x="78" y="105"/>
                  </a:cubicBezTo>
                  <a:cubicBezTo>
                    <a:pt x="87" y="97"/>
                    <a:pt x="91" y="85"/>
                    <a:pt x="87" y="73"/>
                  </a:cubicBezTo>
                  <a:cubicBezTo>
                    <a:pt x="87" y="72"/>
                    <a:pt x="86" y="72"/>
                    <a:pt x="86" y="71"/>
                  </a:cubicBezTo>
                  <a:cubicBezTo>
                    <a:pt x="97" y="67"/>
                    <a:pt x="104" y="54"/>
                    <a:pt x="100" y="43"/>
                  </a:cubicBezTo>
                  <a:cubicBezTo>
                    <a:pt x="97" y="35"/>
                    <a:pt x="91" y="30"/>
                    <a:pt x="83" y="28"/>
                  </a:cubicBezTo>
                  <a:cubicBezTo>
                    <a:pt x="83" y="26"/>
                    <a:pt x="83" y="25"/>
                    <a:pt x="82" y="24"/>
                  </a:cubicBezTo>
                  <a:cubicBezTo>
                    <a:pt x="77" y="8"/>
                    <a:pt x="60" y="0"/>
                    <a:pt x="45" y="5"/>
                  </a:cubicBezTo>
                  <a:cubicBezTo>
                    <a:pt x="37" y="8"/>
                    <a:pt x="30" y="14"/>
                    <a:pt x="27" y="21"/>
                  </a:cubicBezTo>
                  <a:cubicBezTo>
                    <a:pt x="26" y="21"/>
                    <a:pt x="25" y="21"/>
                    <a:pt x="24" y="22"/>
                  </a:cubicBezTo>
                  <a:cubicBezTo>
                    <a:pt x="9" y="27"/>
                    <a:pt x="0" y="43"/>
                    <a:pt x="5" y="59"/>
                  </a:cubicBezTo>
                  <a:cubicBezTo>
                    <a:pt x="9" y="70"/>
                    <a:pt x="18" y="78"/>
                    <a:pt x="29" y="79"/>
                  </a:cubicBezTo>
                  <a:cubicBezTo>
                    <a:pt x="29" y="83"/>
                    <a:pt x="29" y="87"/>
                    <a:pt x="31" y="92"/>
                  </a:cubicBezTo>
                  <a:cubicBezTo>
                    <a:pt x="35" y="106"/>
                    <a:pt x="50" y="114"/>
                    <a:pt x="65" y="111"/>
                  </a:cubicBezTo>
                  <a:cubicBezTo>
                    <a:pt x="95" y="203"/>
                    <a:pt x="95" y="203"/>
                    <a:pt x="95" y="203"/>
                  </a:cubicBezTo>
                  <a:cubicBezTo>
                    <a:pt x="106" y="237"/>
                    <a:pt x="117" y="271"/>
                    <a:pt x="129" y="30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8" name="îṥļîďé"/>
            <p:cNvSpPr/>
            <p:nvPr/>
          </p:nvSpPr>
          <p:spPr bwMode="auto">
            <a:xfrm flipH="1">
              <a:off x="3831983" y="2353720"/>
              <a:ext cx="204958" cy="312706"/>
            </a:xfrm>
            <a:custGeom>
              <a:avLst/>
              <a:gdLst>
                <a:gd name="T0" fmla="*/ 89 w 122"/>
                <a:gd name="T1" fmla="*/ 191 h 191"/>
                <a:gd name="T2" fmla="*/ 103 w 122"/>
                <a:gd name="T3" fmla="*/ 186 h 191"/>
                <a:gd name="T4" fmla="*/ 82 w 122"/>
                <a:gd name="T5" fmla="*/ 121 h 191"/>
                <a:gd name="T6" fmla="*/ 95 w 122"/>
                <a:gd name="T7" fmla="*/ 98 h 191"/>
                <a:gd name="T8" fmla="*/ 98 w 122"/>
                <a:gd name="T9" fmla="*/ 97 h 191"/>
                <a:gd name="T10" fmla="*/ 117 w 122"/>
                <a:gd name="T11" fmla="*/ 60 h 191"/>
                <a:gd name="T12" fmla="*/ 93 w 122"/>
                <a:gd name="T13" fmla="*/ 39 h 191"/>
                <a:gd name="T14" fmla="*/ 95 w 122"/>
                <a:gd name="T15" fmla="*/ 21 h 191"/>
                <a:gd name="T16" fmla="*/ 67 w 122"/>
                <a:gd name="T17" fmla="*/ 7 h 191"/>
                <a:gd name="T18" fmla="*/ 57 w 122"/>
                <a:gd name="T19" fmla="*/ 14 h 191"/>
                <a:gd name="T20" fmla="*/ 24 w 122"/>
                <a:gd name="T21" fmla="*/ 4 h 191"/>
                <a:gd name="T22" fmla="*/ 5 w 122"/>
                <a:gd name="T23" fmla="*/ 41 h 191"/>
                <a:gd name="T24" fmla="*/ 18 w 122"/>
                <a:gd name="T25" fmla="*/ 58 h 191"/>
                <a:gd name="T26" fmla="*/ 10 w 122"/>
                <a:gd name="T27" fmla="*/ 83 h 191"/>
                <a:gd name="T28" fmla="*/ 36 w 122"/>
                <a:gd name="T29" fmla="*/ 97 h 191"/>
                <a:gd name="T30" fmla="*/ 37 w 122"/>
                <a:gd name="T31" fmla="*/ 106 h 191"/>
                <a:gd name="T32" fmla="*/ 68 w 122"/>
                <a:gd name="T33" fmla="*/ 126 h 191"/>
                <a:gd name="T34" fmla="*/ 89 w 122"/>
                <a:gd name="T3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2" h="191">
                  <a:moveTo>
                    <a:pt x="89" y="191"/>
                  </a:moveTo>
                  <a:cubicBezTo>
                    <a:pt x="94" y="189"/>
                    <a:pt x="98" y="188"/>
                    <a:pt x="103" y="186"/>
                  </a:cubicBezTo>
                  <a:cubicBezTo>
                    <a:pt x="82" y="121"/>
                    <a:pt x="82" y="121"/>
                    <a:pt x="82" y="121"/>
                  </a:cubicBezTo>
                  <a:cubicBezTo>
                    <a:pt x="90" y="116"/>
                    <a:pt x="94" y="107"/>
                    <a:pt x="95" y="98"/>
                  </a:cubicBezTo>
                  <a:cubicBezTo>
                    <a:pt x="96" y="98"/>
                    <a:pt x="97" y="97"/>
                    <a:pt x="98" y="97"/>
                  </a:cubicBezTo>
                  <a:cubicBezTo>
                    <a:pt x="114" y="92"/>
                    <a:pt x="122" y="75"/>
                    <a:pt x="117" y="60"/>
                  </a:cubicBezTo>
                  <a:cubicBezTo>
                    <a:pt x="113" y="48"/>
                    <a:pt x="104" y="41"/>
                    <a:pt x="93" y="39"/>
                  </a:cubicBezTo>
                  <a:cubicBezTo>
                    <a:pt x="96" y="34"/>
                    <a:pt x="97" y="27"/>
                    <a:pt x="95" y="21"/>
                  </a:cubicBezTo>
                  <a:cubicBezTo>
                    <a:pt x="91" y="9"/>
                    <a:pt x="79" y="3"/>
                    <a:pt x="67" y="7"/>
                  </a:cubicBezTo>
                  <a:cubicBezTo>
                    <a:pt x="63" y="8"/>
                    <a:pt x="59" y="11"/>
                    <a:pt x="57" y="14"/>
                  </a:cubicBezTo>
                  <a:cubicBezTo>
                    <a:pt x="49" y="4"/>
                    <a:pt x="36" y="0"/>
                    <a:pt x="24" y="4"/>
                  </a:cubicBezTo>
                  <a:cubicBezTo>
                    <a:pt x="8" y="9"/>
                    <a:pt x="0" y="26"/>
                    <a:pt x="5" y="41"/>
                  </a:cubicBezTo>
                  <a:cubicBezTo>
                    <a:pt x="7" y="48"/>
                    <a:pt x="12" y="54"/>
                    <a:pt x="18" y="58"/>
                  </a:cubicBezTo>
                  <a:cubicBezTo>
                    <a:pt x="10" y="63"/>
                    <a:pt x="7" y="73"/>
                    <a:pt x="10" y="83"/>
                  </a:cubicBezTo>
                  <a:cubicBezTo>
                    <a:pt x="14" y="94"/>
                    <a:pt x="25" y="100"/>
                    <a:pt x="36" y="97"/>
                  </a:cubicBezTo>
                  <a:cubicBezTo>
                    <a:pt x="36" y="100"/>
                    <a:pt x="36" y="103"/>
                    <a:pt x="37" y="106"/>
                  </a:cubicBezTo>
                  <a:cubicBezTo>
                    <a:pt x="42" y="119"/>
                    <a:pt x="54" y="127"/>
                    <a:pt x="68" y="126"/>
                  </a:cubicBezTo>
                  <a:lnTo>
                    <a:pt x="89" y="1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9" name="í$ḻïďe"/>
            <p:cNvSpPr/>
            <p:nvPr/>
          </p:nvSpPr>
          <p:spPr bwMode="auto">
            <a:xfrm flipH="1">
              <a:off x="2792625" y="2208536"/>
              <a:ext cx="211201" cy="490379"/>
            </a:xfrm>
            <a:custGeom>
              <a:avLst/>
              <a:gdLst>
                <a:gd name="T0" fmla="*/ 8 w 126"/>
                <a:gd name="T1" fmla="*/ 297 h 300"/>
                <a:gd name="T2" fmla="*/ 22 w 126"/>
                <a:gd name="T3" fmla="*/ 300 h 300"/>
                <a:gd name="T4" fmla="*/ 44 w 126"/>
                <a:gd name="T5" fmla="*/ 198 h 300"/>
                <a:gd name="T6" fmla="*/ 61 w 126"/>
                <a:gd name="T7" fmla="*/ 118 h 300"/>
                <a:gd name="T8" fmla="*/ 68 w 126"/>
                <a:gd name="T9" fmla="*/ 122 h 300"/>
                <a:gd name="T10" fmla="*/ 95 w 126"/>
                <a:gd name="T11" fmla="*/ 107 h 300"/>
                <a:gd name="T12" fmla="*/ 94 w 126"/>
                <a:gd name="T13" fmla="*/ 90 h 300"/>
                <a:gd name="T14" fmla="*/ 122 w 126"/>
                <a:gd name="T15" fmla="*/ 68 h 300"/>
                <a:gd name="T16" fmla="*/ 101 w 126"/>
                <a:gd name="T17" fmla="*/ 32 h 300"/>
                <a:gd name="T18" fmla="*/ 91 w 126"/>
                <a:gd name="T19" fmla="*/ 31 h 300"/>
                <a:gd name="T20" fmla="*/ 69 w 126"/>
                <a:gd name="T21" fmla="*/ 4 h 300"/>
                <a:gd name="T22" fmla="*/ 33 w 126"/>
                <a:gd name="T23" fmla="*/ 25 h 300"/>
                <a:gd name="T24" fmla="*/ 43 w 126"/>
                <a:gd name="T25" fmla="*/ 56 h 300"/>
                <a:gd name="T26" fmla="*/ 28 w 126"/>
                <a:gd name="T27" fmla="*/ 70 h 300"/>
                <a:gd name="T28" fmla="*/ 4 w 126"/>
                <a:gd name="T29" fmla="*/ 91 h 300"/>
                <a:gd name="T30" fmla="*/ 25 w 126"/>
                <a:gd name="T31" fmla="*/ 127 h 300"/>
                <a:gd name="T32" fmla="*/ 44 w 126"/>
                <a:gd name="T33" fmla="*/ 126 h 300"/>
                <a:gd name="T34" fmla="*/ 30 w 126"/>
                <a:gd name="T35" fmla="*/ 194 h 300"/>
                <a:gd name="T36" fmla="*/ 8 w 126"/>
                <a:gd name="T37" fmla="*/ 297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6" h="300">
                  <a:moveTo>
                    <a:pt x="8" y="297"/>
                  </a:moveTo>
                  <a:cubicBezTo>
                    <a:pt x="13" y="298"/>
                    <a:pt x="18" y="299"/>
                    <a:pt x="22" y="300"/>
                  </a:cubicBezTo>
                  <a:cubicBezTo>
                    <a:pt x="30" y="266"/>
                    <a:pt x="37" y="232"/>
                    <a:pt x="44" y="198"/>
                  </a:cubicBezTo>
                  <a:cubicBezTo>
                    <a:pt x="61" y="118"/>
                    <a:pt x="61" y="118"/>
                    <a:pt x="61" y="118"/>
                  </a:cubicBezTo>
                  <a:cubicBezTo>
                    <a:pt x="63" y="120"/>
                    <a:pt x="66" y="121"/>
                    <a:pt x="68" y="122"/>
                  </a:cubicBezTo>
                  <a:cubicBezTo>
                    <a:pt x="80" y="125"/>
                    <a:pt x="92" y="118"/>
                    <a:pt x="95" y="107"/>
                  </a:cubicBezTo>
                  <a:cubicBezTo>
                    <a:pt x="97" y="101"/>
                    <a:pt x="96" y="95"/>
                    <a:pt x="94" y="90"/>
                  </a:cubicBezTo>
                  <a:cubicBezTo>
                    <a:pt x="107" y="90"/>
                    <a:pt x="118" y="82"/>
                    <a:pt x="122" y="68"/>
                  </a:cubicBezTo>
                  <a:cubicBezTo>
                    <a:pt x="126" y="53"/>
                    <a:pt x="117" y="36"/>
                    <a:pt x="101" y="32"/>
                  </a:cubicBezTo>
                  <a:cubicBezTo>
                    <a:pt x="98" y="31"/>
                    <a:pt x="95" y="31"/>
                    <a:pt x="91" y="31"/>
                  </a:cubicBezTo>
                  <a:cubicBezTo>
                    <a:pt x="91" y="19"/>
                    <a:pt x="82" y="7"/>
                    <a:pt x="69" y="4"/>
                  </a:cubicBezTo>
                  <a:cubicBezTo>
                    <a:pt x="54" y="0"/>
                    <a:pt x="37" y="9"/>
                    <a:pt x="33" y="25"/>
                  </a:cubicBezTo>
                  <a:cubicBezTo>
                    <a:pt x="30" y="36"/>
                    <a:pt x="34" y="48"/>
                    <a:pt x="43" y="56"/>
                  </a:cubicBezTo>
                  <a:cubicBezTo>
                    <a:pt x="37" y="58"/>
                    <a:pt x="31" y="63"/>
                    <a:pt x="28" y="70"/>
                  </a:cubicBezTo>
                  <a:cubicBezTo>
                    <a:pt x="17" y="71"/>
                    <a:pt x="7" y="80"/>
                    <a:pt x="4" y="91"/>
                  </a:cubicBezTo>
                  <a:cubicBezTo>
                    <a:pt x="0" y="107"/>
                    <a:pt x="9" y="123"/>
                    <a:pt x="25" y="127"/>
                  </a:cubicBezTo>
                  <a:cubicBezTo>
                    <a:pt x="32" y="129"/>
                    <a:pt x="38" y="129"/>
                    <a:pt x="44" y="126"/>
                  </a:cubicBezTo>
                  <a:cubicBezTo>
                    <a:pt x="30" y="194"/>
                    <a:pt x="30" y="194"/>
                    <a:pt x="30" y="194"/>
                  </a:cubicBezTo>
                  <a:cubicBezTo>
                    <a:pt x="22" y="228"/>
                    <a:pt x="15" y="263"/>
                    <a:pt x="8" y="29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0" name="íṧḷîḓê"/>
            <p:cNvSpPr/>
            <p:nvPr/>
          </p:nvSpPr>
          <p:spPr bwMode="auto">
            <a:xfrm flipH="1">
              <a:off x="2914351" y="2259299"/>
              <a:ext cx="299635" cy="404081"/>
            </a:xfrm>
            <a:custGeom>
              <a:avLst/>
              <a:gdLst>
                <a:gd name="T0" fmla="*/ 31 w 179"/>
                <a:gd name="T1" fmla="*/ 244 h 247"/>
                <a:gd name="T2" fmla="*/ 45 w 179"/>
                <a:gd name="T3" fmla="*/ 247 h 247"/>
                <a:gd name="T4" fmla="*/ 60 w 179"/>
                <a:gd name="T5" fmla="*/ 176 h 247"/>
                <a:gd name="T6" fmla="*/ 70 w 179"/>
                <a:gd name="T7" fmla="*/ 179 h 247"/>
                <a:gd name="T8" fmla="*/ 92 w 179"/>
                <a:gd name="T9" fmla="*/ 160 h 247"/>
                <a:gd name="T10" fmla="*/ 101 w 179"/>
                <a:gd name="T11" fmla="*/ 161 h 247"/>
                <a:gd name="T12" fmla="*/ 131 w 179"/>
                <a:gd name="T13" fmla="*/ 133 h 247"/>
                <a:gd name="T14" fmla="*/ 112 w 179"/>
                <a:gd name="T15" fmla="*/ 104 h 247"/>
                <a:gd name="T16" fmla="*/ 114 w 179"/>
                <a:gd name="T17" fmla="*/ 94 h 247"/>
                <a:gd name="T18" fmla="*/ 86 w 179"/>
                <a:gd name="T19" fmla="*/ 64 h 247"/>
                <a:gd name="T20" fmla="*/ 57 w 179"/>
                <a:gd name="T21" fmla="*/ 84 h 247"/>
                <a:gd name="T22" fmla="*/ 41 w 179"/>
                <a:gd name="T23" fmla="*/ 77 h 247"/>
                <a:gd name="T24" fmla="*/ 19 w 179"/>
                <a:gd name="T25" fmla="*/ 98 h 247"/>
                <a:gd name="T26" fmla="*/ 22 w 179"/>
                <a:gd name="T27" fmla="*/ 111 h 247"/>
                <a:gd name="T28" fmla="*/ 0 w 179"/>
                <a:gd name="T29" fmla="*/ 138 h 247"/>
                <a:gd name="T30" fmla="*/ 29 w 179"/>
                <a:gd name="T31" fmla="*/ 169 h 247"/>
                <a:gd name="T32" fmla="*/ 48 w 179"/>
                <a:gd name="T33" fmla="*/ 163 h 247"/>
                <a:gd name="T34" fmla="*/ 31 w 179"/>
                <a:gd name="T35" fmla="*/ 244 h 247"/>
                <a:gd name="T36" fmla="*/ 149 w 179"/>
                <a:gd name="T37" fmla="*/ 45 h 247"/>
                <a:gd name="T38" fmla="*/ 176 w 179"/>
                <a:gd name="T39" fmla="*/ 30 h 247"/>
                <a:gd name="T40" fmla="*/ 160 w 179"/>
                <a:gd name="T41" fmla="*/ 3 h 247"/>
                <a:gd name="T42" fmla="*/ 133 w 179"/>
                <a:gd name="T43" fmla="*/ 18 h 247"/>
                <a:gd name="T44" fmla="*/ 149 w 179"/>
                <a:gd name="T45" fmla="*/ 45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9" h="247">
                  <a:moveTo>
                    <a:pt x="31" y="244"/>
                  </a:moveTo>
                  <a:cubicBezTo>
                    <a:pt x="36" y="245"/>
                    <a:pt x="41" y="246"/>
                    <a:pt x="45" y="247"/>
                  </a:cubicBezTo>
                  <a:cubicBezTo>
                    <a:pt x="60" y="176"/>
                    <a:pt x="60" y="176"/>
                    <a:pt x="60" y="176"/>
                  </a:cubicBezTo>
                  <a:cubicBezTo>
                    <a:pt x="63" y="178"/>
                    <a:pt x="66" y="179"/>
                    <a:pt x="70" y="179"/>
                  </a:cubicBezTo>
                  <a:cubicBezTo>
                    <a:pt x="81" y="179"/>
                    <a:pt x="91" y="171"/>
                    <a:pt x="92" y="160"/>
                  </a:cubicBezTo>
                  <a:cubicBezTo>
                    <a:pt x="95" y="161"/>
                    <a:pt x="98" y="161"/>
                    <a:pt x="101" y="161"/>
                  </a:cubicBezTo>
                  <a:cubicBezTo>
                    <a:pt x="117" y="162"/>
                    <a:pt x="131" y="150"/>
                    <a:pt x="131" y="133"/>
                  </a:cubicBezTo>
                  <a:cubicBezTo>
                    <a:pt x="132" y="120"/>
                    <a:pt x="124" y="108"/>
                    <a:pt x="112" y="104"/>
                  </a:cubicBezTo>
                  <a:cubicBezTo>
                    <a:pt x="113" y="101"/>
                    <a:pt x="114" y="98"/>
                    <a:pt x="114" y="94"/>
                  </a:cubicBezTo>
                  <a:cubicBezTo>
                    <a:pt x="115" y="78"/>
                    <a:pt x="102" y="64"/>
                    <a:pt x="86" y="64"/>
                  </a:cubicBezTo>
                  <a:cubicBezTo>
                    <a:pt x="72" y="63"/>
                    <a:pt x="61" y="72"/>
                    <a:pt x="57" y="84"/>
                  </a:cubicBezTo>
                  <a:cubicBezTo>
                    <a:pt x="53" y="80"/>
                    <a:pt x="47" y="78"/>
                    <a:pt x="41" y="77"/>
                  </a:cubicBezTo>
                  <a:cubicBezTo>
                    <a:pt x="29" y="77"/>
                    <a:pt x="19" y="86"/>
                    <a:pt x="19" y="98"/>
                  </a:cubicBezTo>
                  <a:cubicBezTo>
                    <a:pt x="18" y="103"/>
                    <a:pt x="20" y="107"/>
                    <a:pt x="22" y="111"/>
                  </a:cubicBezTo>
                  <a:cubicBezTo>
                    <a:pt x="10" y="114"/>
                    <a:pt x="1" y="125"/>
                    <a:pt x="0" y="138"/>
                  </a:cubicBezTo>
                  <a:cubicBezTo>
                    <a:pt x="0" y="154"/>
                    <a:pt x="12" y="168"/>
                    <a:pt x="29" y="169"/>
                  </a:cubicBezTo>
                  <a:cubicBezTo>
                    <a:pt x="36" y="169"/>
                    <a:pt x="43" y="167"/>
                    <a:pt x="48" y="163"/>
                  </a:cubicBezTo>
                  <a:cubicBezTo>
                    <a:pt x="31" y="244"/>
                    <a:pt x="31" y="244"/>
                    <a:pt x="31" y="244"/>
                  </a:cubicBezTo>
                  <a:close/>
                  <a:moveTo>
                    <a:pt x="149" y="45"/>
                  </a:moveTo>
                  <a:cubicBezTo>
                    <a:pt x="160" y="48"/>
                    <a:pt x="172" y="41"/>
                    <a:pt x="176" y="30"/>
                  </a:cubicBezTo>
                  <a:cubicBezTo>
                    <a:pt x="179" y="18"/>
                    <a:pt x="172" y="6"/>
                    <a:pt x="160" y="3"/>
                  </a:cubicBezTo>
                  <a:cubicBezTo>
                    <a:pt x="148" y="0"/>
                    <a:pt x="136" y="6"/>
                    <a:pt x="133" y="18"/>
                  </a:cubicBezTo>
                  <a:cubicBezTo>
                    <a:pt x="130" y="30"/>
                    <a:pt x="137" y="42"/>
                    <a:pt x="149" y="4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1" name="îşlïḋê"/>
            <p:cNvSpPr/>
            <p:nvPr/>
          </p:nvSpPr>
          <p:spPr bwMode="auto">
            <a:xfrm flipH="1">
              <a:off x="2400395" y="2562867"/>
              <a:ext cx="392230" cy="338088"/>
            </a:xfrm>
            <a:custGeom>
              <a:avLst/>
              <a:gdLst>
                <a:gd name="T0" fmla="*/ 202 w 234"/>
                <a:gd name="T1" fmla="*/ 132 h 207"/>
                <a:gd name="T2" fmla="*/ 215 w 234"/>
                <a:gd name="T3" fmla="*/ 102 h 207"/>
                <a:gd name="T4" fmla="*/ 222 w 234"/>
                <a:gd name="T5" fmla="*/ 94 h 207"/>
                <a:gd name="T6" fmla="*/ 210 w 234"/>
                <a:gd name="T7" fmla="*/ 168 h 207"/>
                <a:gd name="T8" fmla="*/ 193 w 234"/>
                <a:gd name="T9" fmla="*/ 97 h 207"/>
                <a:gd name="T10" fmla="*/ 202 w 234"/>
                <a:gd name="T11" fmla="*/ 124 h 207"/>
                <a:gd name="T12" fmla="*/ 184 w 234"/>
                <a:gd name="T13" fmla="*/ 92 h 207"/>
                <a:gd name="T14" fmla="*/ 202 w 234"/>
                <a:gd name="T15" fmla="*/ 81 h 207"/>
                <a:gd name="T16" fmla="*/ 179 w 234"/>
                <a:gd name="T17" fmla="*/ 132 h 207"/>
                <a:gd name="T18" fmla="*/ 189 w 234"/>
                <a:gd name="T19" fmla="*/ 159 h 207"/>
                <a:gd name="T20" fmla="*/ 202 w 234"/>
                <a:gd name="T21" fmla="*/ 180 h 207"/>
                <a:gd name="T22" fmla="*/ 170 w 234"/>
                <a:gd name="T23" fmla="*/ 75 h 207"/>
                <a:gd name="T24" fmla="*/ 154 w 234"/>
                <a:gd name="T25" fmla="*/ 52 h 207"/>
                <a:gd name="T26" fmla="*/ 154 w 234"/>
                <a:gd name="T27" fmla="*/ 102 h 207"/>
                <a:gd name="T28" fmla="*/ 179 w 234"/>
                <a:gd name="T29" fmla="*/ 101 h 207"/>
                <a:gd name="T30" fmla="*/ 154 w 234"/>
                <a:gd name="T31" fmla="*/ 116 h 207"/>
                <a:gd name="T32" fmla="*/ 154 w 234"/>
                <a:gd name="T33" fmla="*/ 141 h 207"/>
                <a:gd name="T34" fmla="*/ 178 w 234"/>
                <a:gd name="T35" fmla="*/ 202 h 207"/>
                <a:gd name="T36" fmla="*/ 167 w 234"/>
                <a:gd name="T37" fmla="*/ 154 h 207"/>
                <a:gd name="T38" fmla="*/ 179 w 234"/>
                <a:gd name="T39" fmla="*/ 124 h 207"/>
                <a:gd name="T40" fmla="*/ 162 w 234"/>
                <a:gd name="T41" fmla="*/ 193 h 207"/>
                <a:gd name="T42" fmla="*/ 154 w 234"/>
                <a:gd name="T43" fmla="*/ 93 h 207"/>
                <a:gd name="T44" fmla="*/ 146 w 234"/>
                <a:gd name="T45" fmla="*/ 81 h 207"/>
                <a:gd name="T46" fmla="*/ 136 w 234"/>
                <a:gd name="T47" fmla="*/ 54 h 207"/>
                <a:gd name="T48" fmla="*/ 136 w 234"/>
                <a:gd name="T49" fmla="*/ 98 h 207"/>
                <a:gd name="T50" fmla="*/ 154 w 234"/>
                <a:gd name="T51" fmla="*/ 116 h 207"/>
                <a:gd name="T52" fmla="*/ 140 w 234"/>
                <a:gd name="T53" fmla="*/ 179 h 207"/>
                <a:gd name="T54" fmla="*/ 154 w 234"/>
                <a:gd name="T55" fmla="*/ 141 h 207"/>
                <a:gd name="T56" fmla="*/ 154 w 234"/>
                <a:gd name="T57" fmla="*/ 198 h 207"/>
                <a:gd name="T58" fmla="*/ 126 w 234"/>
                <a:gd name="T59" fmla="*/ 57 h 207"/>
                <a:gd name="T60" fmla="*/ 136 w 234"/>
                <a:gd name="T61" fmla="*/ 84 h 207"/>
                <a:gd name="T62" fmla="*/ 118 w 234"/>
                <a:gd name="T63" fmla="*/ 52 h 207"/>
                <a:gd name="T64" fmla="*/ 136 w 234"/>
                <a:gd name="T65" fmla="*/ 41 h 207"/>
                <a:gd name="T66" fmla="*/ 114 w 234"/>
                <a:gd name="T67" fmla="*/ 92 h 207"/>
                <a:gd name="T68" fmla="*/ 113 w 234"/>
                <a:gd name="T69" fmla="*/ 121 h 207"/>
                <a:gd name="T70" fmla="*/ 136 w 234"/>
                <a:gd name="T71" fmla="*/ 135 h 207"/>
                <a:gd name="T72" fmla="*/ 136 w 234"/>
                <a:gd name="T73" fmla="*/ 98 h 207"/>
                <a:gd name="T74" fmla="*/ 93 w 234"/>
                <a:gd name="T75" fmla="*/ 36 h 207"/>
                <a:gd name="T76" fmla="*/ 112 w 234"/>
                <a:gd name="T77" fmla="*/ 60 h 207"/>
                <a:gd name="T78" fmla="*/ 80 w 234"/>
                <a:gd name="T79" fmla="*/ 39 h 207"/>
                <a:gd name="T80" fmla="*/ 80 w 234"/>
                <a:gd name="T81" fmla="*/ 7 h 207"/>
                <a:gd name="T82" fmla="*/ 80 w 234"/>
                <a:gd name="T83" fmla="*/ 71 h 207"/>
                <a:gd name="T84" fmla="*/ 90 w 234"/>
                <a:gd name="T85" fmla="*/ 98 h 207"/>
                <a:gd name="T86" fmla="*/ 108 w 234"/>
                <a:gd name="T87" fmla="*/ 159 h 207"/>
                <a:gd name="T88" fmla="*/ 100 w 234"/>
                <a:gd name="T89" fmla="*/ 113 h 207"/>
                <a:gd name="T90" fmla="*/ 113 w 234"/>
                <a:gd name="T91" fmla="*/ 84 h 207"/>
                <a:gd name="T92" fmla="*/ 56 w 234"/>
                <a:gd name="T93" fmla="*/ 117 h 207"/>
                <a:gd name="T94" fmla="*/ 70 w 234"/>
                <a:gd name="T95" fmla="*/ 14 h 207"/>
                <a:gd name="T96" fmla="*/ 76 w 234"/>
                <a:gd name="T97" fmla="*/ 4 h 207"/>
                <a:gd name="T98" fmla="*/ 56 w 234"/>
                <a:gd name="T99" fmla="*/ 42 h 207"/>
                <a:gd name="T100" fmla="*/ 79 w 234"/>
                <a:gd name="T101" fmla="*/ 40 h 207"/>
                <a:gd name="T102" fmla="*/ 56 w 234"/>
                <a:gd name="T103" fmla="*/ 56 h 207"/>
                <a:gd name="T104" fmla="*/ 56 w 234"/>
                <a:gd name="T105" fmla="*/ 112 h 207"/>
                <a:gd name="T106" fmla="*/ 80 w 234"/>
                <a:gd name="T107" fmla="*/ 101 h 207"/>
                <a:gd name="T108" fmla="*/ 70 w 234"/>
                <a:gd name="T109" fmla="*/ 74 h 207"/>
                <a:gd name="T110" fmla="*/ 50 w 234"/>
                <a:gd name="T111" fmla="*/ 136 h 207"/>
                <a:gd name="T112" fmla="*/ 56 w 234"/>
                <a:gd name="T113" fmla="*/ 5 h 207"/>
                <a:gd name="T114" fmla="*/ 56 w 234"/>
                <a:gd name="T115" fmla="*/ 42 h 207"/>
                <a:gd name="T116" fmla="*/ 56 w 234"/>
                <a:gd name="T117" fmla="*/ 56 h 207"/>
                <a:gd name="T118" fmla="*/ 0 w 234"/>
                <a:gd name="T119" fmla="*/ 94 h 207"/>
                <a:gd name="T120" fmla="*/ 34 w 234"/>
                <a:gd name="T121" fmla="*/ 11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4" h="207">
                  <a:moveTo>
                    <a:pt x="202" y="180"/>
                  </a:moveTo>
                  <a:cubicBezTo>
                    <a:pt x="202" y="137"/>
                    <a:pt x="202" y="137"/>
                    <a:pt x="202" y="137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2" y="132"/>
                    <a:pt x="202" y="132"/>
                    <a:pt x="202" y="132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06" y="126"/>
                    <a:pt x="210" y="125"/>
                    <a:pt x="212" y="121"/>
                  </a:cubicBezTo>
                  <a:cubicBezTo>
                    <a:pt x="214" y="118"/>
                    <a:pt x="216" y="115"/>
                    <a:pt x="218" y="112"/>
                  </a:cubicBezTo>
                  <a:cubicBezTo>
                    <a:pt x="220" y="109"/>
                    <a:pt x="219" y="104"/>
                    <a:pt x="215" y="102"/>
                  </a:cubicBezTo>
                  <a:cubicBezTo>
                    <a:pt x="211" y="100"/>
                    <a:pt x="207" y="97"/>
                    <a:pt x="203" y="95"/>
                  </a:cubicBezTo>
                  <a:cubicBezTo>
                    <a:pt x="203" y="95"/>
                    <a:pt x="203" y="95"/>
                    <a:pt x="202" y="94"/>
                  </a:cubicBezTo>
                  <a:cubicBezTo>
                    <a:pt x="202" y="81"/>
                    <a:pt x="202" y="81"/>
                    <a:pt x="202" y="81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31" y="99"/>
                    <a:pt x="234" y="109"/>
                    <a:pt x="229" y="117"/>
                  </a:cubicBezTo>
                  <a:cubicBezTo>
                    <a:pt x="221" y="130"/>
                    <a:pt x="213" y="143"/>
                    <a:pt x="205" y="156"/>
                  </a:cubicBezTo>
                  <a:cubicBezTo>
                    <a:pt x="206" y="156"/>
                    <a:pt x="206" y="157"/>
                    <a:pt x="206" y="157"/>
                  </a:cubicBezTo>
                  <a:cubicBezTo>
                    <a:pt x="210" y="159"/>
                    <a:pt x="212" y="164"/>
                    <a:pt x="210" y="168"/>
                  </a:cubicBezTo>
                  <a:lnTo>
                    <a:pt x="202" y="180"/>
                  </a:lnTo>
                  <a:close/>
                  <a:moveTo>
                    <a:pt x="202" y="81"/>
                  </a:moveTo>
                  <a:cubicBezTo>
                    <a:pt x="202" y="94"/>
                    <a:pt x="202" y="94"/>
                    <a:pt x="202" y="94"/>
                  </a:cubicBezTo>
                  <a:cubicBezTo>
                    <a:pt x="199" y="93"/>
                    <a:pt x="195" y="94"/>
                    <a:pt x="193" y="97"/>
                  </a:cubicBezTo>
                  <a:cubicBezTo>
                    <a:pt x="191" y="100"/>
                    <a:pt x="189" y="103"/>
                    <a:pt x="187" y="106"/>
                  </a:cubicBezTo>
                  <a:cubicBezTo>
                    <a:pt x="185" y="110"/>
                    <a:pt x="186" y="114"/>
                    <a:pt x="190" y="116"/>
                  </a:cubicBezTo>
                  <a:cubicBezTo>
                    <a:pt x="194" y="119"/>
                    <a:pt x="198" y="121"/>
                    <a:pt x="202" y="124"/>
                  </a:cubicBezTo>
                  <a:cubicBezTo>
                    <a:pt x="202" y="124"/>
                    <a:pt x="202" y="124"/>
                    <a:pt x="202" y="124"/>
                  </a:cubicBezTo>
                  <a:cubicBezTo>
                    <a:pt x="202" y="132"/>
                    <a:pt x="202" y="132"/>
                    <a:pt x="202" y="132"/>
                  </a:cubicBezTo>
                  <a:cubicBezTo>
                    <a:pt x="179" y="118"/>
                    <a:pt x="179" y="118"/>
                    <a:pt x="179" y="118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84" y="92"/>
                    <a:pt x="184" y="92"/>
                    <a:pt x="184" y="92"/>
                  </a:cubicBezTo>
                  <a:cubicBezTo>
                    <a:pt x="186" y="89"/>
                    <a:pt x="185" y="84"/>
                    <a:pt x="182" y="82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79" y="68"/>
                    <a:pt x="179" y="68"/>
                    <a:pt x="179" y="68"/>
                  </a:cubicBezTo>
                  <a:cubicBezTo>
                    <a:pt x="202" y="81"/>
                    <a:pt x="202" y="81"/>
                    <a:pt x="202" y="81"/>
                  </a:cubicBezTo>
                  <a:close/>
                  <a:moveTo>
                    <a:pt x="202" y="137"/>
                  </a:moveTo>
                  <a:cubicBezTo>
                    <a:pt x="202" y="138"/>
                    <a:pt x="202" y="138"/>
                    <a:pt x="202" y="138"/>
                  </a:cubicBezTo>
                  <a:cubicBezTo>
                    <a:pt x="179" y="124"/>
                    <a:pt x="179" y="124"/>
                    <a:pt x="179" y="124"/>
                  </a:cubicBezTo>
                  <a:cubicBezTo>
                    <a:pt x="179" y="132"/>
                    <a:pt x="179" y="132"/>
                    <a:pt x="179" y="132"/>
                  </a:cubicBezTo>
                  <a:cubicBezTo>
                    <a:pt x="180" y="132"/>
                    <a:pt x="180" y="132"/>
                    <a:pt x="180" y="132"/>
                  </a:cubicBezTo>
                  <a:cubicBezTo>
                    <a:pt x="184" y="135"/>
                    <a:pt x="188" y="137"/>
                    <a:pt x="192" y="140"/>
                  </a:cubicBezTo>
                  <a:cubicBezTo>
                    <a:pt x="196" y="142"/>
                    <a:pt x="197" y="146"/>
                    <a:pt x="195" y="150"/>
                  </a:cubicBezTo>
                  <a:cubicBezTo>
                    <a:pt x="193" y="153"/>
                    <a:pt x="191" y="156"/>
                    <a:pt x="189" y="159"/>
                  </a:cubicBezTo>
                  <a:cubicBezTo>
                    <a:pt x="187" y="162"/>
                    <a:pt x="183" y="163"/>
                    <a:pt x="179" y="162"/>
                  </a:cubicBezTo>
                  <a:cubicBezTo>
                    <a:pt x="179" y="203"/>
                    <a:pt x="179" y="203"/>
                    <a:pt x="179" y="203"/>
                  </a:cubicBezTo>
                  <a:cubicBezTo>
                    <a:pt x="186" y="207"/>
                    <a:pt x="186" y="207"/>
                    <a:pt x="186" y="207"/>
                  </a:cubicBezTo>
                  <a:cubicBezTo>
                    <a:pt x="202" y="180"/>
                    <a:pt x="202" y="180"/>
                    <a:pt x="202" y="180"/>
                  </a:cubicBezTo>
                  <a:lnTo>
                    <a:pt x="202" y="137"/>
                  </a:lnTo>
                  <a:close/>
                  <a:moveTo>
                    <a:pt x="179" y="68"/>
                  </a:moveTo>
                  <a:cubicBezTo>
                    <a:pt x="179" y="80"/>
                    <a:pt x="179" y="80"/>
                    <a:pt x="179" y="80"/>
                  </a:cubicBezTo>
                  <a:cubicBezTo>
                    <a:pt x="170" y="75"/>
                    <a:pt x="170" y="75"/>
                    <a:pt x="170" y="75"/>
                  </a:cubicBezTo>
                  <a:cubicBezTo>
                    <a:pt x="166" y="72"/>
                    <a:pt x="161" y="73"/>
                    <a:pt x="159" y="77"/>
                  </a:cubicBezTo>
                  <a:cubicBezTo>
                    <a:pt x="158" y="80"/>
                    <a:pt x="156" y="83"/>
                    <a:pt x="154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4" y="52"/>
                    <a:pt x="154" y="52"/>
                    <a:pt x="154" y="52"/>
                  </a:cubicBezTo>
                  <a:cubicBezTo>
                    <a:pt x="179" y="68"/>
                    <a:pt x="179" y="68"/>
                    <a:pt x="179" y="68"/>
                  </a:cubicBezTo>
                  <a:close/>
                  <a:moveTo>
                    <a:pt x="179" y="100"/>
                  </a:moveTo>
                  <a:cubicBezTo>
                    <a:pt x="179" y="118"/>
                    <a:pt x="179" y="118"/>
                    <a:pt x="179" y="118"/>
                  </a:cubicBezTo>
                  <a:cubicBezTo>
                    <a:pt x="154" y="102"/>
                    <a:pt x="154" y="102"/>
                    <a:pt x="154" y="102"/>
                  </a:cubicBezTo>
                  <a:cubicBezTo>
                    <a:pt x="154" y="93"/>
                    <a:pt x="154" y="93"/>
                    <a:pt x="154" y="93"/>
                  </a:cubicBezTo>
                  <a:cubicBezTo>
                    <a:pt x="154" y="94"/>
                    <a:pt x="155" y="95"/>
                    <a:pt x="157" y="96"/>
                  </a:cubicBezTo>
                  <a:cubicBezTo>
                    <a:pt x="161" y="99"/>
                    <a:pt x="165" y="101"/>
                    <a:pt x="169" y="104"/>
                  </a:cubicBezTo>
                  <a:cubicBezTo>
                    <a:pt x="172" y="106"/>
                    <a:pt x="177" y="105"/>
                    <a:pt x="179" y="101"/>
                  </a:cubicBezTo>
                  <a:cubicBezTo>
                    <a:pt x="179" y="100"/>
                    <a:pt x="179" y="100"/>
                    <a:pt x="179" y="100"/>
                  </a:cubicBezTo>
                  <a:close/>
                  <a:moveTo>
                    <a:pt x="179" y="124"/>
                  </a:moveTo>
                  <a:cubicBezTo>
                    <a:pt x="154" y="108"/>
                    <a:pt x="154" y="108"/>
                    <a:pt x="154" y="108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9" y="119"/>
                    <a:pt x="159" y="119"/>
                    <a:pt x="159" y="119"/>
                  </a:cubicBezTo>
                  <a:cubicBezTo>
                    <a:pt x="162" y="121"/>
                    <a:pt x="164" y="126"/>
                    <a:pt x="161" y="130"/>
                  </a:cubicBezTo>
                  <a:cubicBezTo>
                    <a:pt x="160" y="133"/>
                    <a:pt x="158" y="135"/>
                    <a:pt x="156" y="138"/>
                  </a:cubicBezTo>
                  <a:cubicBezTo>
                    <a:pt x="155" y="139"/>
                    <a:pt x="155" y="140"/>
                    <a:pt x="154" y="141"/>
                  </a:cubicBezTo>
                  <a:cubicBezTo>
                    <a:pt x="154" y="172"/>
                    <a:pt x="154" y="172"/>
                    <a:pt x="154" y="172"/>
                  </a:cubicBezTo>
                  <a:cubicBezTo>
                    <a:pt x="156" y="172"/>
                    <a:pt x="159" y="172"/>
                    <a:pt x="162" y="174"/>
                  </a:cubicBezTo>
                  <a:cubicBezTo>
                    <a:pt x="169" y="178"/>
                    <a:pt x="171" y="188"/>
                    <a:pt x="167" y="195"/>
                  </a:cubicBezTo>
                  <a:cubicBezTo>
                    <a:pt x="170" y="197"/>
                    <a:pt x="174" y="200"/>
                    <a:pt x="178" y="202"/>
                  </a:cubicBezTo>
                  <a:cubicBezTo>
                    <a:pt x="179" y="203"/>
                    <a:pt x="179" y="203"/>
                    <a:pt x="179" y="203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1"/>
                    <a:pt x="179" y="161"/>
                    <a:pt x="179" y="161"/>
                  </a:cubicBezTo>
                  <a:cubicBezTo>
                    <a:pt x="175" y="159"/>
                    <a:pt x="171" y="156"/>
                    <a:pt x="167" y="154"/>
                  </a:cubicBezTo>
                  <a:cubicBezTo>
                    <a:pt x="163" y="152"/>
                    <a:pt x="162" y="147"/>
                    <a:pt x="164" y="143"/>
                  </a:cubicBezTo>
                  <a:cubicBezTo>
                    <a:pt x="166" y="141"/>
                    <a:pt x="168" y="138"/>
                    <a:pt x="170" y="135"/>
                  </a:cubicBezTo>
                  <a:cubicBezTo>
                    <a:pt x="172" y="131"/>
                    <a:pt x="176" y="130"/>
                    <a:pt x="179" y="132"/>
                  </a:cubicBezTo>
                  <a:cubicBezTo>
                    <a:pt x="179" y="124"/>
                    <a:pt x="179" y="124"/>
                    <a:pt x="179" y="124"/>
                  </a:cubicBezTo>
                  <a:close/>
                  <a:moveTo>
                    <a:pt x="154" y="198"/>
                  </a:moveTo>
                  <a:cubicBezTo>
                    <a:pt x="154" y="177"/>
                    <a:pt x="154" y="177"/>
                    <a:pt x="154" y="177"/>
                  </a:cubicBezTo>
                  <a:cubicBezTo>
                    <a:pt x="155" y="177"/>
                    <a:pt x="157" y="177"/>
                    <a:pt x="159" y="178"/>
                  </a:cubicBezTo>
                  <a:cubicBezTo>
                    <a:pt x="164" y="181"/>
                    <a:pt x="165" y="188"/>
                    <a:pt x="162" y="193"/>
                  </a:cubicBezTo>
                  <a:cubicBezTo>
                    <a:pt x="160" y="196"/>
                    <a:pt x="157" y="198"/>
                    <a:pt x="154" y="198"/>
                  </a:cubicBezTo>
                  <a:close/>
                  <a:moveTo>
                    <a:pt x="154" y="52"/>
                  </a:moveTo>
                  <a:cubicBezTo>
                    <a:pt x="154" y="86"/>
                    <a:pt x="154" y="86"/>
                    <a:pt x="154" y="86"/>
                  </a:cubicBezTo>
                  <a:cubicBezTo>
                    <a:pt x="153" y="88"/>
                    <a:pt x="153" y="91"/>
                    <a:pt x="154" y="93"/>
                  </a:cubicBezTo>
                  <a:cubicBezTo>
                    <a:pt x="154" y="102"/>
                    <a:pt x="154" y="102"/>
                    <a:pt x="154" y="102"/>
                  </a:cubicBezTo>
                  <a:cubicBezTo>
                    <a:pt x="136" y="91"/>
                    <a:pt x="136" y="91"/>
                    <a:pt x="136" y="91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9" y="85"/>
                    <a:pt x="144" y="84"/>
                    <a:pt x="146" y="81"/>
                  </a:cubicBezTo>
                  <a:cubicBezTo>
                    <a:pt x="147" y="78"/>
                    <a:pt x="149" y="75"/>
                    <a:pt x="151" y="72"/>
                  </a:cubicBezTo>
                  <a:cubicBezTo>
                    <a:pt x="153" y="68"/>
                    <a:pt x="152" y="64"/>
                    <a:pt x="149" y="62"/>
                  </a:cubicBezTo>
                  <a:cubicBezTo>
                    <a:pt x="145" y="59"/>
                    <a:pt x="141" y="57"/>
                    <a:pt x="137" y="54"/>
                  </a:cubicBezTo>
                  <a:cubicBezTo>
                    <a:pt x="136" y="54"/>
                    <a:pt x="136" y="54"/>
                    <a:pt x="136" y="54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54" y="52"/>
                    <a:pt x="154" y="52"/>
                    <a:pt x="154" y="52"/>
                  </a:cubicBezTo>
                  <a:close/>
                  <a:moveTo>
                    <a:pt x="154" y="108"/>
                  </a:moveTo>
                  <a:cubicBezTo>
                    <a:pt x="136" y="98"/>
                    <a:pt x="136" y="98"/>
                    <a:pt x="136" y="98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4"/>
                    <a:pt x="136" y="114"/>
                    <a:pt x="136" y="114"/>
                  </a:cubicBezTo>
                  <a:cubicBezTo>
                    <a:pt x="139" y="111"/>
                    <a:pt x="143" y="110"/>
                    <a:pt x="147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4" y="108"/>
                    <a:pt x="154" y="108"/>
                    <a:pt x="154" y="108"/>
                  </a:cubicBezTo>
                  <a:close/>
                  <a:moveTo>
                    <a:pt x="154" y="141"/>
                  </a:moveTo>
                  <a:cubicBezTo>
                    <a:pt x="154" y="172"/>
                    <a:pt x="154" y="172"/>
                    <a:pt x="154" y="172"/>
                  </a:cubicBezTo>
                  <a:cubicBezTo>
                    <a:pt x="148" y="172"/>
                    <a:pt x="143" y="174"/>
                    <a:pt x="140" y="179"/>
                  </a:cubicBezTo>
                  <a:cubicBezTo>
                    <a:pt x="136" y="176"/>
                    <a:pt x="136" y="176"/>
                    <a:pt x="136" y="176"/>
                  </a:cubicBezTo>
                  <a:cubicBezTo>
                    <a:pt x="136" y="135"/>
                    <a:pt x="136" y="135"/>
                    <a:pt x="136" y="135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8" y="142"/>
                    <a:pt x="151" y="142"/>
                    <a:pt x="154" y="141"/>
                  </a:cubicBezTo>
                  <a:close/>
                  <a:moveTo>
                    <a:pt x="154" y="177"/>
                  </a:moveTo>
                  <a:cubicBezTo>
                    <a:pt x="150" y="177"/>
                    <a:pt x="147" y="178"/>
                    <a:pt x="145" y="182"/>
                  </a:cubicBezTo>
                  <a:cubicBezTo>
                    <a:pt x="142" y="187"/>
                    <a:pt x="143" y="193"/>
                    <a:pt x="148" y="196"/>
                  </a:cubicBezTo>
                  <a:cubicBezTo>
                    <a:pt x="150" y="197"/>
                    <a:pt x="152" y="198"/>
                    <a:pt x="154" y="198"/>
                  </a:cubicBezTo>
                  <a:lnTo>
                    <a:pt x="154" y="177"/>
                  </a:lnTo>
                  <a:close/>
                  <a:moveTo>
                    <a:pt x="136" y="41"/>
                  </a:moveTo>
                  <a:cubicBezTo>
                    <a:pt x="136" y="54"/>
                    <a:pt x="136" y="54"/>
                    <a:pt x="136" y="54"/>
                  </a:cubicBezTo>
                  <a:cubicBezTo>
                    <a:pt x="133" y="52"/>
                    <a:pt x="128" y="53"/>
                    <a:pt x="126" y="57"/>
                  </a:cubicBezTo>
                  <a:cubicBezTo>
                    <a:pt x="124" y="60"/>
                    <a:pt x="123" y="63"/>
                    <a:pt x="121" y="66"/>
                  </a:cubicBezTo>
                  <a:cubicBezTo>
                    <a:pt x="119" y="69"/>
                    <a:pt x="120" y="74"/>
                    <a:pt x="123" y="76"/>
                  </a:cubicBezTo>
                  <a:cubicBezTo>
                    <a:pt x="127" y="78"/>
                    <a:pt x="131" y="81"/>
                    <a:pt x="135" y="83"/>
                  </a:cubicBezTo>
                  <a:cubicBezTo>
                    <a:pt x="136" y="83"/>
                    <a:pt x="136" y="83"/>
                    <a:pt x="136" y="84"/>
                  </a:cubicBezTo>
                  <a:cubicBezTo>
                    <a:pt x="136" y="91"/>
                    <a:pt x="136" y="91"/>
                    <a:pt x="136" y="91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18" y="52"/>
                    <a:pt x="118" y="52"/>
                    <a:pt x="118" y="52"/>
                  </a:cubicBezTo>
                  <a:cubicBezTo>
                    <a:pt x="120" y="48"/>
                    <a:pt x="119" y="43"/>
                    <a:pt x="115" y="41"/>
                  </a:cubicBezTo>
                  <a:cubicBezTo>
                    <a:pt x="113" y="40"/>
                    <a:pt x="113" y="40"/>
                    <a:pt x="113" y="40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36" y="41"/>
                    <a:pt x="136" y="41"/>
                    <a:pt x="136" y="41"/>
                  </a:cubicBezTo>
                  <a:close/>
                  <a:moveTo>
                    <a:pt x="136" y="98"/>
                  </a:moveTo>
                  <a:cubicBezTo>
                    <a:pt x="113" y="84"/>
                    <a:pt x="113" y="84"/>
                    <a:pt x="113" y="84"/>
                  </a:cubicBezTo>
                  <a:cubicBezTo>
                    <a:pt x="113" y="91"/>
                    <a:pt x="113" y="91"/>
                    <a:pt x="113" y="91"/>
                  </a:cubicBezTo>
                  <a:cubicBezTo>
                    <a:pt x="113" y="91"/>
                    <a:pt x="114" y="92"/>
                    <a:pt x="114" y="92"/>
                  </a:cubicBezTo>
                  <a:cubicBezTo>
                    <a:pt x="118" y="94"/>
                    <a:pt x="122" y="97"/>
                    <a:pt x="126" y="99"/>
                  </a:cubicBezTo>
                  <a:cubicBezTo>
                    <a:pt x="129" y="101"/>
                    <a:pt x="130" y="106"/>
                    <a:pt x="128" y="109"/>
                  </a:cubicBezTo>
                  <a:cubicBezTo>
                    <a:pt x="126" y="112"/>
                    <a:pt x="125" y="115"/>
                    <a:pt x="123" y="118"/>
                  </a:cubicBezTo>
                  <a:cubicBezTo>
                    <a:pt x="121" y="121"/>
                    <a:pt x="117" y="123"/>
                    <a:pt x="113" y="121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9" y="166"/>
                    <a:pt x="119" y="166"/>
                    <a:pt x="119" y="166"/>
                  </a:cubicBezTo>
                  <a:cubicBezTo>
                    <a:pt x="136" y="176"/>
                    <a:pt x="136" y="176"/>
                    <a:pt x="136" y="176"/>
                  </a:cubicBezTo>
                  <a:cubicBezTo>
                    <a:pt x="136" y="135"/>
                    <a:pt x="136" y="135"/>
                    <a:pt x="136" y="135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0" y="131"/>
                    <a:pt x="129" y="127"/>
                    <a:pt x="131" y="123"/>
                  </a:cubicBezTo>
                  <a:cubicBezTo>
                    <a:pt x="136" y="115"/>
                    <a:pt x="136" y="115"/>
                    <a:pt x="136" y="115"/>
                  </a:cubicBezTo>
                  <a:lnTo>
                    <a:pt x="136" y="98"/>
                  </a:lnTo>
                  <a:close/>
                  <a:moveTo>
                    <a:pt x="113" y="27"/>
                  </a:moveTo>
                  <a:cubicBezTo>
                    <a:pt x="113" y="40"/>
                    <a:pt x="113" y="40"/>
                    <a:pt x="113" y="40"/>
                  </a:cubicBezTo>
                  <a:cubicBezTo>
                    <a:pt x="103" y="34"/>
                    <a:pt x="103" y="34"/>
                    <a:pt x="103" y="34"/>
                  </a:cubicBezTo>
                  <a:cubicBezTo>
                    <a:pt x="100" y="32"/>
                    <a:pt x="95" y="33"/>
                    <a:pt x="93" y="36"/>
                  </a:cubicBezTo>
                  <a:cubicBezTo>
                    <a:pt x="91" y="39"/>
                    <a:pt x="89" y="42"/>
                    <a:pt x="88" y="45"/>
                  </a:cubicBezTo>
                  <a:cubicBezTo>
                    <a:pt x="86" y="49"/>
                    <a:pt x="87" y="53"/>
                    <a:pt x="90" y="56"/>
                  </a:cubicBezTo>
                  <a:cubicBezTo>
                    <a:pt x="94" y="58"/>
                    <a:pt x="98" y="61"/>
                    <a:pt x="102" y="63"/>
                  </a:cubicBezTo>
                  <a:cubicBezTo>
                    <a:pt x="106" y="65"/>
                    <a:pt x="110" y="64"/>
                    <a:pt x="112" y="60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7" y="28"/>
                    <a:pt x="86" y="23"/>
                    <a:pt x="82" y="21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113" y="27"/>
                    <a:pt x="113" y="27"/>
                    <a:pt x="113" y="27"/>
                  </a:cubicBezTo>
                  <a:close/>
                  <a:moveTo>
                    <a:pt x="113" y="84"/>
                  </a:moveTo>
                  <a:cubicBezTo>
                    <a:pt x="80" y="63"/>
                    <a:pt x="80" y="63"/>
                    <a:pt x="80" y="63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5" y="74"/>
                    <a:pt x="89" y="76"/>
                    <a:pt x="93" y="79"/>
                  </a:cubicBezTo>
                  <a:cubicBezTo>
                    <a:pt x="96" y="81"/>
                    <a:pt x="97" y="85"/>
                    <a:pt x="95" y="89"/>
                  </a:cubicBezTo>
                  <a:cubicBezTo>
                    <a:pt x="93" y="92"/>
                    <a:pt x="91" y="95"/>
                    <a:pt x="90" y="98"/>
                  </a:cubicBezTo>
                  <a:cubicBezTo>
                    <a:pt x="88" y="101"/>
                    <a:pt x="83" y="102"/>
                    <a:pt x="80" y="101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05" y="158"/>
                    <a:pt x="107" y="158"/>
                    <a:pt x="108" y="159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09" y="118"/>
                    <a:pt x="105" y="116"/>
                    <a:pt x="100" y="113"/>
                  </a:cubicBezTo>
                  <a:cubicBezTo>
                    <a:pt x="97" y="111"/>
                    <a:pt x="96" y="107"/>
                    <a:pt x="98" y="103"/>
                  </a:cubicBezTo>
                  <a:cubicBezTo>
                    <a:pt x="100" y="100"/>
                    <a:pt x="102" y="97"/>
                    <a:pt x="103" y="94"/>
                  </a:cubicBezTo>
                  <a:cubicBezTo>
                    <a:pt x="106" y="91"/>
                    <a:pt x="110" y="90"/>
                    <a:pt x="113" y="91"/>
                  </a:cubicBezTo>
                  <a:lnTo>
                    <a:pt x="113" y="84"/>
                  </a:lnTo>
                  <a:close/>
                  <a:moveTo>
                    <a:pt x="61" y="118"/>
                  </a:moveTo>
                  <a:cubicBezTo>
                    <a:pt x="66" y="122"/>
                    <a:pt x="68" y="128"/>
                    <a:pt x="65" y="133"/>
                  </a:cubicBezTo>
                  <a:cubicBezTo>
                    <a:pt x="63" y="136"/>
                    <a:pt x="59" y="138"/>
                    <a:pt x="56" y="138"/>
                  </a:cubicBezTo>
                  <a:cubicBezTo>
                    <a:pt x="56" y="117"/>
                    <a:pt x="56" y="117"/>
                    <a:pt x="56" y="117"/>
                  </a:cubicBezTo>
                  <a:cubicBezTo>
                    <a:pt x="58" y="117"/>
                    <a:pt x="59" y="117"/>
                    <a:pt x="61" y="118"/>
                  </a:cubicBezTo>
                  <a:close/>
                  <a:moveTo>
                    <a:pt x="80" y="7"/>
                  </a:moveTo>
                  <a:cubicBezTo>
                    <a:pt x="80" y="20"/>
                    <a:pt x="80" y="20"/>
                    <a:pt x="80" y="20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67" y="12"/>
                    <a:pt x="62" y="13"/>
                    <a:pt x="60" y="16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61" y="1"/>
                    <a:pt x="69" y="0"/>
                    <a:pt x="76" y="4"/>
                  </a:cubicBezTo>
                  <a:cubicBezTo>
                    <a:pt x="80" y="7"/>
                    <a:pt x="80" y="7"/>
                    <a:pt x="80" y="7"/>
                  </a:cubicBezTo>
                  <a:close/>
                  <a:moveTo>
                    <a:pt x="80" y="39"/>
                  </a:moveTo>
                  <a:cubicBezTo>
                    <a:pt x="80" y="57"/>
                    <a:pt x="80" y="57"/>
                    <a:pt x="80" y="57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6" y="35"/>
                    <a:pt x="56" y="35"/>
                    <a:pt x="57" y="35"/>
                  </a:cubicBezTo>
                  <a:cubicBezTo>
                    <a:pt x="61" y="38"/>
                    <a:pt x="65" y="40"/>
                    <a:pt x="69" y="43"/>
                  </a:cubicBezTo>
                  <a:cubicBezTo>
                    <a:pt x="73" y="45"/>
                    <a:pt x="77" y="44"/>
                    <a:pt x="79" y="40"/>
                  </a:cubicBezTo>
                  <a:cubicBezTo>
                    <a:pt x="80" y="39"/>
                    <a:pt x="80" y="39"/>
                    <a:pt x="80" y="39"/>
                  </a:cubicBezTo>
                  <a:close/>
                  <a:moveTo>
                    <a:pt x="80" y="63"/>
                  </a:moveTo>
                  <a:cubicBezTo>
                    <a:pt x="56" y="49"/>
                    <a:pt x="56" y="49"/>
                    <a:pt x="56" y="49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62" y="60"/>
                    <a:pt x="64" y="65"/>
                    <a:pt x="62" y="69"/>
                  </a:cubicBezTo>
                  <a:cubicBezTo>
                    <a:pt x="56" y="79"/>
                    <a:pt x="56" y="79"/>
                    <a:pt x="56" y="79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59" y="112"/>
                    <a:pt x="61" y="113"/>
                    <a:pt x="64" y="114"/>
                  </a:cubicBezTo>
                  <a:cubicBezTo>
                    <a:pt x="71" y="119"/>
                    <a:pt x="73" y="128"/>
                    <a:pt x="69" y="136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80" y="101"/>
                    <a:pt x="80" y="100"/>
                    <a:pt x="79" y="100"/>
                  </a:cubicBezTo>
                  <a:cubicBezTo>
                    <a:pt x="75" y="98"/>
                    <a:pt x="71" y="95"/>
                    <a:pt x="67" y="93"/>
                  </a:cubicBezTo>
                  <a:cubicBezTo>
                    <a:pt x="64" y="91"/>
                    <a:pt x="63" y="86"/>
                    <a:pt x="65" y="83"/>
                  </a:cubicBezTo>
                  <a:cubicBezTo>
                    <a:pt x="67" y="80"/>
                    <a:pt x="68" y="77"/>
                    <a:pt x="70" y="74"/>
                  </a:cubicBezTo>
                  <a:cubicBezTo>
                    <a:pt x="72" y="71"/>
                    <a:pt x="77" y="69"/>
                    <a:pt x="80" y="71"/>
                  </a:cubicBezTo>
                  <a:lnTo>
                    <a:pt x="80" y="63"/>
                  </a:lnTo>
                  <a:close/>
                  <a:moveTo>
                    <a:pt x="56" y="138"/>
                  </a:moveTo>
                  <a:cubicBezTo>
                    <a:pt x="54" y="138"/>
                    <a:pt x="52" y="137"/>
                    <a:pt x="50" y="136"/>
                  </a:cubicBezTo>
                  <a:cubicBezTo>
                    <a:pt x="45" y="133"/>
                    <a:pt x="44" y="127"/>
                    <a:pt x="47" y="122"/>
                  </a:cubicBezTo>
                  <a:cubicBezTo>
                    <a:pt x="49" y="119"/>
                    <a:pt x="52" y="117"/>
                    <a:pt x="56" y="117"/>
                  </a:cubicBezTo>
                  <a:cubicBezTo>
                    <a:pt x="56" y="138"/>
                    <a:pt x="56" y="138"/>
                    <a:pt x="56" y="138"/>
                  </a:cubicBezTo>
                  <a:close/>
                  <a:moveTo>
                    <a:pt x="56" y="5"/>
                  </a:moveTo>
                  <a:cubicBezTo>
                    <a:pt x="56" y="23"/>
                    <a:pt x="56" y="23"/>
                    <a:pt x="56" y="23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3" y="28"/>
                    <a:pt x="53" y="32"/>
                    <a:pt x="56" y="34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6" y="39"/>
                    <a:pt x="45" y="40"/>
                    <a:pt x="44" y="42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4" y="49"/>
                    <a:pt x="39" y="50"/>
                    <a:pt x="37" y="54"/>
                  </a:cubicBezTo>
                  <a:cubicBezTo>
                    <a:pt x="28" y="69"/>
                    <a:pt x="18" y="84"/>
                    <a:pt x="9" y="99"/>
                  </a:cubicBezTo>
                  <a:cubicBezTo>
                    <a:pt x="6" y="97"/>
                    <a:pt x="3" y="95"/>
                    <a:pt x="0" y="94"/>
                  </a:cubicBezTo>
                  <a:cubicBezTo>
                    <a:pt x="18" y="65"/>
                    <a:pt x="35" y="37"/>
                    <a:pt x="52" y="9"/>
                  </a:cubicBezTo>
                  <a:cubicBezTo>
                    <a:pt x="53" y="7"/>
                    <a:pt x="54" y="6"/>
                    <a:pt x="56" y="5"/>
                  </a:cubicBezTo>
                  <a:close/>
                  <a:moveTo>
                    <a:pt x="56" y="79"/>
                  </a:moveTo>
                  <a:cubicBezTo>
                    <a:pt x="34" y="114"/>
                    <a:pt x="34" y="114"/>
                    <a:pt x="34" y="114"/>
                  </a:cubicBezTo>
                  <a:cubicBezTo>
                    <a:pt x="37" y="116"/>
                    <a:pt x="40" y="118"/>
                    <a:pt x="42" y="119"/>
                  </a:cubicBezTo>
                  <a:cubicBezTo>
                    <a:pt x="45" y="115"/>
                    <a:pt x="51" y="112"/>
                    <a:pt x="56" y="112"/>
                  </a:cubicBezTo>
                  <a:lnTo>
                    <a:pt x="56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2" name="îsļîḓe"/>
            <p:cNvSpPr/>
            <p:nvPr/>
          </p:nvSpPr>
          <p:spPr bwMode="auto">
            <a:xfrm flipH="1">
              <a:off x="4093122" y="2428851"/>
              <a:ext cx="192474" cy="313721"/>
            </a:xfrm>
            <a:custGeom>
              <a:avLst/>
              <a:gdLst>
                <a:gd name="T0" fmla="*/ 96 w 115"/>
                <a:gd name="T1" fmla="*/ 192 h 192"/>
                <a:gd name="T2" fmla="*/ 110 w 115"/>
                <a:gd name="T3" fmla="*/ 187 h 192"/>
                <a:gd name="T4" fmla="*/ 84 w 115"/>
                <a:gd name="T5" fmla="*/ 107 h 192"/>
                <a:gd name="T6" fmla="*/ 92 w 115"/>
                <a:gd name="T7" fmla="*/ 106 h 192"/>
                <a:gd name="T8" fmla="*/ 108 w 115"/>
                <a:gd name="T9" fmla="*/ 80 h 192"/>
                <a:gd name="T10" fmla="*/ 98 w 115"/>
                <a:gd name="T11" fmla="*/ 66 h 192"/>
                <a:gd name="T12" fmla="*/ 112 w 115"/>
                <a:gd name="T13" fmla="*/ 33 h 192"/>
                <a:gd name="T14" fmla="*/ 75 w 115"/>
                <a:gd name="T15" fmla="*/ 12 h 192"/>
                <a:gd name="T16" fmla="*/ 66 w 115"/>
                <a:gd name="T17" fmla="*/ 16 h 192"/>
                <a:gd name="T18" fmla="*/ 34 w 115"/>
                <a:gd name="T19" fmla="*/ 4 h 192"/>
                <a:gd name="T20" fmla="*/ 13 w 115"/>
                <a:gd name="T21" fmla="*/ 40 h 192"/>
                <a:gd name="T22" fmla="*/ 16 w 115"/>
                <a:gd name="T23" fmla="*/ 48 h 192"/>
                <a:gd name="T24" fmla="*/ 3 w 115"/>
                <a:gd name="T25" fmla="*/ 74 h 192"/>
                <a:gd name="T26" fmla="*/ 24 w 115"/>
                <a:gd name="T27" fmla="*/ 91 h 192"/>
                <a:gd name="T28" fmla="*/ 21 w 115"/>
                <a:gd name="T29" fmla="*/ 112 h 192"/>
                <a:gd name="T30" fmla="*/ 57 w 115"/>
                <a:gd name="T31" fmla="*/ 133 h 192"/>
                <a:gd name="T32" fmla="*/ 73 w 115"/>
                <a:gd name="T33" fmla="*/ 122 h 192"/>
                <a:gd name="T34" fmla="*/ 96 w 115"/>
                <a:gd name="T35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5" h="192">
                  <a:moveTo>
                    <a:pt x="96" y="192"/>
                  </a:moveTo>
                  <a:cubicBezTo>
                    <a:pt x="101" y="190"/>
                    <a:pt x="106" y="189"/>
                    <a:pt x="110" y="187"/>
                  </a:cubicBezTo>
                  <a:cubicBezTo>
                    <a:pt x="84" y="107"/>
                    <a:pt x="84" y="107"/>
                    <a:pt x="84" y="107"/>
                  </a:cubicBezTo>
                  <a:cubicBezTo>
                    <a:pt x="87" y="107"/>
                    <a:pt x="90" y="107"/>
                    <a:pt x="92" y="106"/>
                  </a:cubicBezTo>
                  <a:cubicBezTo>
                    <a:pt x="104" y="103"/>
                    <a:pt x="111" y="91"/>
                    <a:pt x="108" y="80"/>
                  </a:cubicBezTo>
                  <a:cubicBezTo>
                    <a:pt x="106" y="74"/>
                    <a:pt x="103" y="69"/>
                    <a:pt x="98" y="66"/>
                  </a:cubicBezTo>
                  <a:cubicBezTo>
                    <a:pt x="109" y="60"/>
                    <a:pt x="115" y="46"/>
                    <a:pt x="112" y="33"/>
                  </a:cubicBezTo>
                  <a:cubicBezTo>
                    <a:pt x="107" y="17"/>
                    <a:pt x="91" y="8"/>
                    <a:pt x="75" y="12"/>
                  </a:cubicBezTo>
                  <a:cubicBezTo>
                    <a:pt x="72" y="13"/>
                    <a:pt x="69" y="15"/>
                    <a:pt x="66" y="16"/>
                  </a:cubicBezTo>
                  <a:cubicBezTo>
                    <a:pt x="59" y="6"/>
                    <a:pt x="46" y="0"/>
                    <a:pt x="34" y="4"/>
                  </a:cubicBezTo>
                  <a:cubicBezTo>
                    <a:pt x="18" y="8"/>
                    <a:pt x="8" y="24"/>
                    <a:pt x="13" y="40"/>
                  </a:cubicBezTo>
                  <a:cubicBezTo>
                    <a:pt x="13" y="43"/>
                    <a:pt x="15" y="46"/>
                    <a:pt x="16" y="48"/>
                  </a:cubicBezTo>
                  <a:cubicBezTo>
                    <a:pt x="6" y="52"/>
                    <a:pt x="0" y="63"/>
                    <a:pt x="3" y="74"/>
                  </a:cubicBezTo>
                  <a:cubicBezTo>
                    <a:pt x="5" y="84"/>
                    <a:pt x="14" y="90"/>
                    <a:pt x="24" y="91"/>
                  </a:cubicBezTo>
                  <a:cubicBezTo>
                    <a:pt x="20" y="97"/>
                    <a:pt x="19" y="105"/>
                    <a:pt x="21" y="112"/>
                  </a:cubicBezTo>
                  <a:cubicBezTo>
                    <a:pt x="25" y="128"/>
                    <a:pt x="42" y="137"/>
                    <a:pt x="57" y="133"/>
                  </a:cubicBezTo>
                  <a:cubicBezTo>
                    <a:pt x="64" y="131"/>
                    <a:pt x="70" y="127"/>
                    <a:pt x="73" y="122"/>
                  </a:cubicBezTo>
                  <a:lnTo>
                    <a:pt x="96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3" name="iśľíḑé"/>
            <p:cNvSpPr/>
            <p:nvPr/>
          </p:nvSpPr>
          <p:spPr bwMode="auto">
            <a:xfrm flipH="1">
              <a:off x="2687545" y="2398392"/>
              <a:ext cx="212241" cy="327935"/>
            </a:xfrm>
            <a:custGeom>
              <a:avLst/>
              <a:gdLst>
                <a:gd name="T0" fmla="*/ 29 w 127"/>
                <a:gd name="T1" fmla="*/ 198 h 201"/>
                <a:gd name="T2" fmla="*/ 44 w 127"/>
                <a:gd name="T3" fmla="*/ 201 h 201"/>
                <a:gd name="T4" fmla="*/ 61 w 127"/>
                <a:gd name="T5" fmla="*/ 119 h 201"/>
                <a:gd name="T6" fmla="*/ 69 w 127"/>
                <a:gd name="T7" fmla="*/ 123 h 201"/>
                <a:gd name="T8" fmla="*/ 96 w 127"/>
                <a:gd name="T9" fmla="*/ 107 h 201"/>
                <a:gd name="T10" fmla="*/ 94 w 127"/>
                <a:gd name="T11" fmla="*/ 91 h 201"/>
                <a:gd name="T12" fmla="*/ 122 w 127"/>
                <a:gd name="T13" fmla="*/ 69 h 201"/>
                <a:gd name="T14" fmla="*/ 102 w 127"/>
                <a:gd name="T15" fmla="*/ 33 h 201"/>
                <a:gd name="T16" fmla="*/ 92 w 127"/>
                <a:gd name="T17" fmla="*/ 32 h 201"/>
                <a:gd name="T18" fmla="*/ 70 w 127"/>
                <a:gd name="T19" fmla="*/ 5 h 201"/>
                <a:gd name="T20" fmla="*/ 33 w 127"/>
                <a:gd name="T21" fmla="*/ 25 h 201"/>
                <a:gd name="T22" fmla="*/ 32 w 127"/>
                <a:gd name="T23" fmla="*/ 34 h 201"/>
                <a:gd name="T24" fmla="*/ 8 w 127"/>
                <a:gd name="T25" fmla="*/ 50 h 201"/>
                <a:gd name="T26" fmla="*/ 17 w 127"/>
                <a:gd name="T27" fmla="*/ 74 h 201"/>
                <a:gd name="T28" fmla="*/ 5 w 127"/>
                <a:gd name="T29" fmla="*/ 92 h 201"/>
                <a:gd name="T30" fmla="*/ 25 w 127"/>
                <a:gd name="T31" fmla="*/ 128 h 201"/>
                <a:gd name="T32" fmla="*/ 44 w 127"/>
                <a:gd name="T33" fmla="*/ 127 h 201"/>
                <a:gd name="T34" fmla="*/ 29 w 127"/>
                <a:gd name="T35" fmla="*/ 198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7" h="201">
                  <a:moveTo>
                    <a:pt x="29" y="198"/>
                  </a:moveTo>
                  <a:cubicBezTo>
                    <a:pt x="34" y="199"/>
                    <a:pt x="39" y="200"/>
                    <a:pt x="44" y="201"/>
                  </a:cubicBezTo>
                  <a:cubicBezTo>
                    <a:pt x="61" y="119"/>
                    <a:pt x="61" y="119"/>
                    <a:pt x="61" y="119"/>
                  </a:cubicBezTo>
                  <a:cubicBezTo>
                    <a:pt x="63" y="121"/>
                    <a:pt x="66" y="122"/>
                    <a:pt x="69" y="123"/>
                  </a:cubicBezTo>
                  <a:cubicBezTo>
                    <a:pt x="81" y="126"/>
                    <a:pt x="93" y="119"/>
                    <a:pt x="96" y="107"/>
                  </a:cubicBezTo>
                  <a:cubicBezTo>
                    <a:pt x="97" y="102"/>
                    <a:pt x="96" y="96"/>
                    <a:pt x="94" y="91"/>
                  </a:cubicBezTo>
                  <a:cubicBezTo>
                    <a:pt x="107" y="91"/>
                    <a:pt x="119" y="82"/>
                    <a:pt x="122" y="69"/>
                  </a:cubicBezTo>
                  <a:cubicBezTo>
                    <a:pt x="127" y="53"/>
                    <a:pt x="117" y="37"/>
                    <a:pt x="102" y="33"/>
                  </a:cubicBezTo>
                  <a:cubicBezTo>
                    <a:pt x="98" y="32"/>
                    <a:pt x="95" y="32"/>
                    <a:pt x="92" y="32"/>
                  </a:cubicBezTo>
                  <a:cubicBezTo>
                    <a:pt x="91" y="19"/>
                    <a:pt x="82" y="8"/>
                    <a:pt x="70" y="5"/>
                  </a:cubicBezTo>
                  <a:cubicBezTo>
                    <a:pt x="54" y="0"/>
                    <a:pt x="38" y="10"/>
                    <a:pt x="33" y="25"/>
                  </a:cubicBezTo>
                  <a:cubicBezTo>
                    <a:pt x="33" y="28"/>
                    <a:pt x="32" y="31"/>
                    <a:pt x="32" y="34"/>
                  </a:cubicBezTo>
                  <a:cubicBezTo>
                    <a:pt x="21" y="32"/>
                    <a:pt x="11" y="39"/>
                    <a:pt x="8" y="50"/>
                  </a:cubicBezTo>
                  <a:cubicBezTo>
                    <a:pt x="5" y="60"/>
                    <a:pt x="9" y="70"/>
                    <a:pt x="17" y="74"/>
                  </a:cubicBezTo>
                  <a:cubicBezTo>
                    <a:pt x="11" y="78"/>
                    <a:pt x="7" y="84"/>
                    <a:pt x="5" y="92"/>
                  </a:cubicBezTo>
                  <a:cubicBezTo>
                    <a:pt x="0" y="108"/>
                    <a:pt x="10" y="124"/>
                    <a:pt x="25" y="128"/>
                  </a:cubicBezTo>
                  <a:cubicBezTo>
                    <a:pt x="32" y="130"/>
                    <a:pt x="39" y="129"/>
                    <a:pt x="44" y="127"/>
                  </a:cubicBezTo>
                  <a:lnTo>
                    <a:pt x="29" y="1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4" name="î$ļîďé"/>
            <p:cNvSpPr/>
            <p:nvPr/>
          </p:nvSpPr>
          <p:spPr bwMode="auto">
            <a:xfrm flipH="1">
              <a:off x="4364667" y="2417683"/>
              <a:ext cx="781339" cy="764504"/>
            </a:xfrm>
            <a:custGeom>
              <a:avLst/>
              <a:gdLst>
                <a:gd name="T0" fmla="*/ 389 w 467"/>
                <a:gd name="T1" fmla="*/ 390 h 468"/>
                <a:gd name="T2" fmla="*/ 404 w 467"/>
                <a:gd name="T3" fmla="*/ 326 h 468"/>
                <a:gd name="T4" fmla="*/ 376 w 467"/>
                <a:gd name="T5" fmla="*/ 333 h 468"/>
                <a:gd name="T6" fmla="*/ 375 w 467"/>
                <a:gd name="T7" fmla="*/ 404 h 468"/>
                <a:gd name="T8" fmla="*/ 367 w 467"/>
                <a:gd name="T9" fmla="*/ 362 h 468"/>
                <a:gd name="T10" fmla="*/ 361 w 467"/>
                <a:gd name="T11" fmla="*/ 369 h 468"/>
                <a:gd name="T12" fmla="*/ 358 w 467"/>
                <a:gd name="T13" fmla="*/ 350 h 468"/>
                <a:gd name="T14" fmla="*/ 353 w 467"/>
                <a:gd name="T15" fmla="*/ 305 h 468"/>
                <a:gd name="T16" fmla="*/ 347 w 467"/>
                <a:gd name="T17" fmla="*/ 312 h 468"/>
                <a:gd name="T18" fmla="*/ 352 w 467"/>
                <a:gd name="T19" fmla="*/ 356 h 468"/>
                <a:gd name="T20" fmla="*/ 331 w 467"/>
                <a:gd name="T21" fmla="*/ 327 h 468"/>
                <a:gd name="T22" fmla="*/ 317 w 467"/>
                <a:gd name="T23" fmla="*/ 271 h 468"/>
                <a:gd name="T24" fmla="*/ 317 w 467"/>
                <a:gd name="T25" fmla="*/ 412 h 468"/>
                <a:gd name="T26" fmla="*/ 308 w 467"/>
                <a:gd name="T27" fmla="*/ 258 h 468"/>
                <a:gd name="T28" fmla="*/ 301 w 467"/>
                <a:gd name="T29" fmla="*/ 265 h 468"/>
                <a:gd name="T30" fmla="*/ 295 w 467"/>
                <a:gd name="T31" fmla="*/ 341 h 468"/>
                <a:gd name="T32" fmla="*/ 290 w 467"/>
                <a:gd name="T33" fmla="*/ 347 h 468"/>
                <a:gd name="T34" fmla="*/ 287 w 467"/>
                <a:gd name="T35" fmla="*/ 208 h 468"/>
                <a:gd name="T36" fmla="*/ 281 w 467"/>
                <a:gd name="T37" fmla="*/ 235 h 468"/>
                <a:gd name="T38" fmla="*/ 274 w 467"/>
                <a:gd name="T39" fmla="*/ 313 h 468"/>
                <a:gd name="T40" fmla="*/ 264 w 467"/>
                <a:gd name="T41" fmla="*/ 230 h 468"/>
                <a:gd name="T42" fmla="*/ 246 w 467"/>
                <a:gd name="T43" fmla="*/ 249 h 468"/>
                <a:gd name="T44" fmla="*/ 268 w 467"/>
                <a:gd name="T45" fmla="*/ 319 h 468"/>
                <a:gd name="T46" fmla="*/ 258 w 467"/>
                <a:gd name="T47" fmla="*/ 307 h 468"/>
                <a:gd name="T48" fmla="*/ 233 w 467"/>
                <a:gd name="T49" fmla="*/ 289 h 468"/>
                <a:gd name="T50" fmla="*/ 237 w 467"/>
                <a:gd name="T51" fmla="*/ 187 h 468"/>
                <a:gd name="T52" fmla="*/ 236 w 467"/>
                <a:gd name="T53" fmla="*/ 280 h 468"/>
                <a:gd name="T54" fmla="*/ 233 w 467"/>
                <a:gd name="T55" fmla="*/ 141 h 468"/>
                <a:gd name="T56" fmla="*/ 216 w 467"/>
                <a:gd name="T57" fmla="*/ 136 h 468"/>
                <a:gd name="T58" fmla="*/ 221 w 467"/>
                <a:gd name="T59" fmla="*/ 223 h 468"/>
                <a:gd name="T60" fmla="*/ 211 w 467"/>
                <a:gd name="T61" fmla="*/ 213 h 468"/>
                <a:gd name="T62" fmla="*/ 230 w 467"/>
                <a:gd name="T63" fmla="*/ 194 h 468"/>
                <a:gd name="T64" fmla="*/ 227 w 467"/>
                <a:gd name="T65" fmla="*/ 267 h 468"/>
                <a:gd name="T66" fmla="*/ 220 w 467"/>
                <a:gd name="T67" fmla="*/ 274 h 468"/>
                <a:gd name="T68" fmla="*/ 198 w 467"/>
                <a:gd name="T69" fmla="*/ 105 h 468"/>
                <a:gd name="T70" fmla="*/ 205 w 467"/>
                <a:gd name="T71" fmla="*/ 240 h 468"/>
                <a:gd name="T72" fmla="*/ 198 w 467"/>
                <a:gd name="T73" fmla="*/ 247 h 468"/>
                <a:gd name="T74" fmla="*/ 191 w 467"/>
                <a:gd name="T75" fmla="*/ 183 h 468"/>
                <a:gd name="T76" fmla="*/ 197 w 467"/>
                <a:gd name="T77" fmla="*/ 248 h 468"/>
                <a:gd name="T78" fmla="*/ 185 w 467"/>
                <a:gd name="T79" fmla="*/ 189 h 468"/>
                <a:gd name="T80" fmla="*/ 175 w 467"/>
                <a:gd name="T81" fmla="*/ 304 h 468"/>
                <a:gd name="T82" fmla="*/ 168 w 467"/>
                <a:gd name="T83" fmla="*/ 113 h 468"/>
                <a:gd name="T84" fmla="*/ 161 w 467"/>
                <a:gd name="T85" fmla="*/ 120 h 468"/>
                <a:gd name="T86" fmla="*/ 155 w 467"/>
                <a:gd name="T87" fmla="*/ 197 h 468"/>
                <a:gd name="T88" fmla="*/ 143 w 467"/>
                <a:gd name="T89" fmla="*/ 88 h 468"/>
                <a:gd name="T90" fmla="*/ 152 w 467"/>
                <a:gd name="T91" fmla="*/ 187 h 468"/>
                <a:gd name="T92" fmla="*/ 145 w 467"/>
                <a:gd name="T93" fmla="*/ 136 h 468"/>
                <a:gd name="T94" fmla="*/ 127 w 467"/>
                <a:gd name="T95" fmla="*/ 225 h 468"/>
                <a:gd name="T96" fmla="*/ 133 w 467"/>
                <a:gd name="T97" fmla="*/ 98 h 468"/>
                <a:gd name="T98" fmla="*/ 127 w 467"/>
                <a:gd name="T99" fmla="*/ 46 h 468"/>
                <a:gd name="T100" fmla="*/ 128 w 467"/>
                <a:gd name="T101" fmla="*/ 174 h 468"/>
                <a:gd name="T102" fmla="*/ 121 w 467"/>
                <a:gd name="T103" fmla="*/ 110 h 468"/>
                <a:gd name="T104" fmla="*/ 126 w 467"/>
                <a:gd name="T105" fmla="*/ 84 h 468"/>
                <a:gd name="T106" fmla="*/ 117 w 467"/>
                <a:gd name="T107" fmla="*/ 217 h 468"/>
                <a:gd name="T108" fmla="*/ 114 w 467"/>
                <a:gd name="T109" fmla="*/ 118 h 468"/>
                <a:gd name="T110" fmla="*/ 109 w 467"/>
                <a:gd name="T111" fmla="*/ 101 h 468"/>
                <a:gd name="T112" fmla="*/ 103 w 467"/>
                <a:gd name="T113" fmla="*/ 57 h 468"/>
                <a:gd name="T114" fmla="*/ 101 w 467"/>
                <a:gd name="T115" fmla="*/ 109 h 468"/>
                <a:gd name="T116" fmla="*/ 85 w 467"/>
                <a:gd name="T117" fmla="*/ 75 h 468"/>
                <a:gd name="T118" fmla="*/ 84 w 467"/>
                <a:gd name="T119" fmla="*/ 126 h 468"/>
                <a:gd name="T120" fmla="*/ 80 w 467"/>
                <a:gd name="T121" fmla="*/ 81 h 468"/>
                <a:gd name="T122" fmla="*/ 60 w 467"/>
                <a:gd name="T123" fmla="*/ 99 h 468"/>
                <a:gd name="T124" fmla="*/ 54 w 467"/>
                <a:gd name="T125" fmla="*/ 106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67" h="468">
                  <a:moveTo>
                    <a:pt x="467" y="341"/>
                  </a:moveTo>
                  <a:cubicBezTo>
                    <a:pt x="421" y="386"/>
                    <a:pt x="421" y="386"/>
                    <a:pt x="421" y="386"/>
                  </a:cubicBezTo>
                  <a:cubicBezTo>
                    <a:pt x="421" y="343"/>
                    <a:pt x="421" y="343"/>
                    <a:pt x="421" y="343"/>
                  </a:cubicBezTo>
                  <a:cubicBezTo>
                    <a:pt x="429" y="351"/>
                    <a:pt x="429" y="351"/>
                    <a:pt x="429" y="351"/>
                  </a:cubicBezTo>
                  <a:cubicBezTo>
                    <a:pt x="432" y="347"/>
                    <a:pt x="435" y="344"/>
                    <a:pt x="439" y="341"/>
                  </a:cubicBezTo>
                  <a:cubicBezTo>
                    <a:pt x="421" y="323"/>
                    <a:pt x="421" y="323"/>
                    <a:pt x="421" y="323"/>
                  </a:cubicBezTo>
                  <a:cubicBezTo>
                    <a:pt x="421" y="295"/>
                    <a:pt x="421" y="295"/>
                    <a:pt x="421" y="295"/>
                  </a:cubicBezTo>
                  <a:lnTo>
                    <a:pt x="467" y="341"/>
                  </a:lnTo>
                  <a:close/>
                  <a:moveTo>
                    <a:pt x="421" y="386"/>
                  </a:moveTo>
                  <a:cubicBezTo>
                    <a:pt x="410" y="397"/>
                    <a:pt x="410" y="397"/>
                    <a:pt x="410" y="397"/>
                  </a:cubicBezTo>
                  <a:cubicBezTo>
                    <a:pt x="410" y="369"/>
                    <a:pt x="410" y="369"/>
                    <a:pt x="410" y="369"/>
                  </a:cubicBezTo>
                  <a:cubicBezTo>
                    <a:pt x="416" y="363"/>
                    <a:pt x="416" y="363"/>
                    <a:pt x="416" y="363"/>
                  </a:cubicBezTo>
                  <a:cubicBezTo>
                    <a:pt x="410" y="357"/>
                    <a:pt x="410" y="357"/>
                    <a:pt x="410" y="357"/>
                  </a:cubicBezTo>
                  <a:cubicBezTo>
                    <a:pt x="410" y="332"/>
                    <a:pt x="410" y="332"/>
                    <a:pt x="410" y="332"/>
                  </a:cubicBezTo>
                  <a:cubicBezTo>
                    <a:pt x="421" y="343"/>
                    <a:pt x="421" y="343"/>
                    <a:pt x="421" y="343"/>
                  </a:cubicBezTo>
                  <a:cubicBezTo>
                    <a:pt x="421" y="386"/>
                    <a:pt x="421" y="386"/>
                    <a:pt x="421" y="386"/>
                  </a:cubicBezTo>
                  <a:close/>
                  <a:moveTo>
                    <a:pt x="410" y="283"/>
                  </a:moveTo>
                  <a:cubicBezTo>
                    <a:pt x="421" y="295"/>
                    <a:pt x="421" y="295"/>
                    <a:pt x="421" y="295"/>
                  </a:cubicBezTo>
                  <a:cubicBezTo>
                    <a:pt x="421" y="323"/>
                    <a:pt x="421" y="323"/>
                    <a:pt x="421" y="323"/>
                  </a:cubicBezTo>
                  <a:cubicBezTo>
                    <a:pt x="414" y="316"/>
                    <a:pt x="414" y="316"/>
                    <a:pt x="414" y="316"/>
                  </a:cubicBezTo>
                  <a:cubicBezTo>
                    <a:pt x="410" y="320"/>
                    <a:pt x="410" y="320"/>
                    <a:pt x="410" y="320"/>
                  </a:cubicBezTo>
                  <a:lnTo>
                    <a:pt x="410" y="283"/>
                  </a:lnTo>
                  <a:close/>
                  <a:moveTo>
                    <a:pt x="410" y="397"/>
                  </a:moveTo>
                  <a:cubicBezTo>
                    <a:pt x="386" y="421"/>
                    <a:pt x="386" y="421"/>
                    <a:pt x="386" y="421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7" y="393"/>
                    <a:pt x="387" y="393"/>
                    <a:pt x="387" y="393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7" y="392"/>
                    <a:pt x="387" y="392"/>
                    <a:pt x="387" y="392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2"/>
                    <a:pt x="388" y="392"/>
                    <a:pt x="388" y="392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8" y="391"/>
                    <a:pt x="388" y="391"/>
                    <a:pt x="388" y="391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89" y="390"/>
                    <a:pt x="389" y="390"/>
                    <a:pt x="389" y="390"/>
                  </a:cubicBezTo>
                  <a:cubicBezTo>
                    <a:pt x="390" y="390"/>
                    <a:pt x="390" y="390"/>
                    <a:pt x="390" y="390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0" y="389"/>
                    <a:pt x="390" y="389"/>
                    <a:pt x="390" y="389"/>
                  </a:cubicBezTo>
                  <a:cubicBezTo>
                    <a:pt x="391" y="389"/>
                    <a:pt x="391" y="389"/>
                    <a:pt x="391" y="389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1" y="388"/>
                    <a:pt x="391" y="388"/>
                    <a:pt x="391" y="388"/>
                  </a:cubicBezTo>
                  <a:cubicBezTo>
                    <a:pt x="392" y="388"/>
                    <a:pt x="392" y="388"/>
                    <a:pt x="392" y="388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2" y="387"/>
                    <a:pt x="392" y="387"/>
                    <a:pt x="392" y="387"/>
                  </a:cubicBezTo>
                  <a:cubicBezTo>
                    <a:pt x="393" y="387"/>
                    <a:pt x="393" y="387"/>
                    <a:pt x="393" y="387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3" y="386"/>
                    <a:pt x="393" y="386"/>
                    <a:pt x="393" y="386"/>
                  </a:cubicBezTo>
                  <a:cubicBezTo>
                    <a:pt x="394" y="385"/>
                    <a:pt x="394" y="385"/>
                    <a:pt x="394" y="385"/>
                  </a:cubicBezTo>
                  <a:cubicBezTo>
                    <a:pt x="386" y="378"/>
                    <a:pt x="386" y="378"/>
                    <a:pt x="386" y="378"/>
                  </a:cubicBezTo>
                  <a:cubicBezTo>
                    <a:pt x="386" y="353"/>
                    <a:pt x="386" y="353"/>
                    <a:pt x="386" y="353"/>
                  </a:cubicBezTo>
                  <a:cubicBezTo>
                    <a:pt x="406" y="373"/>
                    <a:pt x="406" y="373"/>
                    <a:pt x="406" y="373"/>
                  </a:cubicBezTo>
                  <a:cubicBezTo>
                    <a:pt x="410" y="369"/>
                    <a:pt x="410" y="369"/>
                    <a:pt x="410" y="369"/>
                  </a:cubicBezTo>
                  <a:cubicBezTo>
                    <a:pt x="410" y="397"/>
                    <a:pt x="410" y="397"/>
                    <a:pt x="410" y="397"/>
                  </a:cubicBezTo>
                  <a:close/>
                  <a:moveTo>
                    <a:pt x="386" y="259"/>
                  </a:moveTo>
                  <a:cubicBezTo>
                    <a:pt x="386" y="287"/>
                    <a:pt x="386" y="287"/>
                    <a:pt x="386" y="287"/>
                  </a:cubicBezTo>
                  <a:cubicBezTo>
                    <a:pt x="403" y="305"/>
                    <a:pt x="403" y="305"/>
                    <a:pt x="403" y="305"/>
                  </a:cubicBezTo>
                  <a:cubicBezTo>
                    <a:pt x="400" y="308"/>
                    <a:pt x="397" y="312"/>
                    <a:pt x="393" y="315"/>
                  </a:cubicBezTo>
                  <a:cubicBezTo>
                    <a:pt x="386" y="308"/>
                    <a:pt x="386" y="308"/>
                    <a:pt x="386" y="308"/>
                  </a:cubicBezTo>
                  <a:cubicBezTo>
                    <a:pt x="386" y="344"/>
                    <a:pt x="386" y="344"/>
                    <a:pt x="386" y="344"/>
                  </a:cubicBezTo>
                  <a:cubicBezTo>
                    <a:pt x="392" y="338"/>
                    <a:pt x="392" y="338"/>
                    <a:pt x="392" y="338"/>
                  </a:cubicBezTo>
                  <a:cubicBezTo>
                    <a:pt x="410" y="357"/>
                    <a:pt x="410" y="357"/>
                    <a:pt x="410" y="357"/>
                  </a:cubicBezTo>
                  <a:cubicBezTo>
                    <a:pt x="410" y="332"/>
                    <a:pt x="410" y="332"/>
                    <a:pt x="410" y="332"/>
                  </a:cubicBezTo>
                  <a:cubicBezTo>
                    <a:pt x="404" y="326"/>
                    <a:pt x="404" y="326"/>
                    <a:pt x="404" y="326"/>
                  </a:cubicBezTo>
                  <a:cubicBezTo>
                    <a:pt x="410" y="320"/>
                    <a:pt x="410" y="320"/>
                    <a:pt x="410" y="320"/>
                  </a:cubicBezTo>
                  <a:cubicBezTo>
                    <a:pt x="410" y="283"/>
                    <a:pt x="410" y="283"/>
                    <a:pt x="410" y="283"/>
                  </a:cubicBezTo>
                  <a:lnTo>
                    <a:pt x="386" y="259"/>
                  </a:lnTo>
                  <a:close/>
                  <a:moveTo>
                    <a:pt x="386" y="421"/>
                  </a:moveTo>
                  <a:cubicBezTo>
                    <a:pt x="375" y="432"/>
                    <a:pt x="375" y="432"/>
                    <a:pt x="375" y="432"/>
                  </a:cubicBezTo>
                  <a:cubicBezTo>
                    <a:pt x="375" y="404"/>
                    <a:pt x="375" y="404"/>
                    <a:pt x="375" y="404"/>
                  </a:cubicBezTo>
                  <a:cubicBezTo>
                    <a:pt x="383" y="396"/>
                    <a:pt x="383" y="396"/>
                    <a:pt x="383" y="396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4" y="395"/>
                    <a:pt x="384" y="395"/>
                    <a:pt x="384" y="395"/>
                  </a:cubicBezTo>
                  <a:cubicBezTo>
                    <a:pt x="385" y="395"/>
                    <a:pt x="385" y="395"/>
                    <a:pt x="385" y="395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5" y="394"/>
                    <a:pt x="385" y="394"/>
                    <a:pt x="385" y="394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393"/>
                    <a:pt x="386" y="393"/>
                    <a:pt x="386" y="393"/>
                  </a:cubicBezTo>
                  <a:cubicBezTo>
                    <a:pt x="386" y="421"/>
                    <a:pt x="386" y="421"/>
                    <a:pt x="386" y="421"/>
                  </a:cubicBezTo>
                  <a:close/>
                  <a:moveTo>
                    <a:pt x="375" y="248"/>
                  </a:moveTo>
                  <a:cubicBezTo>
                    <a:pt x="386" y="259"/>
                    <a:pt x="386" y="259"/>
                    <a:pt x="386" y="259"/>
                  </a:cubicBezTo>
                  <a:cubicBezTo>
                    <a:pt x="386" y="287"/>
                    <a:pt x="386" y="287"/>
                    <a:pt x="386" y="287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75" y="248"/>
                    <a:pt x="375" y="248"/>
                    <a:pt x="375" y="248"/>
                  </a:cubicBezTo>
                  <a:close/>
                  <a:moveTo>
                    <a:pt x="386" y="308"/>
                  </a:moveTo>
                  <a:cubicBezTo>
                    <a:pt x="386" y="344"/>
                    <a:pt x="386" y="344"/>
                    <a:pt x="386" y="344"/>
                  </a:cubicBezTo>
                  <a:cubicBezTo>
                    <a:pt x="381" y="348"/>
                    <a:pt x="381" y="348"/>
                    <a:pt x="381" y="348"/>
                  </a:cubicBezTo>
                  <a:cubicBezTo>
                    <a:pt x="386" y="353"/>
                    <a:pt x="386" y="353"/>
                    <a:pt x="386" y="353"/>
                  </a:cubicBezTo>
                  <a:cubicBezTo>
                    <a:pt x="386" y="378"/>
                    <a:pt x="386" y="378"/>
                    <a:pt x="386" y="378"/>
                  </a:cubicBezTo>
                  <a:cubicBezTo>
                    <a:pt x="375" y="366"/>
                    <a:pt x="375" y="366"/>
                    <a:pt x="375" y="366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5" y="333"/>
                    <a:pt x="375" y="333"/>
                    <a:pt x="375" y="333"/>
                  </a:cubicBezTo>
                  <a:cubicBezTo>
                    <a:pt x="376" y="333"/>
                    <a:pt x="376" y="333"/>
                    <a:pt x="376" y="333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7" y="332"/>
                    <a:pt x="377" y="332"/>
                    <a:pt x="377" y="332"/>
                  </a:cubicBezTo>
                  <a:cubicBezTo>
                    <a:pt x="377" y="332"/>
                    <a:pt x="377" y="332"/>
                    <a:pt x="377" y="332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7" y="331"/>
                    <a:pt x="377" y="331"/>
                    <a:pt x="377" y="331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8" y="330"/>
                    <a:pt x="378" y="330"/>
                    <a:pt x="378" y="330"/>
                  </a:cubicBezTo>
                  <a:cubicBezTo>
                    <a:pt x="379" y="330"/>
                    <a:pt x="379" y="330"/>
                    <a:pt x="379" y="330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79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1" y="328"/>
                    <a:pt x="381" y="328"/>
                    <a:pt x="381" y="328"/>
                  </a:cubicBezTo>
                  <a:cubicBezTo>
                    <a:pt x="381" y="327"/>
                    <a:pt x="381" y="327"/>
                    <a:pt x="381" y="327"/>
                  </a:cubicBezTo>
                  <a:cubicBezTo>
                    <a:pt x="381" y="327"/>
                    <a:pt x="381" y="327"/>
                    <a:pt x="381" y="327"/>
                  </a:cubicBezTo>
                  <a:cubicBezTo>
                    <a:pt x="375" y="321"/>
                    <a:pt x="375" y="321"/>
                    <a:pt x="375" y="321"/>
                  </a:cubicBezTo>
                  <a:cubicBezTo>
                    <a:pt x="375" y="296"/>
                    <a:pt x="375" y="296"/>
                    <a:pt x="375" y="296"/>
                  </a:cubicBezTo>
                  <a:lnTo>
                    <a:pt x="386" y="308"/>
                  </a:lnTo>
                  <a:close/>
                  <a:moveTo>
                    <a:pt x="375" y="432"/>
                  </a:moveTo>
                  <a:cubicBezTo>
                    <a:pt x="354" y="453"/>
                    <a:pt x="354" y="453"/>
                    <a:pt x="354" y="453"/>
                  </a:cubicBezTo>
                  <a:cubicBezTo>
                    <a:pt x="354" y="425"/>
                    <a:pt x="354" y="425"/>
                    <a:pt x="354" y="425"/>
                  </a:cubicBezTo>
                  <a:cubicBezTo>
                    <a:pt x="361" y="418"/>
                    <a:pt x="361" y="418"/>
                    <a:pt x="361" y="418"/>
                  </a:cubicBezTo>
                  <a:cubicBezTo>
                    <a:pt x="371" y="408"/>
                    <a:pt x="371" y="408"/>
                    <a:pt x="371" y="408"/>
                  </a:cubicBezTo>
                  <a:cubicBezTo>
                    <a:pt x="375" y="404"/>
                    <a:pt x="375" y="404"/>
                    <a:pt x="375" y="404"/>
                  </a:cubicBezTo>
                  <a:cubicBezTo>
                    <a:pt x="375" y="432"/>
                    <a:pt x="375" y="432"/>
                    <a:pt x="375" y="432"/>
                  </a:cubicBezTo>
                  <a:close/>
                  <a:moveTo>
                    <a:pt x="354" y="226"/>
                  </a:moveTo>
                  <a:cubicBezTo>
                    <a:pt x="375" y="248"/>
                    <a:pt x="375" y="248"/>
                    <a:pt x="375" y="248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69" y="290"/>
                    <a:pt x="369" y="290"/>
                    <a:pt x="369" y="290"/>
                  </a:cubicBezTo>
                  <a:cubicBezTo>
                    <a:pt x="375" y="296"/>
                    <a:pt x="375" y="296"/>
                    <a:pt x="375" y="296"/>
                  </a:cubicBezTo>
                  <a:cubicBezTo>
                    <a:pt x="375" y="321"/>
                    <a:pt x="375" y="321"/>
                    <a:pt x="375" y="321"/>
                  </a:cubicBezTo>
                  <a:cubicBezTo>
                    <a:pt x="356" y="302"/>
                    <a:pt x="356" y="302"/>
                    <a:pt x="356" y="302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6" y="303"/>
                    <a:pt x="356" y="303"/>
                    <a:pt x="356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3"/>
                    <a:pt x="355" y="303"/>
                    <a:pt x="355" y="303"/>
                  </a:cubicBezTo>
                  <a:cubicBezTo>
                    <a:pt x="355" y="304"/>
                    <a:pt x="355" y="304"/>
                    <a:pt x="355" y="304"/>
                  </a:cubicBezTo>
                  <a:cubicBezTo>
                    <a:pt x="355" y="304"/>
                    <a:pt x="355" y="304"/>
                    <a:pt x="355" y="304"/>
                  </a:cubicBezTo>
                  <a:cubicBezTo>
                    <a:pt x="355" y="304"/>
                    <a:pt x="355" y="304"/>
                    <a:pt x="355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305"/>
                    <a:pt x="354" y="305"/>
                    <a:pt x="354" y="305"/>
                  </a:cubicBezTo>
                  <a:cubicBezTo>
                    <a:pt x="354" y="275"/>
                    <a:pt x="354" y="275"/>
                    <a:pt x="354" y="275"/>
                  </a:cubicBezTo>
                  <a:cubicBezTo>
                    <a:pt x="358" y="279"/>
                    <a:pt x="358" y="279"/>
                    <a:pt x="358" y="279"/>
                  </a:cubicBezTo>
                  <a:cubicBezTo>
                    <a:pt x="361" y="276"/>
                    <a:pt x="364" y="273"/>
                    <a:pt x="368" y="269"/>
                  </a:cubicBezTo>
                  <a:cubicBezTo>
                    <a:pt x="354" y="255"/>
                    <a:pt x="354" y="255"/>
                    <a:pt x="354" y="255"/>
                  </a:cubicBezTo>
                  <a:cubicBezTo>
                    <a:pt x="354" y="226"/>
                    <a:pt x="354" y="226"/>
                    <a:pt x="354" y="226"/>
                  </a:cubicBezTo>
                  <a:close/>
                  <a:moveTo>
                    <a:pt x="375" y="333"/>
                  </a:moveTo>
                  <a:cubicBezTo>
                    <a:pt x="375" y="366"/>
                    <a:pt x="375" y="366"/>
                    <a:pt x="375" y="366"/>
                  </a:cubicBezTo>
                  <a:cubicBezTo>
                    <a:pt x="369" y="361"/>
                    <a:pt x="369" y="361"/>
                    <a:pt x="369" y="361"/>
                  </a:cubicBezTo>
                  <a:cubicBezTo>
                    <a:pt x="369" y="361"/>
                    <a:pt x="369" y="361"/>
                    <a:pt x="369" y="361"/>
                  </a:cubicBezTo>
                  <a:cubicBezTo>
                    <a:pt x="369" y="361"/>
                    <a:pt x="369" y="361"/>
                    <a:pt x="369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1"/>
                    <a:pt x="368" y="361"/>
                    <a:pt x="368" y="361"/>
                  </a:cubicBezTo>
                  <a:cubicBezTo>
                    <a:pt x="368" y="362"/>
                    <a:pt x="368" y="362"/>
                    <a:pt x="368" y="362"/>
                  </a:cubicBezTo>
                  <a:cubicBezTo>
                    <a:pt x="368" y="362"/>
                    <a:pt x="368" y="362"/>
                    <a:pt x="368" y="362"/>
                  </a:cubicBezTo>
                  <a:cubicBezTo>
                    <a:pt x="368" y="362"/>
                    <a:pt x="368" y="362"/>
                    <a:pt x="368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2"/>
                    <a:pt x="367" y="362"/>
                    <a:pt x="367" y="362"/>
                  </a:cubicBezTo>
                  <a:cubicBezTo>
                    <a:pt x="367" y="363"/>
                    <a:pt x="367" y="363"/>
                    <a:pt x="367" y="363"/>
                  </a:cubicBezTo>
                  <a:cubicBezTo>
                    <a:pt x="367" y="363"/>
                    <a:pt x="367" y="363"/>
                    <a:pt x="367" y="363"/>
                  </a:cubicBezTo>
                  <a:cubicBezTo>
                    <a:pt x="367" y="363"/>
                    <a:pt x="367" y="363"/>
                    <a:pt x="367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3"/>
                    <a:pt x="366" y="363"/>
                    <a:pt x="366" y="363"/>
                  </a:cubicBezTo>
                  <a:cubicBezTo>
                    <a:pt x="366" y="364"/>
                    <a:pt x="366" y="364"/>
                    <a:pt x="366" y="364"/>
                  </a:cubicBezTo>
                  <a:cubicBezTo>
                    <a:pt x="366" y="364"/>
                    <a:pt x="366" y="364"/>
                    <a:pt x="366" y="364"/>
                  </a:cubicBezTo>
                  <a:cubicBezTo>
                    <a:pt x="366" y="364"/>
                    <a:pt x="366" y="364"/>
                    <a:pt x="366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4"/>
                    <a:pt x="365" y="364"/>
                    <a:pt x="365" y="364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5" y="365"/>
                    <a:pt x="365" y="365"/>
                    <a:pt x="365" y="365"/>
                  </a:cubicBezTo>
                  <a:cubicBezTo>
                    <a:pt x="364" y="365"/>
                    <a:pt x="364" y="365"/>
                    <a:pt x="364" y="365"/>
                  </a:cubicBezTo>
                  <a:cubicBezTo>
                    <a:pt x="364" y="365"/>
                    <a:pt x="364" y="365"/>
                    <a:pt x="364" y="365"/>
                  </a:cubicBezTo>
                  <a:cubicBezTo>
                    <a:pt x="364" y="365"/>
                    <a:pt x="364" y="365"/>
                    <a:pt x="364" y="365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4" y="366"/>
                    <a:pt x="364" y="366"/>
                    <a:pt x="364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6"/>
                    <a:pt x="363" y="366"/>
                    <a:pt x="363" y="366"/>
                  </a:cubicBezTo>
                  <a:cubicBezTo>
                    <a:pt x="363" y="367"/>
                    <a:pt x="363" y="367"/>
                    <a:pt x="363" y="367"/>
                  </a:cubicBezTo>
                  <a:cubicBezTo>
                    <a:pt x="363" y="367"/>
                    <a:pt x="363" y="367"/>
                    <a:pt x="363" y="367"/>
                  </a:cubicBezTo>
                  <a:cubicBezTo>
                    <a:pt x="363" y="367"/>
                    <a:pt x="363" y="367"/>
                    <a:pt x="363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7"/>
                    <a:pt x="362" y="367"/>
                    <a:pt x="362" y="367"/>
                  </a:cubicBezTo>
                  <a:cubicBezTo>
                    <a:pt x="362" y="368"/>
                    <a:pt x="362" y="368"/>
                    <a:pt x="362" y="368"/>
                  </a:cubicBezTo>
                  <a:cubicBezTo>
                    <a:pt x="362" y="368"/>
                    <a:pt x="362" y="368"/>
                    <a:pt x="362" y="368"/>
                  </a:cubicBezTo>
                  <a:cubicBezTo>
                    <a:pt x="362" y="368"/>
                    <a:pt x="362" y="368"/>
                    <a:pt x="362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8"/>
                    <a:pt x="361" y="368"/>
                    <a:pt x="361" y="368"/>
                  </a:cubicBezTo>
                  <a:cubicBezTo>
                    <a:pt x="361" y="369"/>
                    <a:pt x="361" y="369"/>
                    <a:pt x="361" y="369"/>
                  </a:cubicBezTo>
                  <a:cubicBezTo>
                    <a:pt x="361" y="369"/>
                    <a:pt x="361" y="369"/>
                    <a:pt x="361" y="369"/>
                  </a:cubicBezTo>
                  <a:cubicBezTo>
                    <a:pt x="361" y="369"/>
                    <a:pt x="361" y="369"/>
                    <a:pt x="361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69"/>
                    <a:pt x="360" y="369"/>
                    <a:pt x="360" y="369"/>
                  </a:cubicBezTo>
                  <a:cubicBezTo>
                    <a:pt x="360" y="370"/>
                    <a:pt x="360" y="370"/>
                    <a:pt x="360" y="370"/>
                  </a:cubicBezTo>
                  <a:cubicBezTo>
                    <a:pt x="360" y="370"/>
                    <a:pt x="360" y="370"/>
                    <a:pt x="360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0"/>
                    <a:pt x="359" y="370"/>
                    <a:pt x="359" y="370"/>
                  </a:cubicBezTo>
                  <a:cubicBezTo>
                    <a:pt x="359" y="371"/>
                    <a:pt x="359" y="371"/>
                    <a:pt x="359" y="371"/>
                  </a:cubicBezTo>
                  <a:cubicBezTo>
                    <a:pt x="359" y="371"/>
                    <a:pt x="359" y="371"/>
                    <a:pt x="359" y="371"/>
                  </a:cubicBezTo>
                  <a:cubicBezTo>
                    <a:pt x="354" y="376"/>
                    <a:pt x="354" y="376"/>
                    <a:pt x="354" y="376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3"/>
                    <a:pt x="354" y="353"/>
                    <a:pt x="354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3"/>
                    <a:pt x="355" y="353"/>
                    <a:pt x="355" y="353"/>
                  </a:cubicBezTo>
                  <a:cubicBezTo>
                    <a:pt x="355" y="352"/>
                    <a:pt x="355" y="352"/>
                    <a:pt x="355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6" y="352"/>
                    <a:pt x="356" y="352"/>
                    <a:pt x="356" y="352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1"/>
                    <a:pt x="357" y="351"/>
                    <a:pt x="357" y="351"/>
                  </a:cubicBezTo>
                  <a:cubicBezTo>
                    <a:pt x="357" y="350"/>
                    <a:pt x="357" y="350"/>
                    <a:pt x="357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58" y="350"/>
                    <a:pt x="358" y="350"/>
                    <a:pt x="358" y="350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1" y="337"/>
                    <a:pt x="371" y="337"/>
                    <a:pt x="371" y="337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2" y="336"/>
                    <a:pt x="372" y="336"/>
                    <a:pt x="372" y="336"/>
                  </a:cubicBezTo>
                  <a:cubicBezTo>
                    <a:pt x="373" y="336"/>
                    <a:pt x="373" y="336"/>
                    <a:pt x="373" y="336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3" y="335"/>
                    <a:pt x="373" y="335"/>
                    <a:pt x="373" y="335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5" y="333"/>
                    <a:pt x="375" y="333"/>
                    <a:pt x="375" y="333"/>
                  </a:cubicBezTo>
                  <a:close/>
                  <a:moveTo>
                    <a:pt x="354" y="453"/>
                  </a:moveTo>
                  <a:cubicBezTo>
                    <a:pt x="339" y="467"/>
                    <a:pt x="339" y="467"/>
                    <a:pt x="339" y="467"/>
                  </a:cubicBezTo>
                  <a:cubicBezTo>
                    <a:pt x="339" y="439"/>
                    <a:pt x="339" y="439"/>
                    <a:pt x="339" y="439"/>
                  </a:cubicBezTo>
                  <a:cubicBezTo>
                    <a:pt x="354" y="425"/>
                    <a:pt x="354" y="425"/>
                    <a:pt x="354" y="425"/>
                  </a:cubicBezTo>
                  <a:cubicBezTo>
                    <a:pt x="354" y="453"/>
                    <a:pt x="354" y="453"/>
                    <a:pt x="354" y="453"/>
                  </a:cubicBezTo>
                  <a:close/>
                  <a:moveTo>
                    <a:pt x="339" y="212"/>
                  </a:moveTo>
                  <a:cubicBezTo>
                    <a:pt x="354" y="226"/>
                    <a:pt x="354" y="226"/>
                    <a:pt x="354" y="226"/>
                  </a:cubicBezTo>
                  <a:cubicBezTo>
                    <a:pt x="354" y="255"/>
                    <a:pt x="354" y="255"/>
                    <a:pt x="354" y="255"/>
                  </a:cubicBezTo>
                  <a:cubicBezTo>
                    <a:pt x="343" y="244"/>
                    <a:pt x="343" y="244"/>
                    <a:pt x="343" y="244"/>
                  </a:cubicBezTo>
                  <a:cubicBezTo>
                    <a:pt x="339" y="248"/>
                    <a:pt x="339" y="248"/>
                    <a:pt x="339" y="248"/>
                  </a:cubicBezTo>
                  <a:cubicBezTo>
                    <a:pt x="339" y="212"/>
                    <a:pt x="339" y="212"/>
                    <a:pt x="339" y="212"/>
                  </a:cubicBezTo>
                  <a:close/>
                  <a:moveTo>
                    <a:pt x="354" y="275"/>
                  </a:moveTo>
                  <a:cubicBezTo>
                    <a:pt x="354" y="305"/>
                    <a:pt x="354" y="305"/>
                    <a:pt x="354" y="305"/>
                  </a:cubicBezTo>
                  <a:cubicBezTo>
                    <a:pt x="353" y="305"/>
                    <a:pt x="353" y="305"/>
                    <a:pt x="353" y="305"/>
                  </a:cubicBezTo>
                  <a:cubicBezTo>
                    <a:pt x="353" y="305"/>
                    <a:pt x="353" y="305"/>
                    <a:pt x="353" y="305"/>
                  </a:cubicBezTo>
                  <a:cubicBezTo>
                    <a:pt x="353" y="305"/>
                    <a:pt x="353" y="305"/>
                    <a:pt x="353" y="305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3" y="306"/>
                    <a:pt x="353" y="306"/>
                    <a:pt x="353" y="306"/>
                  </a:cubicBezTo>
                  <a:cubicBezTo>
                    <a:pt x="352" y="306"/>
                    <a:pt x="352" y="306"/>
                    <a:pt x="352" y="306"/>
                  </a:cubicBezTo>
                  <a:cubicBezTo>
                    <a:pt x="352" y="306"/>
                    <a:pt x="352" y="306"/>
                    <a:pt x="352" y="306"/>
                  </a:cubicBezTo>
                  <a:cubicBezTo>
                    <a:pt x="352" y="306"/>
                    <a:pt x="352" y="306"/>
                    <a:pt x="352" y="306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2" y="307"/>
                    <a:pt x="352" y="307"/>
                    <a:pt x="352" y="307"/>
                  </a:cubicBezTo>
                  <a:cubicBezTo>
                    <a:pt x="351" y="307"/>
                    <a:pt x="351" y="307"/>
                    <a:pt x="351" y="307"/>
                  </a:cubicBezTo>
                  <a:cubicBezTo>
                    <a:pt x="351" y="307"/>
                    <a:pt x="351" y="307"/>
                    <a:pt x="351" y="307"/>
                  </a:cubicBezTo>
                  <a:cubicBezTo>
                    <a:pt x="351" y="307"/>
                    <a:pt x="351" y="307"/>
                    <a:pt x="351" y="307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1" y="308"/>
                    <a:pt x="351" y="308"/>
                    <a:pt x="351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8"/>
                    <a:pt x="350" y="308"/>
                    <a:pt x="350" y="308"/>
                  </a:cubicBezTo>
                  <a:cubicBezTo>
                    <a:pt x="350" y="309"/>
                    <a:pt x="350" y="309"/>
                    <a:pt x="350" y="309"/>
                  </a:cubicBezTo>
                  <a:cubicBezTo>
                    <a:pt x="350" y="309"/>
                    <a:pt x="350" y="309"/>
                    <a:pt x="350" y="309"/>
                  </a:cubicBezTo>
                  <a:cubicBezTo>
                    <a:pt x="350" y="309"/>
                    <a:pt x="350" y="309"/>
                    <a:pt x="350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09"/>
                    <a:pt x="349" y="309"/>
                    <a:pt x="349" y="309"/>
                  </a:cubicBezTo>
                  <a:cubicBezTo>
                    <a:pt x="349" y="310"/>
                    <a:pt x="349" y="310"/>
                    <a:pt x="349" y="310"/>
                  </a:cubicBezTo>
                  <a:cubicBezTo>
                    <a:pt x="349" y="310"/>
                    <a:pt x="349" y="310"/>
                    <a:pt x="349" y="310"/>
                  </a:cubicBezTo>
                  <a:cubicBezTo>
                    <a:pt x="349" y="310"/>
                    <a:pt x="349" y="310"/>
                    <a:pt x="349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0"/>
                    <a:pt x="348" y="310"/>
                    <a:pt x="348" y="310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8" y="311"/>
                    <a:pt x="348" y="311"/>
                    <a:pt x="348" y="311"/>
                  </a:cubicBezTo>
                  <a:cubicBezTo>
                    <a:pt x="347" y="311"/>
                    <a:pt x="347" y="311"/>
                    <a:pt x="347" y="311"/>
                  </a:cubicBezTo>
                  <a:cubicBezTo>
                    <a:pt x="347" y="311"/>
                    <a:pt x="347" y="311"/>
                    <a:pt x="347" y="311"/>
                  </a:cubicBezTo>
                  <a:cubicBezTo>
                    <a:pt x="347" y="311"/>
                    <a:pt x="347" y="311"/>
                    <a:pt x="347" y="311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7" y="312"/>
                    <a:pt x="347" y="312"/>
                    <a:pt x="347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39" y="319"/>
                    <a:pt x="339" y="319"/>
                    <a:pt x="339" y="319"/>
                  </a:cubicBezTo>
                  <a:cubicBezTo>
                    <a:pt x="339" y="298"/>
                    <a:pt x="339" y="298"/>
                    <a:pt x="339" y="298"/>
                  </a:cubicBezTo>
                  <a:cubicBezTo>
                    <a:pt x="345" y="292"/>
                    <a:pt x="345" y="292"/>
                    <a:pt x="345" y="292"/>
                  </a:cubicBezTo>
                  <a:cubicBezTo>
                    <a:pt x="339" y="285"/>
                    <a:pt x="339" y="285"/>
                    <a:pt x="339" y="285"/>
                  </a:cubicBezTo>
                  <a:cubicBezTo>
                    <a:pt x="339" y="261"/>
                    <a:pt x="339" y="261"/>
                    <a:pt x="339" y="261"/>
                  </a:cubicBezTo>
                  <a:cubicBezTo>
                    <a:pt x="354" y="275"/>
                    <a:pt x="354" y="275"/>
                    <a:pt x="354" y="275"/>
                  </a:cubicBezTo>
                  <a:close/>
                  <a:moveTo>
                    <a:pt x="354" y="354"/>
                  </a:moveTo>
                  <a:cubicBezTo>
                    <a:pt x="354" y="376"/>
                    <a:pt x="354" y="376"/>
                    <a:pt x="354" y="376"/>
                  </a:cubicBezTo>
                  <a:cubicBezTo>
                    <a:pt x="346" y="383"/>
                    <a:pt x="346" y="383"/>
                    <a:pt x="346" y="383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39" y="368"/>
                    <a:pt x="339" y="368"/>
                    <a:pt x="339" y="368"/>
                  </a:cubicBezTo>
                  <a:cubicBezTo>
                    <a:pt x="348" y="360"/>
                    <a:pt x="348" y="360"/>
                    <a:pt x="348" y="360"/>
                  </a:cubicBezTo>
                  <a:cubicBezTo>
                    <a:pt x="348" y="360"/>
                    <a:pt x="348" y="360"/>
                    <a:pt x="348" y="360"/>
                  </a:cubicBezTo>
                  <a:cubicBezTo>
                    <a:pt x="348" y="360"/>
                    <a:pt x="348" y="360"/>
                    <a:pt x="348" y="360"/>
                  </a:cubicBezTo>
                  <a:cubicBezTo>
                    <a:pt x="348" y="359"/>
                    <a:pt x="348" y="359"/>
                    <a:pt x="348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9"/>
                    <a:pt x="349" y="359"/>
                    <a:pt x="349" y="359"/>
                  </a:cubicBezTo>
                  <a:cubicBezTo>
                    <a:pt x="349" y="358"/>
                    <a:pt x="349" y="358"/>
                    <a:pt x="349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8"/>
                    <a:pt x="350" y="358"/>
                    <a:pt x="350" y="358"/>
                  </a:cubicBezTo>
                  <a:cubicBezTo>
                    <a:pt x="350" y="357"/>
                    <a:pt x="350" y="357"/>
                    <a:pt x="350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7"/>
                    <a:pt x="351" y="357"/>
                    <a:pt x="351" y="357"/>
                  </a:cubicBezTo>
                  <a:cubicBezTo>
                    <a:pt x="351" y="356"/>
                    <a:pt x="351" y="356"/>
                    <a:pt x="351" y="356"/>
                  </a:cubicBezTo>
                  <a:cubicBezTo>
                    <a:pt x="351" y="356"/>
                    <a:pt x="351" y="356"/>
                    <a:pt x="351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6"/>
                    <a:pt x="352" y="356"/>
                    <a:pt x="352" y="356"/>
                  </a:cubicBezTo>
                  <a:cubicBezTo>
                    <a:pt x="352" y="355"/>
                    <a:pt x="352" y="355"/>
                    <a:pt x="352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3" y="355"/>
                    <a:pt x="353" y="355"/>
                    <a:pt x="353" y="355"/>
                  </a:cubicBezTo>
                  <a:cubicBezTo>
                    <a:pt x="354" y="354"/>
                    <a:pt x="354" y="354"/>
                    <a:pt x="354" y="354"/>
                  </a:cubicBezTo>
                  <a:close/>
                  <a:moveTo>
                    <a:pt x="339" y="467"/>
                  </a:moveTo>
                  <a:cubicBezTo>
                    <a:pt x="338" y="468"/>
                    <a:pt x="338" y="468"/>
                    <a:pt x="338" y="468"/>
                  </a:cubicBezTo>
                  <a:cubicBezTo>
                    <a:pt x="328" y="458"/>
                    <a:pt x="328" y="458"/>
                    <a:pt x="328" y="458"/>
                  </a:cubicBezTo>
                  <a:cubicBezTo>
                    <a:pt x="328" y="430"/>
                    <a:pt x="328" y="430"/>
                    <a:pt x="328" y="430"/>
                  </a:cubicBezTo>
                  <a:cubicBezTo>
                    <a:pt x="338" y="440"/>
                    <a:pt x="338" y="440"/>
                    <a:pt x="338" y="440"/>
                  </a:cubicBezTo>
                  <a:cubicBezTo>
                    <a:pt x="339" y="439"/>
                    <a:pt x="339" y="439"/>
                    <a:pt x="339" y="439"/>
                  </a:cubicBezTo>
                  <a:cubicBezTo>
                    <a:pt x="339" y="467"/>
                    <a:pt x="339" y="467"/>
                    <a:pt x="339" y="467"/>
                  </a:cubicBezTo>
                  <a:close/>
                  <a:moveTo>
                    <a:pt x="328" y="200"/>
                  </a:moveTo>
                  <a:cubicBezTo>
                    <a:pt x="339" y="212"/>
                    <a:pt x="339" y="212"/>
                    <a:pt x="339" y="212"/>
                  </a:cubicBezTo>
                  <a:cubicBezTo>
                    <a:pt x="339" y="248"/>
                    <a:pt x="339" y="248"/>
                    <a:pt x="339" y="248"/>
                  </a:cubicBezTo>
                  <a:cubicBezTo>
                    <a:pt x="333" y="254"/>
                    <a:pt x="333" y="254"/>
                    <a:pt x="333" y="254"/>
                  </a:cubicBezTo>
                  <a:cubicBezTo>
                    <a:pt x="339" y="261"/>
                    <a:pt x="339" y="261"/>
                    <a:pt x="339" y="261"/>
                  </a:cubicBezTo>
                  <a:cubicBezTo>
                    <a:pt x="339" y="285"/>
                    <a:pt x="339" y="285"/>
                    <a:pt x="339" y="285"/>
                  </a:cubicBezTo>
                  <a:cubicBezTo>
                    <a:pt x="328" y="274"/>
                    <a:pt x="328" y="274"/>
                    <a:pt x="328" y="274"/>
                  </a:cubicBezTo>
                  <a:cubicBezTo>
                    <a:pt x="328" y="238"/>
                    <a:pt x="328" y="238"/>
                    <a:pt x="328" y="238"/>
                  </a:cubicBezTo>
                  <a:cubicBezTo>
                    <a:pt x="333" y="233"/>
                    <a:pt x="333" y="233"/>
                    <a:pt x="333" y="233"/>
                  </a:cubicBezTo>
                  <a:cubicBezTo>
                    <a:pt x="328" y="229"/>
                    <a:pt x="328" y="229"/>
                    <a:pt x="328" y="229"/>
                  </a:cubicBezTo>
                  <a:cubicBezTo>
                    <a:pt x="328" y="200"/>
                    <a:pt x="328" y="200"/>
                    <a:pt x="328" y="200"/>
                  </a:cubicBezTo>
                  <a:close/>
                  <a:moveTo>
                    <a:pt x="339" y="298"/>
                  </a:moveTo>
                  <a:cubicBezTo>
                    <a:pt x="339" y="319"/>
                    <a:pt x="339" y="319"/>
                    <a:pt x="339" y="319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5"/>
                    <a:pt x="333" y="325"/>
                    <a:pt x="333" y="325"/>
                  </a:cubicBezTo>
                  <a:cubicBezTo>
                    <a:pt x="333" y="326"/>
                    <a:pt x="333" y="326"/>
                    <a:pt x="333" y="326"/>
                  </a:cubicBezTo>
                  <a:cubicBezTo>
                    <a:pt x="333" y="326"/>
                    <a:pt x="333" y="326"/>
                    <a:pt x="333" y="326"/>
                  </a:cubicBezTo>
                  <a:cubicBezTo>
                    <a:pt x="333" y="326"/>
                    <a:pt x="333" y="326"/>
                    <a:pt x="333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6"/>
                    <a:pt x="332" y="326"/>
                    <a:pt x="332" y="326"/>
                  </a:cubicBezTo>
                  <a:cubicBezTo>
                    <a:pt x="332" y="327"/>
                    <a:pt x="332" y="327"/>
                    <a:pt x="332" y="327"/>
                  </a:cubicBezTo>
                  <a:cubicBezTo>
                    <a:pt x="332" y="327"/>
                    <a:pt x="332" y="327"/>
                    <a:pt x="332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7"/>
                    <a:pt x="331" y="327"/>
                    <a:pt x="331" y="327"/>
                  </a:cubicBezTo>
                  <a:cubicBezTo>
                    <a:pt x="331" y="328"/>
                    <a:pt x="331" y="328"/>
                    <a:pt x="331" y="328"/>
                  </a:cubicBezTo>
                  <a:cubicBezTo>
                    <a:pt x="331" y="328"/>
                    <a:pt x="331" y="328"/>
                    <a:pt x="331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8"/>
                    <a:pt x="330" y="328"/>
                    <a:pt x="330" y="328"/>
                  </a:cubicBezTo>
                  <a:cubicBezTo>
                    <a:pt x="330" y="329"/>
                    <a:pt x="330" y="329"/>
                    <a:pt x="330" y="329"/>
                  </a:cubicBezTo>
                  <a:cubicBezTo>
                    <a:pt x="330" y="329"/>
                    <a:pt x="330" y="329"/>
                    <a:pt x="330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29"/>
                    <a:pt x="329" y="329"/>
                    <a:pt x="329" y="329"/>
                  </a:cubicBezTo>
                  <a:cubicBezTo>
                    <a:pt x="329" y="330"/>
                    <a:pt x="329" y="330"/>
                    <a:pt x="329" y="330"/>
                  </a:cubicBezTo>
                  <a:cubicBezTo>
                    <a:pt x="329" y="330"/>
                    <a:pt x="329" y="330"/>
                    <a:pt x="329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294"/>
                    <a:pt x="328" y="294"/>
                    <a:pt x="328" y="294"/>
                  </a:cubicBezTo>
                  <a:cubicBezTo>
                    <a:pt x="335" y="302"/>
                    <a:pt x="335" y="302"/>
                    <a:pt x="335" y="302"/>
                  </a:cubicBezTo>
                  <a:cubicBezTo>
                    <a:pt x="339" y="298"/>
                    <a:pt x="339" y="298"/>
                    <a:pt x="339" y="298"/>
                  </a:cubicBezTo>
                  <a:close/>
                  <a:moveTo>
                    <a:pt x="339" y="368"/>
                  </a:moveTo>
                  <a:cubicBezTo>
                    <a:pt x="339" y="390"/>
                    <a:pt x="339" y="390"/>
                    <a:pt x="339" y="390"/>
                  </a:cubicBezTo>
                  <a:cubicBezTo>
                    <a:pt x="336" y="393"/>
                    <a:pt x="336" y="393"/>
                    <a:pt x="336" y="393"/>
                  </a:cubicBezTo>
                  <a:cubicBezTo>
                    <a:pt x="328" y="401"/>
                    <a:pt x="328" y="401"/>
                    <a:pt x="328" y="401"/>
                  </a:cubicBezTo>
                  <a:cubicBezTo>
                    <a:pt x="328" y="380"/>
                    <a:pt x="328" y="380"/>
                    <a:pt x="328" y="380"/>
                  </a:cubicBezTo>
                  <a:lnTo>
                    <a:pt x="339" y="368"/>
                  </a:lnTo>
                  <a:close/>
                  <a:moveTo>
                    <a:pt x="328" y="458"/>
                  </a:moveTo>
                  <a:cubicBezTo>
                    <a:pt x="317" y="447"/>
                    <a:pt x="317" y="447"/>
                    <a:pt x="317" y="447"/>
                  </a:cubicBezTo>
                  <a:cubicBezTo>
                    <a:pt x="317" y="419"/>
                    <a:pt x="317" y="419"/>
                    <a:pt x="317" y="419"/>
                  </a:cubicBezTo>
                  <a:cubicBezTo>
                    <a:pt x="328" y="430"/>
                    <a:pt x="328" y="430"/>
                    <a:pt x="328" y="430"/>
                  </a:cubicBezTo>
                  <a:cubicBezTo>
                    <a:pt x="328" y="458"/>
                    <a:pt x="328" y="458"/>
                    <a:pt x="328" y="458"/>
                  </a:cubicBezTo>
                  <a:close/>
                  <a:moveTo>
                    <a:pt x="317" y="189"/>
                  </a:moveTo>
                  <a:cubicBezTo>
                    <a:pt x="328" y="200"/>
                    <a:pt x="328" y="200"/>
                    <a:pt x="328" y="200"/>
                  </a:cubicBezTo>
                  <a:cubicBezTo>
                    <a:pt x="328" y="229"/>
                    <a:pt x="328" y="229"/>
                    <a:pt x="328" y="229"/>
                  </a:cubicBezTo>
                  <a:cubicBezTo>
                    <a:pt x="317" y="217"/>
                    <a:pt x="317" y="217"/>
                    <a:pt x="317" y="217"/>
                  </a:cubicBezTo>
                  <a:cubicBezTo>
                    <a:pt x="317" y="189"/>
                    <a:pt x="317" y="189"/>
                    <a:pt x="317" y="189"/>
                  </a:cubicBezTo>
                  <a:close/>
                  <a:moveTo>
                    <a:pt x="328" y="238"/>
                  </a:moveTo>
                  <a:cubicBezTo>
                    <a:pt x="328" y="274"/>
                    <a:pt x="328" y="274"/>
                    <a:pt x="328" y="274"/>
                  </a:cubicBezTo>
                  <a:cubicBezTo>
                    <a:pt x="321" y="267"/>
                    <a:pt x="321" y="267"/>
                    <a:pt x="321" y="267"/>
                  </a:cubicBezTo>
                  <a:cubicBezTo>
                    <a:pt x="317" y="271"/>
                    <a:pt x="317" y="271"/>
                    <a:pt x="317" y="271"/>
                  </a:cubicBezTo>
                  <a:cubicBezTo>
                    <a:pt x="317" y="249"/>
                    <a:pt x="317" y="249"/>
                    <a:pt x="317" y="249"/>
                  </a:cubicBezTo>
                  <a:cubicBezTo>
                    <a:pt x="328" y="238"/>
                    <a:pt x="328" y="238"/>
                    <a:pt x="328" y="238"/>
                  </a:cubicBezTo>
                  <a:close/>
                  <a:moveTo>
                    <a:pt x="328" y="294"/>
                  </a:moveTo>
                  <a:cubicBezTo>
                    <a:pt x="328" y="330"/>
                    <a:pt x="328" y="330"/>
                    <a:pt x="328" y="330"/>
                  </a:cubicBezTo>
                  <a:cubicBezTo>
                    <a:pt x="328" y="330"/>
                    <a:pt x="328" y="330"/>
                    <a:pt x="328" y="330"/>
                  </a:cubicBezTo>
                  <a:cubicBezTo>
                    <a:pt x="328" y="331"/>
                    <a:pt x="328" y="331"/>
                    <a:pt x="328" y="331"/>
                  </a:cubicBezTo>
                  <a:cubicBezTo>
                    <a:pt x="328" y="331"/>
                    <a:pt x="328" y="331"/>
                    <a:pt x="328" y="331"/>
                  </a:cubicBezTo>
                  <a:cubicBezTo>
                    <a:pt x="328" y="331"/>
                    <a:pt x="328" y="331"/>
                    <a:pt x="328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1"/>
                    <a:pt x="327" y="331"/>
                    <a:pt x="327" y="331"/>
                  </a:cubicBezTo>
                  <a:cubicBezTo>
                    <a:pt x="327" y="332"/>
                    <a:pt x="327" y="332"/>
                    <a:pt x="327" y="332"/>
                  </a:cubicBezTo>
                  <a:cubicBezTo>
                    <a:pt x="327" y="332"/>
                    <a:pt x="327" y="332"/>
                    <a:pt x="327" y="332"/>
                  </a:cubicBezTo>
                  <a:cubicBezTo>
                    <a:pt x="327" y="332"/>
                    <a:pt x="327" y="332"/>
                    <a:pt x="327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2"/>
                    <a:pt x="326" y="332"/>
                    <a:pt x="326" y="332"/>
                  </a:cubicBezTo>
                  <a:cubicBezTo>
                    <a:pt x="326" y="333"/>
                    <a:pt x="326" y="333"/>
                    <a:pt x="326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3"/>
                    <a:pt x="325" y="333"/>
                    <a:pt x="325" y="333"/>
                  </a:cubicBezTo>
                  <a:cubicBezTo>
                    <a:pt x="325" y="334"/>
                    <a:pt x="325" y="334"/>
                    <a:pt x="325" y="334"/>
                  </a:cubicBezTo>
                  <a:cubicBezTo>
                    <a:pt x="325" y="334"/>
                    <a:pt x="325" y="334"/>
                    <a:pt x="325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4"/>
                    <a:pt x="324" y="334"/>
                    <a:pt x="324" y="334"/>
                  </a:cubicBezTo>
                  <a:cubicBezTo>
                    <a:pt x="324" y="335"/>
                    <a:pt x="324" y="335"/>
                    <a:pt x="324" y="335"/>
                  </a:cubicBezTo>
                  <a:cubicBezTo>
                    <a:pt x="324" y="335"/>
                    <a:pt x="324" y="335"/>
                    <a:pt x="324" y="335"/>
                  </a:cubicBezTo>
                  <a:cubicBezTo>
                    <a:pt x="323" y="335"/>
                    <a:pt x="323" y="335"/>
                    <a:pt x="323" y="335"/>
                  </a:cubicBezTo>
                  <a:cubicBezTo>
                    <a:pt x="323" y="335"/>
                    <a:pt x="323" y="335"/>
                    <a:pt x="323" y="335"/>
                  </a:cubicBezTo>
                  <a:cubicBezTo>
                    <a:pt x="317" y="342"/>
                    <a:pt x="317" y="342"/>
                    <a:pt x="317" y="342"/>
                  </a:cubicBezTo>
                  <a:cubicBezTo>
                    <a:pt x="317" y="320"/>
                    <a:pt x="317" y="320"/>
                    <a:pt x="317" y="320"/>
                  </a:cubicBezTo>
                  <a:cubicBezTo>
                    <a:pt x="323" y="314"/>
                    <a:pt x="323" y="314"/>
                    <a:pt x="323" y="314"/>
                  </a:cubicBezTo>
                  <a:cubicBezTo>
                    <a:pt x="317" y="308"/>
                    <a:pt x="317" y="308"/>
                    <a:pt x="317" y="308"/>
                  </a:cubicBezTo>
                  <a:cubicBezTo>
                    <a:pt x="317" y="283"/>
                    <a:pt x="317" y="283"/>
                    <a:pt x="317" y="283"/>
                  </a:cubicBezTo>
                  <a:cubicBezTo>
                    <a:pt x="328" y="294"/>
                    <a:pt x="328" y="294"/>
                    <a:pt x="328" y="294"/>
                  </a:cubicBezTo>
                  <a:close/>
                  <a:moveTo>
                    <a:pt x="328" y="380"/>
                  </a:moveTo>
                  <a:cubicBezTo>
                    <a:pt x="328" y="401"/>
                    <a:pt x="328" y="401"/>
                    <a:pt x="328" y="401"/>
                  </a:cubicBezTo>
                  <a:cubicBezTo>
                    <a:pt x="317" y="412"/>
                    <a:pt x="317" y="412"/>
                    <a:pt x="317" y="412"/>
                  </a:cubicBezTo>
                  <a:cubicBezTo>
                    <a:pt x="317" y="373"/>
                    <a:pt x="317" y="373"/>
                    <a:pt x="317" y="373"/>
                  </a:cubicBezTo>
                  <a:cubicBezTo>
                    <a:pt x="325" y="382"/>
                    <a:pt x="325" y="382"/>
                    <a:pt x="325" y="382"/>
                  </a:cubicBezTo>
                  <a:lnTo>
                    <a:pt x="328" y="380"/>
                  </a:lnTo>
                  <a:close/>
                  <a:moveTo>
                    <a:pt x="317" y="447"/>
                  </a:moveTo>
                  <a:cubicBezTo>
                    <a:pt x="305" y="435"/>
                    <a:pt x="305" y="435"/>
                    <a:pt x="305" y="435"/>
                  </a:cubicBezTo>
                  <a:cubicBezTo>
                    <a:pt x="305" y="402"/>
                    <a:pt x="305" y="402"/>
                    <a:pt x="305" y="402"/>
                  </a:cubicBezTo>
                  <a:cubicBezTo>
                    <a:pt x="313" y="395"/>
                    <a:pt x="313" y="395"/>
                    <a:pt x="313" y="395"/>
                  </a:cubicBezTo>
                  <a:cubicBezTo>
                    <a:pt x="305" y="387"/>
                    <a:pt x="305" y="387"/>
                    <a:pt x="305" y="387"/>
                  </a:cubicBezTo>
                  <a:cubicBezTo>
                    <a:pt x="305" y="362"/>
                    <a:pt x="305" y="362"/>
                    <a:pt x="305" y="362"/>
                  </a:cubicBezTo>
                  <a:cubicBezTo>
                    <a:pt x="317" y="373"/>
                    <a:pt x="317" y="373"/>
                    <a:pt x="317" y="373"/>
                  </a:cubicBezTo>
                  <a:cubicBezTo>
                    <a:pt x="317" y="412"/>
                    <a:pt x="317" y="412"/>
                    <a:pt x="317" y="412"/>
                  </a:cubicBezTo>
                  <a:cubicBezTo>
                    <a:pt x="314" y="416"/>
                    <a:pt x="314" y="416"/>
                    <a:pt x="314" y="416"/>
                  </a:cubicBezTo>
                  <a:cubicBezTo>
                    <a:pt x="317" y="419"/>
                    <a:pt x="317" y="419"/>
                    <a:pt x="317" y="419"/>
                  </a:cubicBezTo>
                  <a:cubicBezTo>
                    <a:pt x="317" y="447"/>
                    <a:pt x="317" y="447"/>
                    <a:pt x="317" y="447"/>
                  </a:cubicBezTo>
                  <a:close/>
                  <a:moveTo>
                    <a:pt x="305" y="178"/>
                  </a:moveTo>
                  <a:cubicBezTo>
                    <a:pt x="317" y="189"/>
                    <a:pt x="317" y="189"/>
                    <a:pt x="317" y="189"/>
                  </a:cubicBezTo>
                  <a:cubicBezTo>
                    <a:pt x="317" y="217"/>
                    <a:pt x="317" y="217"/>
                    <a:pt x="317" y="217"/>
                  </a:cubicBezTo>
                  <a:cubicBezTo>
                    <a:pt x="308" y="209"/>
                    <a:pt x="308" y="209"/>
                    <a:pt x="308" y="209"/>
                  </a:cubicBezTo>
                  <a:cubicBezTo>
                    <a:pt x="305" y="211"/>
                    <a:pt x="305" y="211"/>
                    <a:pt x="305" y="211"/>
                  </a:cubicBezTo>
                  <a:cubicBezTo>
                    <a:pt x="305" y="178"/>
                    <a:pt x="305" y="178"/>
                    <a:pt x="305" y="178"/>
                  </a:cubicBezTo>
                  <a:close/>
                  <a:moveTo>
                    <a:pt x="317" y="249"/>
                  </a:moveTo>
                  <a:cubicBezTo>
                    <a:pt x="317" y="271"/>
                    <a:pt x="317" y="271"/>
                    <a:pt x="317" y="271"/>
                  </a:cubicBezTo>
                  <a:cubicBezTo>
                    <a:pt x="311" y="277"/>
                    <a:pt x="311" y="277"/>
                    <a:pt x="311" y="277"/>
                  </a:cubicBezTo>
                  <a:cubicBezTo>
                    <a:pt x="317" y="283"/>
                    <a:pt x="317" y="283"/>
                    <a:pt x="317" y="283"/>
                  </a:cubicBezTo>
                  <a:cubicBezTo>
                    <a:pt x="317" y="308"/>
                    <a:pt x="317" y="308"/>
                    <a:pt x="317" y="308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5" y="260"/>
                    <a:pt x="305" y="260"/>
                    <a:pt x="305" y="260"/>
                  </a:cubicBezTo>
                  <a:cubicBezTo>
                    <a:pt x="305" y="260"/>
                    <a:pt x="305" y="260"/>
                    <a:pt x="305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6" y="259"/>
                    <a:pt x="306" y="259"/>
                    <a:pt x="306" y="259"/>
                  </a:cubicBezTo>
                  <a:cubicBezTo>
                    <a:pt x="306" y="259"/>
                    <a:pt x="306" y="259"/>
                    <a:pt x="306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9"/>
                    <a:pt x="307" y="259"/>
                    <a:pt x="307" y="259"/>
                  </a:cubicBezTo>
                  <a:cubicBezTo>
                    <a:pt x="307" y="258"/>
                    <a:pt x="307" y="258"/>
                    <a:pt x="307" y="258"/>
                  </a:cubicBezTo>
                  <a:cubicBezTo>
                    <a:pt x="307" y="258"/>
                    <a:pt x="307" y="258"/>
                    <a:pt x="307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8"/>
                    <a:pt x="308" y="258"/>
                    <a:pt x="308" y="258"/>
                  </a:cubicBezTo>
                  <a:cubicBezTo>
                    <a:pt x="308" y="257"/>
                    <a:pt x="308" y="257"/>
                    <a:pt x="308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7"/>
                    <a:pt x="309" y="257"/>
                    <a:pt x="309" y="257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7" y="249"/>
                    <a:pt x="317" y="249"/>
                    <a:pt x="317" y="249"/>
                  </a:cubicBezTo>
                  <a:close/>
                  <a:moveTo>
                    <a:pt x="317" y="320"/>
                  </a:moveTo>
                  <a:cubicBezTo>
                    <a:pt x="317" y="342"/>
                    <a:pt x="317" y="342"/>
                    <a:pt x="317" y="342"/>
                  </a:cubicBezTo>
                  <a:cubicBezTo>
                    <a:pt x="305" y="353"/>
                    <a:pt x="305" y="353"/>
                    <a:pt x="305" y="353"/>
                  </a:cubicBezTo>
                  <a:cubicBezTo>
                    <a:pt x="305" y="317"/>
                    <a:pt x="305" y="317"/>
                    <a:pt x="305" y="317"/>
                  </a:cubicBezTo>
                  <a:cubicBezTo>
                    <a:pt x="313" y="324"/>
                    <a:pt x="313" y="324"/>
                    <a:pt x="313" y="324"/>
                  </a:cubicBezTo>
                  <a:lnTo>
                    <a:pt x="317" y="320"/>
                  </a:lnTo>
                  <a:close/>
                  <a:moveTo>
                    <a:pt x="305" y="435"/>
                  </a:moveTo>
                  <a:cubicBezTo>
                    <a:pt x="294" y="424"/>
                    <a:pt x="294" y="424"/>
                    <a:pt x="294" y="424"/>
                  </a:cubicBezTo>
                  <a:cubicBezTo>
                    <a:pt x="294" y="396"/>
                    <a:pt x="294" y="396"/>
                    <a:pt x="294" y="396"/>
                  </a:cubicBezTo>
                  <a:cubicBezTo>
                    <a:pt x="303" y="405"/>
                    <a:pt x="303" y="405"/>
                    <a:pt x="303" y="405"/>
                  </a:cubicBezTo>
                  <a:cubicBezTo>
                    <a:pt x="305" y="402"/>
                    <a:pt x="305" y="402"/>
                    <a:pt x="305" y="402"/>
                  </a:cubicBezTo>
                  <a:cubicBezTo>
                    <a:pt x="305" y="435"/>
                    <a:pt x="305" y="435"/>
                    <a:pt x="305" y="435"/>
                  </a:cubicBezTo>
                  <a:close/>
                  <a:moveTo>
                    <a:pt x="294" y="166"/>
                  </a:moveTo>
                  <a:cubicBezTo>
                    <a:pt x="298" y="170"/>
                    <a:pt x="298" y="170"/>
                    <a:pt x="298" y="170"/>
                  </a:cubicBezTo>
                  <a:cubicBezTo>
                    <a:pt x="305" y="178"/>
                    <a:pt x="305" y="178"/>
                    <a:pt x="305" y="178"/>
                  </a:cubicBezTo>
                  <a:cubicBezTo>
                    <a:pt x="305" y="211"/>
                    <a:pt x="305" y="211"/>
                    <a:pt x="305" y="211"/>
                  </a:cubicBezTo>
                  <a:cubicBezTo>
                    <a:pt x="294" y="222"/>
                    <a:pt x="294" y="222"/>
                    <a:pt x="294" y="222"/>
                  </a:cubicBezTo>
                  <a:cubicBezTo>
                    <a:pt x="294" y="201"/>
                    <a:pt x="294" y="201"/>
                    <a:pt x="294" y="201"/>
                  </a:cubicBezTo>
                  <a:cubicBezTo>
                    <a:pt x="297" y="198"/>
                    <a:pt x="297" y="198"/>
                    <a:pt x="297" y="198"/>
                  </a:cubicBezTo>
                  <a:cubicBezTo>
                    <a:pt x="294" y="195"/>
                    <a:pt x="294" y="195"/>
                    <a:pt x="294" y="195"/>
                  </a:cubicBezTo>
                  <a:cubicBezTo>
                    <a:pt x="294" y="166"/>
                    <a:pt x="294" y="166"/>
                    <a:pt x="294" y="166"/>
                  </a:cubicBezTo>
                  <a:close/>
                  <a:moveTo>
                    <a:pt x="305" y="260"/>
                  </a:moveTo>
                  <a:cubicBezTo>
                    <a:pt x="305" y="296"/>
                    <a:pt x="305" y="296"/>
                    <a:pt x="305" y="296"/>
                  </a:cubicBezTo>
                  <a:cubicBezTo>
                    <a:pt x="298" y="289"/>
                    <a:pt x="298" y="289"/>
                    <a:pt x="298" y="289"/>
                  </a:cubicBezTo>
                  <a:cubicBezTo>
                    <a:pt x="294" y="293"/>
                    <a:pt x="294" y="293"/>
                    <a:pt x="294" y="293"/>
                  </a:cubicBezTo>
                  <a:cubicBezTo>
                    <a:pt x="294" y="272"/>
                    <a:pt x="294" y="272"/>
                    <a:pt x="294" y="272"/>
                  </a:cubicBezTo>
                  <a:cubicBezTo>
                    <a:pt x="300" y="266"/>
                    <a:pt x="300" y="266"/>
                    <a:pt x="300" y="266"/>
                  </a:cubicBezTo>
                  <a:cubicBezTo>
                    <a:pt x="300" y="266"/>
                    <a:pt x="300" y="266"/>
                    <a:pt x="300" y="266"/>
                  </a:cubicBezTo>
                  <a:cubicBezTo>
                    <a:pt x="300" y="266"/>
                    <a:pt x="300" y="266"/>
                    <a:pt x="300" y="266"/>
                  </a:cubicBezTo>
                  <a:cubicBezTo>
                    <a:pt x="300" y="265"/>
                    <a:pt x="300" y="265"/>
                    <a:pt x="300" y="265"/>
                  </a:cubicBezTo>
                  <a:cubicBezTo>
                    <a:pt x="300" y="265"/>
                    <a:pt x="300" y="265"/>
                    <a:pt x="300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5"/>
                    <a:pt x="301" y="265"/>
                    <a:pt x="301" y="265"/>
                  </a:cubicBezTo>
                  <a:cubicBezTo>
                    <a:pt x="301" y="264"/>
                    <a:pt x="301" y="264"/>
                    <a:pt x="301" y="264"/>
                  </a:cubicBezTo>
                  <a:cubicBezTo>
                    <a:pt x="301" y="264"/>
                    <a:pt x="301" y="264"/>
                    <a:pt x="301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3" y="262"/>
                    <a:pt x="303" y="262"/>
                    <a:pt x="303" y="262"/>
                  </a:cubicBezTo>
                  <a:cubicBezTo>
                    <a:pt x="303" y="262"/>
                    <a:pt x="303" y="262"/>
                    <a:pt x="303" y="262"/>
                  </a:cubicBezTo>
                  <a:cubicBezTo>
                    <a:pt x="303" y="262"/>
                    <a:pt x="303" y="262"/>
                    <a:pt x="303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04" y="261"/>
                    <a:pt x="304" y="261"/>
                    <a:pt x="304" y="261"/>
                  </a:cubicBezTo>
                  <a:cubicBezTo>
                    <a:pt x="304" y="261"/>
                    <a:pt x="304" y="261"/>
                    <a:pt x="304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1"/>
                    <a:pt x="305" y="261"/>
                    <a:pt x="305" y="261"/>
                  </a:cubicBezTo>
                  <a:cubicBezTo>
                    <a:pt x="305" y="260"/>
                    <a:pt x="305" y="260"/>
                    <a:pt x="305" y="260"/>
                  </a:cubicBezTo>
                  <a:cubicBezTo>
                    <a:pt x="305" y="260"/>
                    <a:pt x="305" y="260"/>
                    <a:pt x="305" y="260"/>
                  </a:cubicBezTo>
                  <a:close/>
                  <a:moveTo>
                    <a:pt x="305" y="317"/>
                  </a:moveTo>
                  <a:cubicBezTo>
                    <a:pt x="305" y="353"/>
                    <a:pt x="305" y="353"/>
                    <a:pt x="305" y="353"/>
                  </a:cubicBezTo>
                  <a:cubicBezTo>
                    <a:pt x="301" y="357"/>
                    <a:pt x="301" y="357"/>
                    <a:pt x="301" y="357"/>
                  </a:cubicBezTo>
                  <a:cubicBezTo>
                    <a:pt x="305" y="362"/>
                    <a:pt x="305" y="362"/>
                    <a:pt x="305" y="362"/>
                  </a:cubicBezTo>
                  <a:cubicBezTo>
                    <a:pt x="305" y="387"/>
                    <a:pt x="305" y="387"/>
                    <a:pt x="305" y="387"/>
                  </a:cubicBezTo>
                  <a:cubicBezTo>
                    <a:pt x="294" y="375"/>
                    <a:pt x="294" y="375"/>
                    <a:pt x="294" y="375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2"/>
                    <a:pt x="295" y="342"/>
                    <a:pt x="295" y="342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5" y="341"/>
                    <a:pt x="295" y="341"/>
                    <a:pt x="295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1"/>
                    <a:pt x="296" y="341"/>
                    <a:pt x="296" y="341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6" y="340"/>
                    <a:pt x="296" y="340"/>
                    <a:pt x="296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40"/>
                    <a:pt x="297" y="340"/>
                    <a:pt x="297" y="340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7" y="339"/>
                    <a:pt x="297" y="339"/>
                    <a:pt x="297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9"/>
                    <a:pt x="298" y="339"/>
                    <a:pt x="298" y="339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8" y="338"/>
                    <a:pt x="298" y="338"/>
                    <a:pt x="298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8"/>
                    <a:pt x="299" y="338"/>
                    <a:pt x="299" y="338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299" y="337"/>
                    <a:pt x="299" y="337"/>
                    <a:pt x="299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7"/>
                    <a:pt x="300" y="337"/>
                    <a:pt x="300" y="337"/>
                  </a:cubicBezTo>
                  <a:cubicBezTo>
                    <a:pt x="300" y="336"/>
                    <a:pt x="300" y="336"/>
                    <a:pt x="300" y="336"/>
                  </a:cubicBezTo>
                  <a:cubicBezTo>
                    <a:pt x="300" y="336"/>
                    <a:pt x="300" y="336"/>
                    <a:pt x="300" y="336"/>
                  </a:cubicBezTo>
                  <a:cubicBezTo>
                    <a:pt x="294" y="330"/>
                    <a:pt x="294" y="330"/>
                    <a:pt x="294" y="330"/>
                  </a:cubicBezTo>
                  <a:cubicBezTo>
                    <a:pt x="294" y="305"/>
                    <a:pt x="294" y="305"/>
                    <a:pt x="294" y="305"/>
                  </a:cubicBezTo>
                  <a:lnTo>
                    <a:pt x="305" y="317"/>
                  </a:lnTo>
                  <a:close/>
                  <a:moveTo>
                    <a:pt x="294" y="424"/>
                  </a:moveTo>
                  <a:cubicBezTo>
                    <a:pt x="271" y="401"/>
                    <a:pt x="271" y="401"/>
                    <a:pt x="271" y="401"/>
                  </a:cubicBezTo>
                  <a:cubicBezTo>
                    <a:pt x="271" y="365"/>
                    <a:pt x="271" y="365"/>
                    <a:pt x="271" y="365"/>
                  </a:cubicBezTo>
                  <a:cubicBezTo>
                    <a:pt x="290" y="347"/>
                    <a:pt x="290" y="347"/>
                    <a:pt x="290" y="347"/>
                  </a:cubicBezTo>
                  <a:cubicBezTo>
                    <a:pt x="290" y="347"/>
                    <a:pt x="290" y="347"/>
                    <a:pt x="290" y="347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0" y="346"/>
                    <a:pt x="290" y="346"/>
                    <a:pt x="290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6"/>
                    <a:pt x="291" y="346"/>
                    <a:pt x="291" y="346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5"/>
                    <a:pt x="292" y="345"/>
                    <a:pt x="292" y="345"/>
                  </a:cubicBezTo>
                  <a:cubicBezTo>
                    <a:pt x="292" y="344"/>
                    <a:pt x="292" y="344"/>
                    <a:pt x="292" y="344"/>
                  </a:cubicBezTo>
                  <a:cubicBezTo>
                    <a:pt x="292" y="344"/>
                    <a:pt x="292" y="344"/>
                    <a:pt x="292" y="344"/>
                  </a:cubicBezTo>
                  <a:cubicBezTo>
                    <a:pt x="292" y="344"/>
                    <a:pt x="292" y="344"/>
                    <a:pt x="292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4"/>
                    <a:pt x="293" y="344"/>
                    <a:pt x="293" y="344"/>
                  </a:cubicBezTo>
                  <a:cubicBezTo>
                    <a:pt x="293" y="343"/>
                    <a:pt x="293" y="343"/>
                    <a:pt x="293" y="343"/>
                  </a:cubicBezTo>
                  <a:cubicBezTo>
                    <a:pt x="293" y="343"/>
                    <a:pt x="293" y="343"/>
                    <a:pt x="293" y="343"/>
                  </a:cubicBezTo>
                  <a:cubicBezTo>
                    <a:pt x="293" y="343"/>
                    <a:pt x="293" y="343"/>
                    <a:pt x="293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3"/>
                    <a:pt x="294" y="343"/>
                    <a:pt x="294" y="343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42"/>
                    <a:pt x="294" y="342"/>
                    <a:pt x="294" y="342"/>
                  </a:cubicBezTo>
                  <a:cubicBezTo>
                    <a:pt x="294" y="375"/>
                    <a:pt x="294" y="375"/>
                    <a:pt x="294" y="375"/>
                  </a:cubicBezTo>
                  <a:cubicBezTo>
                    <a:pt x="288" y="370"/>
                    <a:pt x="288" y="370"/>
                    <a:pt x="288" y="370"/>
                  </a:cubicBezTo>
                  <a:cubicBezTo>
                    <a:pt x="285" y="373"/>
                    <a:pt x="281" y="376"/>
                    <a:pt x="278" y="380"/>
                  </a:cubicBezTo>
                  <a:cubicBezTo>
                    <a:pt x="294" y="396"/>
                    <a:pt x="294" y="396"/>
                    <a:pt x="294" y="396"/>
                  </a:cubicBezTo>
                  <a:cubicBezTo>
                    <a:pt x="294" y="424"/>
                    <a:pt x="294" y="424"/>
                    <a:pt x="294" y="424"/>
                  </a:cubicBezTo>
                  <a:close/>
                  <a:moveTo>
                    <a:pt x="271" y="143"/>
                  </a:moveTo>
                  <a:cubicBezTo>
                    <a:pt x="294" y="166"/>
                    <a:pt x="294" y="166"/>
                    <a:pt x="294" y="166"/>
                  </a:cubicBezTo>
                  <a:cubicBezTo>
                    <a:pt x="294" y="195"/>
                    <a:pt x="294" y="195"/>
                    <a:pt x="294" y="195"/>
                  </a:cubicBezTo>
                  <a:cubicBezTo>
                    <a:pt x="272" y="173"/>
                    <a:pt x="272" y="173"/>
                    <a:pt x="272" y="173"/>
                  </a:cubicBezTo>
                  <a:cubicBezTo>
                    <a:pt x="271" y="174"/>
                    <a:pt x="271" y="174"/>
                    <a:pt x="271" y="174"/>
                  </a:cubicBezTo>
                  <a:cubicBezTo>
                    <a:pt x="271" y="143"/>
                    <a:pt x="271" y="143"/>
                    <a:pt x="271" y="143"/>
                  </a:cubicBezTo>
                  <a:close/>
                  <a:moveTo>
                    <a:pt x="294" y="201"/>
                  </a:moveTo>
                  <a:cubicBezTo>
                    <a:pt x="287" y="208"/>
                    <a:pt x="287" y="208"/>
                    <a:pt x="287" y="208"/>
                  </a:cubicBezTo>
                  <a:cubicBezTo>
                    <a:pt x="271" y="192"/>
                    <a:pt x="271" y="192"/>
                    <a:pt x="271" y="192"/>
                  </a:cubicBezTo>
                  <a:cubicBezTo>
                    <a:pt x="271" y="217"/>
                    <a:pt x="271" y="217"/>
                    <a:pt x="271" y="217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1" y="223"/>
                    <a:pt x="271" y="223"/>
                    <a:pt x="271" y="223"/>
                  </a:cubicBezTo>
                  <a:cubicBezTo>
                    <a:pt x="271" y="245"/>
                    <a:pt x="271" y="245"/>
                    <a:pt x="271" y="245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5" y="241"/>
                    <a:pt x="275" y="241"/>
                    <a:pt x="275" y="241"/>
                  </a:cubicBezTo>
                  <a:cubicBezTo>
                    <a:pt x="276" y="241"/>
                    <a:pt x="276" y="241"/>
                    <a:pt x="276" y="241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6" y="240"/>
                    <a:pt x="276" y="240"/>
                    <a:pt x="276" y="240"/>
                  </a:cubicBezTo>
                  <a:cubicBezTo>
                    <a:pt x="277" y="240"/>
                    <a:pt x="277" y="240"/>
                    <a:pt x="277" y="240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7" y="239"/>
                    <a:pt x="277" y="239"/>
                    <a:pt x="277" y="239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8" y="238"/>
                    <a:pt x="278" y="238"/>
                    <a:pt x="278" y="238"/>
                  </a:cubicBezTo>
                  <a:cubicBezTo>
                    <a:pt x="279" y="238"/>
                    <a:pt x="279" y="238"/>
                    <a:pt x="279" y="238"/>
                  </a:cubicBezTo>
                  <a:cubicBezTo>
                    <a:pt x="279" y="238"/>
                    <a:pt x="279" y="238"/>
                    <a:pt x="279" y="238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79" y="237"/>
                    <a:pt x="279" y="237"/>
                    <a:pt x="279" y="237"/>
                  </a:cubicBezTo>
                  <a:cubicBezTo>
                    <a:pt x="280" y="237"/>
                    <a:pt x="280" y="237"/>
                    <a:pt x="280" y="237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1" y="236"/>
                    <a:pt x="281" y="236"/>
                    <a:pt x="281" y="236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2" y="235"/>
                    <a:pt x="282" y="235"/>
                    <a:pt x="282" y="235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2" y="234"/>
                    <a:pt x="282" y="234"/>
                    <a:pt x="282" y="234"/>
                  </a:cubicBezTo>
                  <a:cubicBezTo>
                    <a:pt x="283" y="234"/>
                    <a:pt x="283" y="234"/>
                    <a:pt x="283" y="234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4" y="233"/>
                    <a:pt x="284" y="233"/>
                    <a:pt x="284" y="233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85" y="231"/>
                    <a:pt x="285" y="231"/>
                    <a:pt x="285" y="231"/>
                  </a:cubicBezTo>
                  <a:cubicBezTo>
                    <a:pt x="294" y="222"/>
                    <a:pt x="294" y="222"/>
                    <a:pt x="294" y="222"/>
                  </a:cubicBezTo>
                  <a:cubicBezTo>
                    <a:pt x="294" y="201"/>
                    <a:pt x="294" y="201"/>
                    <a:pt x="294" y="201"/>
                  </a:cubicBezTo>
                  <a:close/>
                  <a:moveTo>
                    <a:pt x="294" y="272"/>
                  </a:moveTo>
                  <a:cubicBezTo>
                    <a:pt x="294" y="293"/>
                    <a:pt x="294" y="293"/>
                    <a:pt x="294" y="293"/>
                  </a:cubicBezTo>
                  <a:cubicBezTo>
                    <a:pt x="288" y="299"/>
                    <a:pt x="288" y="299"/>
                    <a:pt x="288" y="299"/>
                  </a:cubicBezTo>
                  <a:cubicBezTo>
                    <a:pt x="294" y="305"/>
                    <a:pt x="294" y="305"/>
                    <a:pt x="294" y="305"/>
                  </a:cubicBezTo>
                  <a:cubicBezTo>
                    <a:pt x="294" y="330"/>
                    <a:pt x="294" y="330"/>
                    <a:pt x="294" y="330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4" y="313"/>
                    <a:pt x="274" y="313"/>
                    <a:pt x="274" y="313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3" y="314"/>
                    <a:pt x="273" y="314"/>
                    <a:pt x="273" y="314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2" y="315"/>
                    <a:pt x="272" y="315"/>
                    <a:pt x="272" y="315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294"/>
                    <a:pt x="271" y="294"/>
                    <a:pt x="271" y="294"/>
                  </a:cubicBezTo>
                  <a:cubicBezTo>
                    <a:pt x="277" y="288"/>
                    <a:pt x="277" y="288"/>
                    <a:pt x="277" y="288"/>
                  </a:cubicBezTo>
                  <a:cubicBezTo>
                    <a:pt x="287" y="278"/>
                    <a:pt x="287" y="278"/>
                    <a:pt x="287" y="278"/>
                  </a:cubicBezTo>
                  <a:lnTo>
                    <a:pt x="294" y="272"/>
                  </a:lnTo>
                  <a:close/>
                  <a:moveTo>
                    <a:pt x="271" y="401"/>
                  </a:moveTo>
                  <a:cubicBezTo>
                    <a:pt x="244" y="374"/>
                    <a:pt x="244" y="374"/>
                    <a:pt x="244" y="374"/>
                  </a:cubicBezTo>
                  <a:cubicBezTo>
                    <a:pt x="244" y="346"/>
                    <a:pt x="244" y="346"/>
                    <a:pt x="244" y="346"/>
                  </a:cubicBezTo>
                  <a:cubicBezTo>
                    <a:pt x="267" y="369"/>
                    <a:pt x="267" y="369"/>
                    <a:pt x="267" y="369"/>
                  </a:cubicBezTo>
                  <a:cubicBezTo>
                    <a:pt x="271" y="365"/>
                    <a:pt x="271" y="365"/>
                    <a:pt x="271" y="365"/>
                  </a:cubicBezTo>
                  <a:cubicBezTo>
                    <a:pt x="271" y="401"/>
                    <a:pt x="271" y="401"/>
                    <a:pt x="271" y="401"/>
                  </a:cubicBezTo>
                  <a:close/>
                  <a:moveTo>
                    <a:pt x="244" y="116"/>
                  </a:moveTo>
                  <a:cubicBezTo>
                    <a:pt x="271" y="143"/>
                    <a:pt x="271" y="143"/>
                    <a:pt x="271" y="143"/>
                  </a:cubicBezTo>
                  <a:cubicBezTo>
                    <a:pt x="271" y="174"/>
                    <a:pt x="271" y="174"/>
                    <a:pt x="271" y="174"/>
                  </a:cubicBezTo>
                  <a:cubicBezTo>
                    <a:pt x="262" y="183"/>
                    <a:pt x="262" y="183"/>
                    <a:pt x="262" y="183"/>
                  </a:cubicBezTo>
                  <a:cubicBezTo>
                    <a:pt x="271" y="192"/>
                    <a:pt x="271" y="192"/>
                    <a:pt x="271" y="192"/>
                  </a:cubicBezTo>
                  <a:cubicBezTo>
                    <a:pt x="271" y="217"/>
                    <a:pt x="271" y="217"/>
                    <a:pt x="271" y="217"/>
                  </a:cubicBezTo>
                  <a:cubicBezTo>
                    <a:pt x="250" y="195"/>
                    <a:pt x="250" y="195"/>
                    <a:pt x="250" y="195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4" y="165"/>
                    <a:pt x="244" y="165"/>
                    <a:pt x="244" y="165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5" y="169"/>
                    <a:pt x="258" y="165"/>
                    <a:pt x="262" y="162"/>
                  </a:cubicBezTo>
                  <a:cubicBezTo>
                    <a:pt x="244" y="144"/>
                    <a:pt x="244" y="144"/>
                    <a:pt x="244" y="144"/>
                  </a:cubicBezTo>
                  <a:cubicBezTo>
                    <a:pt x="244" y="116"/>
                    <a:pt x="244" y="116"/>
                    <a:pt x="244" y="116"/>
                  </a:cubicBezTo>
                  <a:close/>
                  <a:moveTo>
                    <a:pt x="271" y="223"/>
                  </a:moveTo>
                  <a:cubicBezTo>
                    <a:pt x="264" y="230"/>
                    <a:pt x="264" y="230"/>
                    <a:pt x="264" y="230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4" y="235"/>
                    <a:pt x="244" y="235"/>
                    <a:pt x="244" y="235"/>
                  </a:cubicBezTo>
                  <a:cubicBezTo>
                    <a:pt x="252" y="243"/>
                    <a:pt x="252" y="243"/>
                    <a:pt x="252" y="243"/>
                  </a:cubicBezTo>
                  <a:cubicBezTo>
                    <a:pt x="252" y="243"/>
                    <a:pt x="252" y="243"/>
                    <a:pt x="252" y="243"/>
                  </a:cubicBezTo>
                  <a:cubicBezTo>
                    <a:pt x="252" y="243"/>
                    <a:pt x="252" y="243"/>
                    <a:pt x="252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3"/>
                    <a:pt x="251" y="243"/>
                    <a:pt x="251" y="243"/>
                  </a:cubicBezTo>
                  <a:cubicBezTo>
                    <a:pt x="251" y="244"/>
                    <a:pt x="251" y="244"/>
                    <a:pt x="251" y="244"/>
                  </a:cubicBezTo>
                  <a:cubicBezTo>
                    <a:pt x="251" y="244"/>
                    <a:pt x="251" y="244"/>
                    <a:pt x="251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50" y="245"/>
                    <a:pt x="250" y="245"/>
                    <a:pt x="250" y="245"/>
                  </a:cubicBezTo>
                  <a:cubicBezTo>
                    <a:pt x="250" y="245"/>
                    <a:pt x="250" y="245"/>
                    <a:pt x="250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5"/>
                    <a:pt x="249" y="245"/>
                    <a:pt x="249" y="245"/>
                  </a:cubicBezTo>
                  <a:cubicBezTo>
                    <a:pt x="249" y="246"/>
                    <a:pt x="249" y="246"/>
                    <a:pt x="249" y="246"/>
                  </a:cubicBezTo>
                  <a:cubicBezTo>
                    <a:pt x="249" y="246"/>
                    <a:pt x="249" y="246"/>
                    <a:pt x="249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6"/>
                    <a:pt x="248" y="246"/>
                    <a:pt x="248" y="246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8" y="247"/>
                    <a:pt x="248" y="247"/>
                    <a:pt x="248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248"/>
                    <a:pt x="247" y="248"/>
                    <a:pt x="247" y="248"/>
                  </a:cubicBezTo>
                  <a:cubicBezTo>
                    <a:pt x="247" y="248"/>
                    <a:pt x="247" y="248"/>
                    <a:pt x="247" y="248"/>
                  </a:cubicBezTo>
                  <a:cubicBezTo>
                    <a:pt x="247" y="248"/>
                    <a:pt x="247" y="248"/>
                    <a:pt x="247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8"/>
                    <a:pt x="246" y="248"/>
                    <a:pt x="246" y="248"/>
                  </a:cubicBezTo>
                  <a:cubicBezTo>
                    <a:pt x="246" y="249"/>
                    <a:pt x="246" y="249"/>
                    <a:pt x="246" y="249"/>
                  </a:cubicBezTo>
                  <a:cubicBezTo>
                    <a:pt x="246" y="249"/>
                    <a:pt x="246" y="249"/>
                    <a:pt x="246" y="249"/>
                  </a:cubicBezTo>
                  <a:cubicBezTo>
                    <a:pt x="246" y="249"/>
                    <a:pt x="246" y="249"/>
                    <a:pt x="246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49"/>
                    <a:pt x="245" y="249"/>
                    <a:pt x="245" y="249"/>
                  </a:cubicBezTo>
                  <a:cubicBezTo>
                    <a:pt x="245" y="250"/>
                    <a:pt x="245" y="250"/>
                    <a:pt x="245" y="250"/>
                  </a:cubicBezTo>
                  <a:cubicBezTo>
                    <a:pt x="245" y="250"/>
                    <a:pt x="245" y="250"/>
                    <a:pt x="245" y="250"/>
                  </a:cubicBezTo>
                  <a:cubicBezTo>
                    <a:pt x="245" y="250"/>
                    <a:pt x="245" y="250"/>
                    <a:pt x="245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72"/>
                    <a:pt x="244" y="272"/>
                    <a:pt x="244" y="272"/>
                  </a:cubicBezTo>
                  <a:cubicBezTo>
                    <a:pt x="252" y="263"/>
                    <a:pt x="252" y="263"/>
                    <a:pt x="252" y="263"/>
                  </a:cubicBezTo>
                  <a:cubicBezTo>
                    <a:pt x="263" y="253"/>
                    <a:pt x="263" y="253"/>
                    <a:pt x="263" y="253"/>
                  </a:cubicBezTo>
                  <a:cubicBezTo>
                    <a:pt x="271" y="245"/>
                    <a:pt x="271" y="245"/>
                    <a:pt x="271" y="245"/>
                  </a:cubicBezTo>
                  <a:cubicBezTo>
                    <a:pt x="271" y="223"/>
                    <a:pt x="271" y="223"/>
                    <a:pt x="271" y="223"/>
                  </a:cubicBezTo>
                  <a:close/>
                  <a:moveTo>
                    <a:pt x="271" y="294"/>
                  </a:move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1" y="316"/>
                    <a:pt x="271" y="316"/>
                    <a:pt x="271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9" y="318"/>
                    <a:pt x="269" y="318"/>
                    <a:pt x="269" y="318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8" y="319"/>
                    <a:pt x="268" y="319"/>
                    <a:pt x="268" y="319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7" y="320"/>
                    <a:pt x="267" y="320"/>
                    <a:pt x="267" y="320"/>
                  </a:cubicBezTo>
                  <a:cubicBezTo>
                    <a:pt x="266" y="320"/>
                    <a:pt x="266" y="320"/>
                    <a:pt x="266" y="320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6" y="321"/>
                    <a:pt x="266" y="321"/>
                    <a:pt x="266" y="321"/>
                  </a:cubicBezTo>
                  <a:cubicBezTo>
                    <a:pt x="265" y="322"/>
                    <a:pt x="265" y="322"/>
                    <a:pt x="265" y="322"/>
                  </a:cubicBezTo>
                  <a:cubicBezTo>
                    <a:pt x="265" y="322"/>
                    <a:pt x="265" y="322"/>
                    <a:pt x="265" y="322"/>
                  </a:cubicBezTo>
                  <a:cubicBezTo>
                    <a:pt x="265" y="322"/>
                    <a:pt x="265" y="322"/>
                    <a:pt x="265" y="322"/>
                  </a:cubicBezTo>
                  <a:cubicBezTo>
                    <a:pt x="244" y="343"/>
                    <a:pt x="244" y="343"/>
                    <a:pt x="244" y="343"/>
                  </a:cubicBezTo>
                  <a:cubicBezTo>
                    <a:pt x="244" y="301"/>
                    <a:pt x="244" y="301"/>
                    <a:pt x="244" y="301"/>
                  </a:cubicBezTo>
                  <a:cubicBezTo>
                    <a:pt x="254" y="311"/>
                    <a:pt x="254" y="311"/>
                    <a:pt x="254" y="311"/>
                  </a:cubicBezTo>
                  <a:cubicBezTo>
                    <a:pt x="255" y="311"/>
                    <a:pt x="255" y="311"/>
                    <a:pt x="255" y="311"/>
                  </a:cubicBezTo>
                  <a:cubicBezTo>
                    <a:pt x="255" y="311"/>
                    <a:pt x="255" y="311"/>
                    <a:pt x="255" y="311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5" y="310"/>
                    <a:pt x="255" y="310"/>
                    <a:pt x="255" y="310"/>
                  </a:cubicBezTo>
                  <a:cubicBezTo>
                    <a:pt x="256" y="310"/>
                    <a:pt x="256" y="310"/>
                    <a:pt x="256" y="310"/>
                  </a:cubicBezTo>
                  <a:cubicBezTo>
                    <a:pt x="256" y="310"/>
                    <a:pt x="256" y="310"/>
                    <a:pt x="256" y="310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6" y="309"/>
                    <a:pt x="256" y="309"/>
                    <a:pt x="256" y="309"/>
                  </a:cubicBezTo>
                  <a:cubicBezTo>
                    <a:pt x="257" y="309"/>
                    <a:pt x="257" y="309"/>
                    <a:pt x="257" y="309"/>
                  </a:cubicBezTo>
                  <a:cubicBezTo>
                    <a:pt x="257" y="309"/>
                    <a:pt x="257" y="309"/>
                    <a:pt x="257" y="309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7" y="308"/>
                    <a:pt x="257" y="308"/>
                    <a:pt x="257" y="308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58" y="308"/>
                    <a:pt x="258" y="308"/>
                    <a:pt x="258" y="308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8" y="307"/>
                    <a:pt x="258" y="307"/>
                    <a:pt x="258" y="307"/>
                  </a:cubicBezTo>
                  <a:cubicBezTo>
                    <a:pt x="259" y="307"/>
                    <a:pt x="259" y="307"/>
                    <a:pt x="259" y="307"/>
                  </a:cubicBezTo>
                  <a:cubicBezTo>
                    <a:pt x="259" y="307"/>
                    <a:pt x="259" y="307"/>
                    <a:pt x="259" y="307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59" y="306"/>
                    <a:pt x="259" y="306"/>
                    <a:pt x="259" y="306"/>
                  </a:cubicBezTo>
                  <a:cubicBezTo>
                    <a:pt x="260" y="306"/>
                    <a:pt x="260" y="306"/>
                    <a:pt x="260" y="306"/>
                  </a:cubicBezTo>
                  <a:cubicBezTo>
                    <a:pt x="260" y="306"/>
                    <a:pt x="260" y="306"/>
                    <a:pt x="260" y="306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0" y="305"/>
                    <a:pt x="260" y="305"/>
                    <a:pt x="260" y="305"/>
                  </a:cubicBezTo>
                  <a:cubicBezTo>
                    <a:pt x="261" y="305"/>
                    <a:pt x="261" y="305"/>
                    <a:pt x="261" y="305"/>
                  </a:cubicBezTo>
                  <a:cubicBezTo>
                    <a:pt x="261" y="305"/>
                    <a:pt x="261" y="305"/>
                    <a:pt x="261" y="305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262" y="304"/>
                    <a:pt x="262" y="304"/>
                    <a:pt x="262" y="304"/>
                  </a:cubicBezTo>
                  <a:cubicBezTo>
                    <a:pt x="262" y="304"/>
                    <a:pt x="262" y="304"/>
                    <a:pt x="262" y="304"/>
                  </a:cubicBezTo>
                  <a:cubicBezTo>
                    <a:pt x="262" y="304"/>
                    <a:pt x="262" y="304"/>
                    <a:pt x="262" y="304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62" y="303"/>
                    <a:pt x="262" y="303"/>
                    <a:pt x="262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3" y="303"/>
                    <a:pt x="263" y="303"/>
                    <a:pt x="263" y="303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3" y="302"/>
                    <a:pt x="263" y="302"/>
                    <a:pt x="263" y="302"/>
                  </a:cubicBezTo>
                  <a:cubicBezTo>
                    <a:pt x="264" y="302"/>
                    <a:pt x="264" y="302"/>
                    <a:pt x="264" y="302"/>
                  </a:cubicBezTo>
                  <a:cubicBezTo>
                    <a:pt x="264" y="302"/>
                    <a:pt x="264" y="302"/>
                    <a:pt x="264" y="302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5" y="301"/>
                    <a:pt x="265" y="301"/>
                    <a:pt x="265" y="301"/>
                  </a:cubicBezTo>
                  <a:lnTo>
                    <a:pt x="271" y="294"/>
                  </a:lnTo>
                  <a:close/>
                  <a:moveTo>
                    <a:pt x="244" y="374"/>
                  </a:moveTo>
                  <a:cubicBezTo>
                    <a:pt x="233" y="362"/>
                    <a:pt x="233" y="362"/>
                    <a:pt x="233" y="362"/>
                  </a:cubicBezTo>
                  <a:cubicBezTo>
                    <a:pt x="233" y="332"/>
                    <a:pt x="233" y="332"/>
                    <a:pt x="233" y="332"/>
                  </a:cubicBezTo>
                  <a:cubicBezTo>
                    <a:pt x="242" y="323"/>
                    <a:pt x="242" y="323"/>
                    <a:pt x="242" y="323"/>
                  </a:cubicBezTo>
                  <a:cubicBezTo>
                    <a:pt x="233" y="314"/>
                    <a:pt x="233" y="314"/>
                    <a:pt x="233" y="314"/>
                  </a:cubicBezTo>
                  <a:cubicBezTo>
                    <a:pt x="233" y="289"/>
                    <a:pt x="233" y="289"/>
                    <a:pt x="233" y="289"/>
                  </a:cubicBezTo>
                  <a:cubicBezTo>
                    <a:pt x="244" y="301"/>
                    <a:pt x="244" y="301"/>
                    <a:pt x="244" y="301"/>
                  </a:cubicBezTo>
                  <a:cubicBezTo>
                    <a:pt x="244" y="343"/>
                    <a:pt x="244" y="343"/>
                    <a:pt x="244" y="343"/>
                  </a:cubicBezTo>
                  <a:cubicBezTo>
                    <a:pt x="243" y="344"/>
                    <a:pt x="243" y="344"/>
                    <a:pt x="243" y="344"/>
                  </a:cubicBezTo>
                  <a:cubicBezTo>
                    <a:pt x="244" y="346"/>
                    <a:pt x="244" y="346"/>
                    <a:pt x="244" y="346"/>
                  </a:cubicBezTo>
                  <a:cubicBezTo>
                    <a:pt x="244" y="374"/>
                    <a:pt x="244" y="374"/>
                    <a:pt x="244" y="374"/>
                  </a:cubicBezTo>
                  <a:close/>
                  <a:moveTo>
                    <a:pt x="233" y="105"/>
                  </a:moveTo>
                  <a:cubicBezTo>
                    <a:pt x="244" y="116"/>
                    <a:pt x="244" y="116"/>
                    <a:pt x="244" y="116"/>
                  </a:cubicBezTo>
                  <a:cubicBezTo>
                    <a:pt x="244" y="144"/>
                    <a:pt x="244" y="144"/>
                    <a:pt x="244" y="144"/>
                  </a:cubicBezTo>
                  <a:cubicBezTo>
                    <a:pt x="237" y="137"/>
                    <a:pt x="237" y="137"/>
                    <a:pt x="237" y="137"/>
                  </a:cubicBezTo>
                  <a:cubicBezTo>
                    <a:pt x="233" y="141"/>
                    <a:pt x="233" y="141"/>
                    <a:pt x="233" y="141"/>
                  </a:cubicBezTo>
                  <a:cubicBezTo>
                    <a:pt x="233" y="105"/>
                    <a:pt x="233" y="105"/>
                    <a:pt x="233" y="105"/>
                  </a:cubicBezTo>
                  <a:close/>
                  <a:moveTo>
                    <a:pt x="244" y="165"/>
                  </a:moveTo>
                  <a:cubicBezTo>
                    <a:pt x="244" y="201"/>
                    <a:pt x="244" y="201"/>
                    <a:pt x="244" y="201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4" y="210"/>
                    <a:pt x="244" y="210"/>
                    <a:pt x="244" y="210"/>
                  </a:cubicBezTo>
                  <a:cubicBezTo>
                    <a:pt x="244" y="235"/>
                    <a:pt x="244" y="235"/>
                    <a:pt x="244" y="235"/>
                  </a:cubicBezTo>
                  <a:cubicBezTo>
                    <a:pt x="233" y="223"/>
                    <a:pt x="233" y="223"/>
                    <a:pt x="233" y="223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3" y="190"/>
                    <a:pt x="233" y="190"/>
                    <a:pt x="233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4" y="189"/>
                    <a:pt x="234" y="189"/>
                    <a:pt x="234" y="189"/>
                  </a:cubicBezTo>
                  <a:cubicBezTo>
                    <a:pt x="235" y="189"/>
                    <a:pt x="235" y="189"/>
                    <a:pt x="235" y="189"/>
                  </a:cubicBezTo>
                  <a:cubicBezTo>
                    <a:pt x="235" y="189"/>
                    <a:pt x="235" y="189"/>
                    <a:pt x="235" y="189"/>
                  </a:cubicBezTo>
                  <a:cubicBezTo>
                    <a:pt x="235" y="189"/>
                    <a:pt x="235" y="189"/>
                    <a:pt x="235" y="189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7"/>
                    <a:pt x="237" y="187"/>
                    <a:pt x="237" y="187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7" y="186"/>
                    <a:pt x="237" y="186"/>
                    <a:pt x="237" y="186"/>
                  </a:cubicBezTo>
                  <a:cubicBezTo>
                    <a:pt x="238" y="186"/>
                    <a:pt x="238" y="186"/>
                    <a:pt x="238" y="186"/>
                  </a:cubicBezTo>
                  <a:cubicBezTo>
                    <a:pt x="238" y="186"/>
                    <a:pt x="238" y="186"/>
                    <a:pt x="238" y="186"/>
                  </a:cubicBezTo>
                  <a:cubicBezTo>
                    <a:pt x="238" y="186"/>
                    <a:pt x="238" y="186"/>
                    <a:pt x="238" y="186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8" y="185"/>
                    <a:pt x="238" y="185"/>
                    <a:pt x="238" y="185"/>
                  </a:cubicBezTo>
                  <a:cubicBezTo>
                    <a:pt x="239" y="185"/>
                    <a:pt x="239" y="185"/>
                    <a:pt x="239" y="185"/>
                  </a:cubicBezTo>
                  <a:cubicBezTo>
                    <a:pt x="239" y="185"/>
                    <a:pt x="239" y="185"/>
                    <a:pt x="239" y="185"/>
                  </a:cubicBezTo>
                  <a:cubicBezTo>
                    <a:pt x="239" y="185"/>
                    <a:pt x="239" y="185"/>
                    <a:pt x="239" y="185"/>
                  </a:cubicBezTo>
                  <a:cubicBezTo>
                    <a:pt x="239" y="184"/>
                    <a:pt x="239" y="184"/>
                    <a:pt x="239" y="184"/>
                  </a:cubicBezTo>
                  <a:cubicBezTo>
                    <a:pt x="239" y="184"/>
                    <a:pt x="239" y="184"/>
                    <a:pt x="239" y="184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33" y="153"/>
                    <a:pt x="233" y="153"/>
                    <a:pt x="233" y="153"/>
                  </a:cubicBezTo>
                  <a:cubicBezTo>
                    <a:pt x="244" y="165"/>
                    <a:pt x="244" y="165"/>
                    <a:pt x="244" y="165"/>
                  </a:cubicBezTo>
                  <a:close/>
                  <a:moveTo>
                    <a:pt x="244" y="250"/>
                  </a:moveTo>
                  <a:cubicBezTo>
                    <a:pt x="244" y="272"/>
                    <a:pt x="244" y="272"/>
                    <a:pt x="244" y="272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40" y="276"/>
                    <a:pt x="240" y="276"/>
                    <a:pt x="240" y="276"/>
                  </a:cubicBezTo>
                  <a:cubicBezTo>
                    <a:pt x="239" y="276"/>
                    <a:pt x="239" y="276"/>
                    <a:pt x="239" y="276"/>
                  </a:cubicBezTo>
                  <a:cubicBezTo>
                    <a:pt x="239" y="276"/>
                    <a:pt x="239" y="276"/>
                    <a:pt x="239" y="276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9" y="277"/>
                    <a:pt x="239" y="277"/>
                    <a:pt x="239" y="277"/>
                  </a:cubicBezTo>
                  <a:cubicBezTo>
                    <a:pt x="238" y="277"/>
                    <a:pt x="238" y="277"/>
                    <a:pt x="238" y="277"/>
                  </a:cubicBezTo>
                  <a:cubicBezTo>
                    <a:pt x="238" y="277"/>
                    <a:pt x="238" y="277"/>
                    <a:pt x="238" y="277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7" y="278"/>
                    <a:pt x="237" y="278"/>
                    <a:pt x="237" y="278"/>
                  </a:cubicBezTo>
                  <a:cubicBezTo>
                    <a:pt x="237" y="278"/>
                    <a:pt x="237" y="278"/>
                    <a:pt x="237" y="278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7" y="279"/>
                    <a:pt x="237" y="279"/>
                    <a:pt x="237" y="279"/>
                  </a:cubicBezTo>
                  <a:cubicBezTo>
                    <a:pt x="236" y="279"/>
                    <a:pt x="236" y="279"/>
                    <a:pt x="236" y="279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35" y="280"/>
                    <a:pt x="235" y="280"/>
                    <a:pt x="235" y="280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5" y="281"/>
                    <a:pt x="235" y="281"/>
                    <a:pt x="235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61"/>
                    <a:pt x="233" y="261"/>
                    <a:pt x="233" y="261"/>
                  </a:cubicBezTo>
                  <a:cubicBezTo>
                    <a:pt x="242" y="253"/>
                    <a:pt x="242" y="253"/>
                    <a:pt x="242" y="253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2" y="252"/>
                    <a:pt x="242" y="252"/>
                    <a:pt x="242" y="252"/>
                  </a:cubicBezTo>
                  <a:cubicBezTo>
                    <a:pt x="243" y="252"/>
                    <a:pt x="243" y="252"/>
                    <a:pt x="243" y="252"/>
                  </a:cubicBezTo>
                  <a:cubicBezTo>
                    <a:pt x="243" y="252"/>
                    <a:pt x="243" y="252"/>
                    <a:pt x="243" y="252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244" y="251"/>
                    <a:pt x="244" y="251"/>
                    <a:pt x="244" y="251"/>
                  </a:cubicBezTo>
                  <a:cubicBezTo>
                    <a:pt x="244" y="251"/>
                    <a:pt x="244" y="251"/>
                    <a:pt x="244" y="251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ubicBezTo>
                    <a:pt x="244" y="250"/>
                    <a:pt x="244" y="250"/>
                    <a:pt x="244" y="250"/>
                  </a:cubicBezTo>
                  <a:close/>
                  <a:moveTo>
                    <a:pt x="233" y="362"/>
                  </a:moveTo>
                  <a:cubicBezTo>
                    <a:pt x="209" y="338"/>
                    <a:pt x="209" y="338"/>
                    <a:pt x="209" y="338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32" y="333"/>
                    <a:pt x="232" y="333"/>
                    <a:pt x="232" y="333"/>
                  </a:cubicBezTo>
                  <a:cubicBezTo>
                    <a:pt x="233" y="332"/>
                    <a:pt x="233" y="332"/>
                    <a:pt x="233" y="332"/>
                  </a:cubicBezTo>
                  <a:cubicBezTo>
                    <a:pt x="233" y="362"/>
                    <a:pt x="233" y="362"/>
                    <a:pt x="233" y="362"/>
                  </a:cubicBezTo>
                  <a:close/>
                  <a:moveTo>
                    <a:pt x="209" y="80"/>
                  </a:moveTo>
                  <a:cubicBezTo>
                    <a:pt x="233" y="105"/>
                    <a:pt x="233" y="105"/>
                    <a:pt x="233" y="105"/>
                  </a:cubicBezTo>
                  <a:cubicBezTo>
                    <a:pt x="233" y="141"/>
                    <a:pt x="233" y="141"/>
                    <a:pt x="233" y="141"/>
                  </a:cubicBezTo>
                  <a:cubicBezTo>
                    <a:pt x="227" y="147"/>
                    <a:pt x="227" y="147"/>
                    <a:pt x="227" y="147"/>
                  </a:cubicBezTo>
                  <a:cubicBezTo>
                    <a:pt x="233" y="153"/>
                    <a:pt x="233" y="153"/>
                    <a:pt x="233" y="153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4" y="160"/>
                    <a:pt x="214" y="160"/>
                    <a:pt x="214" y="160"/>
                  </a:cubicBezTo>
                  <a:cubicBezTo>
                    <a:pt x="213" y="160"/>
                    <a:pt x="213" y="160"/>
                    <a:pt x="213" y="160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2" y="161"/>
                    <a:pt x="212" y="161"/>
                    <a:pt x="212" y="161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2" y="162"/>
                    <a:pt x="212" y="162"/>
                    <a:pt x="212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1" y="163"/>
                    <a:pt x="211" y="163"/>
                    <a:pt x="211" y="163"/>
                  </a:cubicBezTo>
                  <a:cubicBezTo>
                    <a:pt x="210" y="163"/>
                    <a:pt x="210" y="163"/>
                    <a:pt x="210" y="163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09" y="164"/>
                    <a:pt x="209" y="164"/>
                    <a:pt x="209" y="164"/>
                  </a:cubicBezTo>
                  <a:cubicBezTo>
                    <a:pt x="209" y="164"/>
                    <a:pt x="209" y="164"/>
                    <a:pt x="209" y="164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16" y="136"/>
                    <a:pt x="216" y="136"/>
                    <a:pt x="216" y="136"/>
                  </a:cubicBezTo>
                  <a:cubicBezTo>
                    <a:pt x="219" y="133"/>
                    <a:pt x="223" y="130"/>
                    <a:pt x="226" y="126"/>
                  </a:cubicBezTo>
                  <a:cubicBezTo>
                    <a:pt x="209" y="109"/>
                    <a:pt x="209" y="109"/>
                    <a:pt x="209" y="109"/>
                  </a:cubicBezTo>
                  <a:cubicBezTo>
                    <a:pt x="209" y="80"/>
                    <a:pt x="209" y="80"/>
                    <a:pt x="209" y="80"/>
                  </a:cubicBezTo>
                  <a:close/>
                  <a:moveTo>
                    <a:pt x="233" y="190"/>
                  </a:moveTo>
                  <a:cubicBezTo>
                    <a:pt x="233" y="223"/>
                    <a:pt x="233" y="223"/>
                    <a:pt x="233" y="223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7" y="218"/>
                    <a:pt x="227" y="218"/>
                    <a:pt x="227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8"/>
                    <a:pt x="226" y="218"/>
                    <a:pt x="226" y="218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225" y="219"/>
                    <a:pt x="225" y="219"/>
                    <a:pt x="225" y="219"/>
                  </a:cubicBezTo>
                  <a:cubicBezTo>
                    <a:pt x="225" y="219"/>
                    <a:pt x="225" y="219"/>
                    <a:pt x="225" y="219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5" y="220"/>
                    <a:pt x="225" y="220"/>
                    <a:pt x="225" y="220"/>
                  </a:cubicBezTo>
                  <a:cubicBezTo>
                    <a:pt x="224" y="220"/>
                    <a:pt x="224" y="220"/>
                    <a:pt x="224" y="220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4" y="221"/>
                    <a:pt x="224" y="221"/>
                    <a:pt x="224" y="221"/>
                  </a:cubicBezTo>
                  <a:cubicBezTo>
                    <a:pt x="223" y="221"/>
                    <a:pt x="223" y="221"/>
                    <a:pt x="223" y="221"/>
                  </a:cubicBezTo>
                  <a:cubicBezTo>
                    <a:pt x="223" y="221"/>
                    <a:pt x="223" y="221"/>
                    <a:pt x="223" y="221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3" y="222"/>
                    <a:pt x="223" y="222"/>
                    <a:pt x="223" y="222"/>
                  </a:cubicBezTo>
                  <a:cubicBezTo>
                    <a:pt x="222" y="222"/>
                    <a:pt x="222" y="222"/>
                    <a:pt x="222" y="222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2" y="223"/>
                    <a:pt x="222" y="223"/>
                    <a:pt x="222" y="223"/>
                  </a:cubicBezTo>
                  <a:cubicBezTo>
                    <a:pt x="221" y="223"/>
                    <a:pt x="221" y="223"/>
                    <a:pt x="221" y="223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1" y="224"/>
                    <a:pt x="221" y="224"/>
                    <a:pt x="221" y="224"/>
                  </a:cubicBezTo>
                  <a:cubicBezTo>
                    <a:pt x="220" y="224"/>
                    <a:pt x="220" y="224"/>
                    <a:pt x="220" y="224"/>
                  </a:cubicBezTo>
                  <a:cubicBezTo>
                    <a:pt x="220" y="224"/>
                    <a:pt x="220" y="224"/>
                    <a:pt x="220" y="224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20" y="225"/>
                    <a:pt x="220" y="225"/>
                    <a:pt x="220" y="225"/>
                  </a:cubicBezTo>
                  <a:cubicBezTo>
                    <a:pt x="219" y="225"/>
                    <a:pt x="219" y="225"/>
                    <a:pt x="219" y="225"/>
                  </a:cubicBezTo>
                  <a:cubicBezTo>
                    <a:pt x="219" y="225"/>
                    <a:pt x="219" y="225"/>
                    <a:pt x="219" y="225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9" y="226"/>
                    <a:pt x="219" y="226"/>
                    <a:pt x="219" y="226"/>
                  </a:cubicBezTo>
                  <a:cubicBezTo>
                    <a:pt x="218" y="226"/>
                    <a:pt x="218" y="226"/>
                    <a:pt x="218" y="226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8" y="227"/>
                    <a:pt x="218" y="227"/>
                    <a:pt x="218" y="227"/>
                  </a:cubicBezTo>
                  <a:cubicBezTo>
                    <a:pt x="217" y="227"/>
                    <a:pt x="217" y="227"/>
                    <a:pt x="217" y="227"/>
                  </a:cubicBezTo>
                  <a:cubicBezTo>
                    <a:pt x="217" y="227"/>
                    <a:pt x="217" y="227"/>
                    <a:pt x="217" y="227"/>
                  </a:cubicBezTo>
                  <a:cubicBezTo>
                    <a:pt x="217" y="228"/>
                    <a:pt x="217" y="228"/>
                    <a:pt x="217" y="228"/>
                  </a:cubicBezTo>
                  <a:cubicBezTo>
                    <a:pt x="217" y="228"/>
                    <a:pt x="217" y="228"/>
                    <a:pt x="217" y="228"/>
                  </a:cubicBezTo>
                  <a:cubicBezTo>
                    <a:pt x="209" y="236"/>
                    <a:pt x="209" y="236"/>
                    <a:pt x="209" y="236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09" y="214"/>
                    <a:pt x="209" y="214"/>
                    <a:pt x="209" y="214"/>
                  </a:cubicBezTo>
                  <a:cubicBezTo>
                    <a:pt x="210" y="214"/>
                    <a:pt x="210" y="214"/>
                    <a:pt x="210" y="214"/>
                  </a:cubicBezTo>
                  <a:cubicBezTo>
                    <a:pt x="210" y="214"/>
                    <a:pt x="210" y="214"/>
                    <a:pt x="210" y="214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0" y="213"/>
                    <a:pt x="210" y="213"/>
                    <a:pt x="210" y="213"/>
                  </a:cubicBezTo>
                  <a:cubicBezTo>
                    <a:pt x="211" y="213"/>
                    <a:pt x="211" y="213"/>
                    <a:pt x="211" y="213"/>
                  </a:cubicBezTo>
                  <a:cubicBezTo>
                    <a:pt x="211" y="213"/>
                    <a:pt x="211" y="213"/>
                    <a:pt x="211" y="213"/>
                  </a:cubicBezTo>
                  <a:cubicBezTo>
                    <a:pt x="211" y="213"/>
                    <a:pt x="211" y="213"/>
                    <a:pt x="211" y="213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1" y="212"/>
                    <a:pt x="211" y="212"/>
                    <a:pt x="211" y="212"/>
                  </a:cubicBezTo>
                  <a:cubicBezTo>
                    <a:pt x="212" y="212"/>
                    <a:pt x="212" y="212"/>
                    <a:pt x="212" y="212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2" y="211"/>
                    <a:pt x="212" y="211"/>
                    <a:pt x="212" y="211"/>
                  </a:cubicBezTo>
                  <a:cubicBezTo>
                    <a:pt x="213" y="211"/>
                    <a:pt x="213" y="211"/>
                    <a:pt x="213" y="211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3" y="210"/>
                    <a:pt x="213" y="210"/>
                    <a:pt x="213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4" y="209"/>
                    <a:pt x="214" y="209"/>
                    <a:pt x="214" y="209"/>
                  </a:cubicBezTo>
                  <a:cubicBezTo>
                    <a:pt x="215" y="209"/>
                    <a:pt x="215" y="209"/>
                    <a:pt x="215" y="209"/>
                  </a:cubicBezTo>
                  <a:cubicBezTo>
                    <a:pt x="215" y="209"/>
                    <a:pt x="215" y="209"/>
                    <a:pt x="215" y="209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5" y="208"/>
                    <a:pt x="215" y="208"/>
                    <a:pt x="215" y="208"/>
                  </a:cubicBezTo>
                  <a:cubicBezTo>
                    <a:pt x="216" y="208"/>
                    <a:pt x="216" y="208"/>
                    <a:pt x="216" y="208"/>
                  </a:cubicBezTo>
                  <a:cubicBezTo>
                    <a:pt x="216" y="208"/>
                    <a:pt x="216" y="208"/>
                    <a:pt x="216" y="208"/>
                  </a:cubicBezTo>
                  <a:cubicBezTo>
                    <a:pt x="216" y="208"/>
                    <a:pt x="216" y="208"/>
                    <a:pt x="216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29" y="194"/>
                    <a:pt x="229" y="194"/>
                    <a:pt x="229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4"/>
                    <a:pt x="230" y="194"/>
                    <a:pt x="230" y="194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0" y="193"/>
                    <a:pt x="230" y="193"/>
                    <a:pt x="230" y="193"/>
                  </a:cubicBezTo>
                  <a:cubicBezTo>
                    <a:pt x="231" y="193"/>
                    <a:pt x="231" y="193"/>
                    <a:pt x="231" y="193"/>
                  </a:cubicBezTo>
                  <a:cubicBezTo>
                    <a:pt x="231" y="193"/>
                    <a:pt x="231" y="193"/>
                    <a:pt x="231" y="193"/>
                  </a:cubicBezTo>
                  <a:cubicBezTo>
                    <a:pt x="231" y="193"/>
                    <a:pt x="231" y="193"/>
                    <a:pt x="231" y="193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1" y="192"/>
                    <a:pt x="231" y="192"/>
                    <a:pt x="231" y="192"/>
                  </a:cubicBezTo>
                  <a:cubicBezTo>
                    <a:pt x="232" y="192"/>
                    <a:pt x="232" y="192"/>
                    <a:pt x="232" y="192"/>
                  </a:cubicBezTo>
                  <a:cubicBezTo>
                    <a:pt x="232" y="192"/>
                    <a:pt x="232" y="192"/>
                    <a:pt x="232" y="192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ubicBezTo>
                    <a:pt x="233" y="191"/>
                    <a:pt x="233" y="191"/>
                    <a:pt x="233" y="191"/>
                  </a:cubicBezTo>
                  <a:cubicBezTo>
                    <a:pt x="233" y="191"/>
                    <a:pt x="233" y="191"/>
                    <a:pt x="233" y="191"/>
                  </a:cubicBezTo>
                  <a:cubicBezTo>
                    <a:pt x="233" y="191"/>
                    <a:pt x="233" y="191"/>
                    <a:pt x="233" y="191"/>
                  </a:cubicBezTo>
                  <a:cubicBezTo>
                    <a:pt x="233" y="190"/>
                    <a:pt x="233" y="190"/>
                    <a:pt x="233" y="190"/>
                  </a:cubicBezTo>
                  <a:close/>
                  <a:moveTo>
                    <a:pt x="233" y="261"/>
                  </a:move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5"/>
                    <a:pt x="229" y="265"/>
                    <a:pt x="229" y="265"/>
                  </a:cubicBezTo>
                  <a:cubicBezTo>
                    <a:pt x="229" y="266"/>
                    <a:pt x="229" y="266"/>
                    <a:pt x="229" y="266"/>
                  </a:cubicBezTo>
                  <a:cubicBezTo>
                    <a:pt x="229" y="266"/>
                    <a:pt x="229" y="266"/>
                    <a:pt x="229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6"/>
                    <a:pt x="228" y="266"/>
                    <a:pt x="228" y="266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9"/>
                    <a:pt x="226" y="269"/>
                    <a:pt x="226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5" y="270"/>
                    <a:pt x="225" y="270"/>
                    <a:pt x="225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1"/>
                    <a:pt x="223" y="271"/>
                    <a:pt x="223" y="271"/>
                  </a:cubicBezTo>
                  <a:cubicBezTo>
                    <a:pt x="223" y="272"/>
                    <a:pt x="223" y="272"/>
                    <a:pt x="223" y="272"/>
                  </a:cubicBezTo>
                  <a:cubicBezTo>
                    <a:pt x="223" y="272"/>
                    <a:pt x="223" y="272"/>
                    <a:pt x="223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1" y="274"/>
                    <a:pt x="221" y="274"/>
                    <a:pt x="221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4"/>
                    <a:pt x="220" y="274"/>
                    <a:pt x="220" y="274"/>
                  </a:cubicBezTo>
                  <a:cubicBezTo>
                    <a:pt x="220" y="275"/>
                    <a:pt x="220" y="275"/>
                    <a:pt x="220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19" y="275"/>
                    <a:pt x="219" y="275"/>
                    <a:pt x="219" y="275"/>
                  </a:cubicBezTo>
                  <a:cubicBezTo>
                    <a:pt x="209" y="285"/>
                    <a:pt x="209" y="285"/>
                    <a:pt x="209" y="285"/>
                  </a:cubicBezTo>
                  <a:cubicBezTo>
                    <a:pt x="209" y="307"/>
                    <a:pt x="209" y="307"/>
                    <a:pt x="209" y="307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33" y="314"/>
                    <a:pt x="233" y="314"/>
                    <a:pt x="233" y="314"/>
                  </a:cubicBezTo>
                  <a:cubicBezTo>
                    <a:pt x="233" y="289"/>
                    <a:pt x="233" y="289"/>
                    <a:pt x="233" y="289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6"/>
                    <a:pt x="230" y="286"/>
                    <a:pt x="230" y="286"/>
                  </a:cubicBezTo>
                  <a:cubicBezTo>
                    <a:pt x="230" y="285"/>
                    <a:pt x="230" y="285"/>
                    <a:pt x="230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5"/>
                    <a:pt x="231" y="285"/>
                    <a:pt x="231" y="285"/>
                  </a:cubicBezTo>
                  <a:cubicBezTo>
                    <a:pt x="231" y="284"/>
                    <a:pt x="231" y="284"/>
                    <a:pt x="231" y="284"/>
                  </a:cubicBezTo>
                  <a:cubicBezTo>
                    <a:pt x="231" y="284"/>
                    <a:pt x="231" y="284"/>
                    <a:pt x="231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4"/>
                    <a:pt x="232" y="284"/>
                    <a:pt x="232" y="284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2" y="283"/>
                    <a:pt x="232" y="283"/>
                    <a:pt x="232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lnTo>
                    <a:pt x="233" y="261"/>
                  </a:lnTo>
                  <a:close/>
                  <a:moveTo>
                    <a:pt x="209" y="338"/>
                  </a:moveTo>
                  <a:cubicBezTo>
                    <a:pt x="198" y="327"/>
                    <a:pt x="198" y="327"/>
                    <a:pt x="198" y="327"/>
                  </a:cubicBezTo>
                  <a:cubicBezTo>
                    <a:pt x="198" y="296"/>
                    <a:pt x="198" y="296"/>
                    <a:pt x="198" y="296"/>
                  </a:cubicBezTo>
                  <a:cubicBezTo>
                    <a:pt x="209" y="285"/>
                    <a:pt x="209" y="285"/>
                    <a:pt x="209" y="285"/>
                  </a:cubicBezTo>
                  <a:cubicBezTo>
                    <a:pt x="209" y="307"/>
                    <a:pt x="209" y="307"/>
                    <a:pt x="209" y="307"/>
                  </a:cubicBezTo>
                  <a:cubicBezTo>
                    <a:pt x="207" y="308"/>
                    <a:pt x="207" y="308"/>
                    <a:pt x="207" y="308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9" y="338"/>
                    <a:pt x="209" y="338"/>
                    <a:pt x="209" y="338"/>
                  </a:cubicBezTo>
                  <a:close/>
                  <a:moveTo>
                    <a:pt x="198" y="69"/>
                  </a:moveTo>
                  <a:cubicBezTo>
                    <a:pt x="209" y="80"/>
                    <a:pt x="209" y="80"/>
                    <a:pt x="209" y="80"/>
                  </a:cubicBezTo>
                  <a:cubicBezTo>
                    <a:pt x="209" y="109"/>
                    <a:pt x="209" y="109"/>
                    <a:pt x="209" y="109"/>
                  </a:cubicBezTo>
                  <a:cubicBezTo>
                    <a:pt x="202" y="101"/>
                    <a:pt x="202" y="101"/>
                    <a:pt x="202" y="101"/>
                  </a:cubicBezTo>
                  <a:cubicBezTo>
                    <a:pt x="198" y="105"/>
                    <a:pt x="198" y="105"/>
                    <a:pt x="198" y="105"/>
                  </a:cubicBezTo>
                  <a:cubicBezTo>
                    <a:pt x="198" y="69"/>
                    <a:pt x="198" y="69"/>
                    <a:pt x="198" y="69"/>
                  </a:cubicBezTo>
                  <a:close/>
                  <a:moveTo>
                    <a:pt x="209" y="129"/>
                  </a:move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8" y="165"/>
                    <a:pt x="208" y="165"/>
                    <a:pt x="208" y="165"/>
                  </a:cubicBezTo>
                  <a:cubicBezTo>
                    <a:pt x="208" y="165"/>
                    <a:pt x="208" y="165"/>
                    <a:pt x="208" y="165"/>
                  </a:cubicBezTo>
                  <a:cubicBezTo>
                    <a:pt x="208" y="165"/>
                    <a:pt x="208" y="165"/>
                    <a:pt x="208" y="165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8" y="166"/>
                    <a:pt x="208" y="166"/>
                    <a:pt x="208" y="166"/>
                  </a:cubicBezTo>
                  <a:cubicBezTo>
                    <a:pt x="207" y="166"/>
                    <a:pt x="207" y="166"/>
                    <a:pt x="207" y="166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7" y="167"/>
                    <a:pt x="207" y="167"/>
                    <a:pt x="207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6" y="168"/>
                    <a:pt x="206" y="168"/>
                    <a:pt x="206" y="168"/>
                  </a:cubicBezTo>
                  <a:cubicBezTo>
                    <a:pt x="205" y="168"/>
                    <a:pt x="205" y="168"/>
                    <a:pt x="205" y="168"/>
                  </a:cubicBezTo>
                  <a:cubicBezTo>
                    <a:pt x="205" y="168"/>
                    <a:pt x="205" y="168"/>
                    <a:pt x="205" y="168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5" y="169"/>
                    <a:pt x="205" y="169"/>
                    <a:pt x="205" y="169"/>
                  </a:cubicBezTo>
                  <a:cubicBezTo>
                    <a:pt x="204" y="169"/>
                    <a:pt x="204" y="169"/>
                    <a:pt x="204" y="169"/>
                  </a:cubicBezTo>
                  <a:cubicBezTo>
                    <a:pt x="204" y="170"/>
                    <a:pt x="204" y="170"/>
                    <a:pt x="204" y="170"/>
                  </a:cubicBezTo>
                  <a:cubicBezTo>
                    <a:pt x="198" y="176"/>
                    <a:pt x="198" y="176"/>
                    <a:pt x="198" y="176"/>
                  </a:cubicBezTo>
                  <a:cubicBezTo>
                    <a:pt x="198" y="155"/>
                    <a:pt x="198" y="155"/>
                    <a:pt x="198" y="155"/>
                  </a:cubicBezTo>
                  <a:cubicBezTo>
                    <a:pt x="204" y="149"/>
                    <a:pt x="204" y="149"/>
                    <a:pt x="204" y="149"/>
                  </a:cubicBezTo>
                  <a:cubicBezTo>
                    <a:pt x="198" y="142"/>
                    <a:pt x="198" y="142"/>
                    <a:pt x="198" y="142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209" y="129"/>
                    <a:pt x="209" y="129"/>
                    <a:pt x="209" y="129"/>
                  </a:cubicBezTo>
                  <a:close/>
                  <a:moveTo>
                    <a:pt x="209" y="214"/>
                  </a:moveTo>
                  <a:cubicBezTo>
                    <a:pt x="209" y="236"/>
                    <a:pt x="209" y="236"/>
                    <a:pt x="209" y="236"/>
                  </a:cubicBezTo>
                  <a:cubicBezTo>
                    <a:pt x="205" y="240"/>
                    <a:pt x="205" y="240"/>
                    <a:pt x="205" y="240"/>
                  </a:cubicBezTo>
                  <a:cubicBezTo>
                    <a:pt x="205" y="240"/>
                    <a:pt x="205" y="240"/>
                    <a:pt x="205" y="240"/>
                  </a:cubicBezTo>
                  <a:cubicBezTo>
                    <a:pt x="205" y="240"/>
                    <a:pt x="205" y="240"/>
                    <a:pt x="205" y="240"/>
                  </a:cubicBezTo>
                  <a:cubicBezTo>
                    <a:pt x="204" y="240"/>
                    <a:pt x="204" y="240"/>
                    <a:pt x="204" y="240"/>
                  </a:cubicBezTo>
                  <a:cubicBezTo>
                    <a:pt x="204" y="240"/>
                    <a:pt x="204" y="240"/>
                    <a:pt x="204" y="240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4" y="241"/>
                    <a:pt x="204" y="241"/>
                    <a:pt x="204" y="241"/>
                  </a:cubicBezTo>
                  <a:cubicBezTo>
                    <a:pt x="203" y="241"/>
                    <a:pt x="203" y="241"/>
                    <a:pt x="203" y="241"/>
                  </a:cubicBezTo>
                  <a:cubicBezTo>
                    <a:pt x="203" y="241"/>
                    <a:pt x="203" y="241"/>
                    <a:pt x="203" y="241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3" y="242"/>
                    <a:pt x="203" y="242"/>
                    <a:pt x="203" y="242"/>
                  </a:cubicBezTo>
                  <a:cubicBezTo>
                    <a:pt x="202" y="242"/>
                    <a:pt x="202" y="242"/>
                    <a:pt x="202" y="242"/>
                  </a:cubicBezTo>
                  <a:cubicBezTo>
                    <a:pt x="202" y="242"/>
                    <a:pt x="202" y="242"/>
                    <a:pt x="202" y="242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1" y="243"/>
                    <a:pt x="201" y="243"/>
                    <a:pt x="201" y="243"/>
                  </a:cubicBezTo>
                  <a:cubicBezTo>
                    <a:pt x="201" y="243"/>
                    <a:pt x="201" y="243"/>
                    <a:pt x="201" y="243"/>
                  </a:cubicBezTo>
                  <a:cubicBezTo>
                    <a:pt x="201" y="243"/>
                    <a:pt x="201" y="243"/>
                    <a:pt x="201" y="243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1" y="244"/>
                    <a:pt x="201" y="244"/>
                    <a:pt x="201" y="244"/>
                  </a:cubicBezTo>
                  <a:cubicBezTo>
                    <a:pt x="200" y="244"/>
                    <a:pt x="200" y="244"/>
                    <a:pt x="200" y="244"/>
                  </a:cubicBezTo>
                  <a:cubicBezTo>
                    <a:pt x="200" y="244"/>
                    <a:pt x="200" y="244"/>
                    <a:pt x="200" y="244"/>
                  </a:cubicBezTo>
                  <a:cubicBezTo>
                    <a:pt x="200" y="244"/>
                    <a:pt x="200" y="244"/>
                    <a:pt x="200" y="244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8" y="246"/>
                    <a:pt x="198" y="246"/>
                    <a:pt x="198" y="246"/>
                  </a:cubicBezTo>
                  <a:cubicBezTo>
                    <a:pt x="198" y="246"/>
                    <a:pt x="198" y="246"/>
                    <a:pt x="198" y="246"/>
                  </a:cubicBezTo>
                  <a:cubicBezTo>
                    <a:pt x="198" y="246"/>
                    <a:pt x="198" y="246"/>
                    <a:pt x="198" y="246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8" y="226"/>
                    <a:pt x="198" y="226"/>
                    <a:pt x="198" y="226"/>
                  </a:cubicBezTo>
                  <a:cubicBezTo>
                    <a:pt x="206" y="217"/>
                    <a:pt x="206" y="217"/>
                    <a:pt x="206" y="217"/>
                  </a:cubicBezTo>
                  <a:cubicBezTo>
                    <a:pt x="206" y="217"/>
                    <a:pt x="206" y="217"/>
                    <a:pt x="206" y="217"/>
                  </a:cubicBezTo>
                  <a:cubicBezTo>
                    <a:pt x="207" y="217"/>
                    <a:pt x="207" y="217"/>
                    <a:pt x="207" y="217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7" y="216"/>
                    <a:pt x="207" y="216"/>
                    <a:pt x="207" y="216"/>
                  </a:cubicBezTo>
                  <a:cubicBezTo>
                    <a:pt x="208" y="216"/>
                    <a:pt x="208" y="216"/>
                    <a:pt x="208" y="216"/>
                  </a:cubicBezTo>
                  <a:cubicBezTo>
                    <a:pt x="208" y="216"/>
                    <a:pt x="208" y="216"/>
                    <a:pt x="208" y="216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8" y="215"/>
                    <a:pt x="208" y="215"/>
                    <a:pt x="208" y="215"/>
                  </a:cubicBezTo>
                  <a:cubicBezTo>
                    <a:pt x="209" y="215"/>
                    <a:pt x="209" y="215"/>
                    <a:pt x="209" y="215"/>
                  </a:cubicBezTo>
                  <a:cubicBezTo>
                    <a:pt x="209" y="214"/>
                    <a:pt x="209" y="214"/>
                    <a:pt x="209" y="214"/>
                  </a:cubicBezTo>
                  <a:close/>
                  <a:moveTo>
                    <a:pt x="198" y="327"/>
                  </a:moveTo>
                  <a:cubicBezTo>
                    <a:pt x="186" y="315"/>
                    <a:pt x="186" y="315"/>
                    <a:pt x="186" y="315"/>
                  </a:cubicBezTo>
                  <a:cubicBezTo>
                    <a:pt x="186" y="287"/>
                    <a:pt x="186" y="287"/>
                    <a:pt x="186" y="287"/>
                  </a:cubicBezTo>
                  <a:cubicBezTo>
                    <a:pt x="196" y="297"/>
                    <a:pt x="196" y="297"/>
                    <a:pt x="196" y="297"/>
                  </a:cubicBezTo>
                  <a:cubicBezTo>
                    <a:pt x="198" y="296"/>
                    <a:pt x="198" y="296"/>
                    <a:pt x="198" y="296"/>
                  </a:cubicBezTo>
                  <a:cubicBezTo>
                    <a:pt x="198" y="327"/>
                    <a:pt x="198" y="327"/>
                    <a:pt x="198" y="327"/>
                  </a:cubicBezTo>
                  <a:close/>
                  <a:moveTo>
                    <a:pt x="186" y="57"/>
                  </a:moveTo>
                  <a:cubicBezTo>
                    <a:pt x="198" y="69"/>
                    <a:pt x="198" y="69"/>
                    <a:pt x="198" y="69"/>
                  </a:cubicBezTo>
                  <a:cubicBezTo>
                    <a:pt x="198" y="105"/>
                    <a:pt x="198" y="105"/>
                    <a:pt x="198" y="105"/>
                  </a:cubicBezTo>
                  <a:cubicBezTo>
                    <a:pt x="191" y="111"/>
                    <a:pt x="191" y="111"/>
                    <a:pt x="191" y="111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8" y="142"/>
                    <a:pt x="198" y="142"/>
                    <a:pt x="198" y="142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6" y="95"/>
                    <a:pt x="186" y="95"/>
                    <a:pt x="186" y="95"/>
                  </a:cubicBezTo>
                  <a:cubicBezTo>
                    <a:pt x="191" y="90"/>
                    <a:pt x="191" y="90"/>
                    <a:pt x="191" y="90"/>
                  </a:cubicBezTo>
                  <a:cubicBezTo>
                    <a:pt x="186" y="86"/>
                    <a:pt x="186" y="86"/>
                    <a:pt x="186" y="86"/>
                  </a:cubicBezTo>
                  <a:cubicBezTo>
                    <a:pt x="186" y="57"/>
                    <a:pt x="186" y="57"/>
                    <a:pt x="186" y="57"/>
                  </a:cubicBezTo>
                  <a:close/>
                  <a:moveTo>
                    <a:pt x="198" y="155"/>
                  </a:moveTo>
                  <a:cubicBezTo>
                    <a:pt x="198" y="176"/>
                    <a:pt x="198" y="176"/>
                    <a:pt x="198" y="176"/>
                  </a:cubicBezTo>
                  <a:cubicBezTo>
                    <a:pt x="192" y="182"/>
                    <a:pt x="192" y="182"/>
                    <a:pt x="192" y="182"/>
                  </a:cubicBezTo>
                  <a:cubicBezTo>
                    <a:pt x="192" y="182"/>
                    <a:pt x="192" y="182"/>
                    <a:pt x="192" y="182"/>
                  </a:cubicBezTo>
                  <a:cubicBezTo>
                    <a:pt x="191" y="182"/>
                    <a:pt x="191" y="182"/>
                    <a:pt x="191" y="182"/>
                  </a:cubicBezTo>
                  <a:cubicBezTo>
                    <a:pt x="191" y="182"/>
                    <a:pt x="191" y="182"/>
                    <a:pt x="191" y="182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3"/>
                    <a:pt x="190" y="183"/>
                    <a:pt x="190" y="183"/>
                  </a:cubicBezTo>
                  <a:cubicBezTo>
                    <a:pt x="190" y="184"/>
                    <a:pt x="190" y="184"/>
                    <a:pt x="190" y="184"/>
                  </a:cubicBezTo>
                  <a:cubicBezTo>
                    <a:pt x="190" y="184"/>
                    <a:pt x="190" y="184"/>
                    <a:pt x="190" y="184"/>
                  </a:cubicBezTo>
                  <a:cubicBezTo>
                    <a:pt x="190" y="184"/>
                    <a:pt x="190" y="184"/>
                    <a:pt x="190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9" y="185"/>
                    <a:pt x="189" y="185"/>
                    <a:pt x="189" y="185"/>
                  </a:cubicBezTo>
                  <a:cubicBezTo>
                    <a:pt x="188" y="185"/>
                    <a:pt x="188" y="185"/>
                    <a:pt x="188" y="185"/>
                  </a:cubicBezTo>
                  <a:cubicBezTo>
                    <a:pt x="188" y="185"/>
                    <a:pt x="188" y="185"/>
                    <a:pt x="188" y="185"/>
                  </a:cubicBezTo>
                  <a:cubicBezTo>
                    <a:pt x="188" y="185"/>
                    <a:pt x="188" y="185"/>
                    <a:pt x="188" y="185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8" y="186"/>
                    <a:pt x="188" y="186"/>
                    <a:pt x="188" y="186"/>
                  </a:cubicBezTo>
                  <a:cubicBezTo>
                    <a:pt x="187" y="186"/>
                    <a:pt x="187" y="186"/>
                    <a:pt x="187" y="186"/>
                  </a:cubicBezTo>
                  <a:cubicBezTo>
                    <a:pt x="187" y="186"/>
                    <a:pt x="187" y="186"/>
                    <a:pt x="187" y="186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7" y="187"/>
                    <a:pt x="187" y="187"/>
                    <a:pt x="187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51"/>
                    <a:pt x="186" y="151"/>
                    <a:pt x="186" y="151"/>
                  </a:cubicBezTo>
                  <a:cubicBezTo>
                    <a:pt x="194" y="159"/>
                    <a:pt x="194" y="159"/>
                    <a:pt x="194" y="159"/>
                  </a:cubicBezTo>
                  <a:cubicBezTo>
                    <a:pt x="198" y="155"/>
                    <a:pt x="198" y="155"/>
                    <a:pt x="198" y="155"/>
                  </a:cubicBezTo>
                  <a:close/>
                  <a:moveTo>
                    <a:pt x="198" y="226"/>
                  </a:moveTo>
                  <a:cubicBezTo>
                    <a:pt x="198" y="247"/>
                    <a:pt x="198" y="247"/>
                    <a:pt x="198" y="247"/>
                  </a:cubicBezTo>
                  <a:cubicBezTo>
                    <a:pt x="198" y="247"/>
                    <a:pt x="198" y="247"/>
                    <a:pt x="198" y="247"/>
                  </a:cubicBezTo>
                  <a:cubicBezTo>
                    <a:pt x="197" y="247"/>
                    <a:pt x="197" y="247"/>
                    <a:pt x="197" y="247"/>
                  </a:cubicBezTo>
                  <a:cubicBezTo>
                    <a:pt x="197" y="247"/>
                    <a:pt x="197" y="247"/>
                    <a:pt x="197" y="247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7" y="248"/>
                    <a:pt x="197" y="248"/>
                    <a:pt x="197" y="248"/>
                  </a:cubicBezTo>
                  <a:cubicBezTo>
                    <a:pt x="196" y="248"/>
                    <a:pt x="196" y="248"/>
                    <a:pt x="196" y="248"/>
                  </a:cubicBezTo>
                  <a:cubicBezTo>
                    <a:pt x="196" y="248"/>
                    <a:pt x="196" y="248"/>
                    <a:pt x="196" y="248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5" y="250"/>
                    <a:pt x="195" y="250"/>
                    <a:pt x="195" y="250"/>
                  </a:cubicBezTo>
                  <a:cubicBezTo>
                    <a:pt x="194" y="250"/>
                    <a:pt x="194" y="250"/>
                    <a:pt x="194" y="250"/>
                  </a:cubicBezTo>
                  <a:cubicBezTo>
                    <a:pt x="194" y="250"/>
                    <a:pt x="194" y="250"/>
                    <a:pt x="194" y="250"/>
                  </a:cubicBezTo>
                  <a:cubicBezTo>
                    <a:pt x="186" y="258"/>
                    <a:pt x="186" y="258"/>
                    <a:pt x="186" y="258"/>
                  </a:cubicBezTo>
                  <a:cubicBezTo>
                    <a:pt x="186" y="237"/>
                    <a:pt x="186" y="237"/>
                    <a:pt x="186" y="237"/>
                  </a:cubicBezTo>
                  <a:lnTo>
                    <a:pt x="198" y="226"/>
                  </a:lnTo>
                  <a:close/>
                  <a:moveTo>
                    <a:pt x="186" y="315"/>
                  </a:moveTo>
                  <a:cubicBezTo>
                    <a:pt x="175" y="304"/>
                    <a:pt x="175" y="304"/>
                    <a:pt x="175" y="304"/>
                  </a:cubicBezTo>
                  <a:cubicBezTo>
                    <a:pt x="175" y="276"/>
                    <a:pt x="175" y="276"/>
                    <a:pt x="175" y="276"/>
                  </a:cubicBezTo>
                  <a:cubicBezTo>
                    <a:pt x="186" y="287"/>
                    <a:pt x="186" y="287"/>
                    <a:pt x="186" y="287"/>
                  </a:cubicBezTo>
                  <a:cubicBezTo>
                    <a:pt x="186" y="315"/>
                    <a:pt x="186" y="315"/>
                    <a:pt x="186" y="315"/>
                  </a:cubicBezTo>
                  <a:close/>
                  <a:moveTo>
                    <a:pt x="175" y="46"/>
                  </a:moveTo>
                  <a:cubicBezTo>
                    <a:pt x="186" y="57"/>
                    <a:pt x="186" y="57"/>
                    <a:pt x="186" y="57"/>
                  </a:cubicBezTo>
                  <a:cubicBezTo>
                    <a:pt x="186" y="86"/>
                    <a:pt x="186" y="86"/>
                    <a:pt x="186" y="86"/>
                  </a:cubicBezTo>
                  <a:cubicBezTo>
                    <a:pt x="175" y="74"/>
                    <a:pt x="175" y="74"/>
                    <a:pt x="175" y="74"/>
                  </a:cubicBezTo>
                  <a:cubicBezTo>
                    <a:pt x="175" y="46"/>
                    <a:pt x="175" y="46"/>
                    <a:pt x="175" y="46"/>
                  </a:cubicBezTo>
                  <a:close/>
                  <a:moveTo>
                    <a:pt x="186" y="95"/>
                  </a:moveTo>
                  <a:cubicBezTo>
                    <a:pt x="186" y="131"/>
                    <a:pt x="186" y="131"/>
                    <a:pt x="186" y="131"/>
                  </a:cubicBezTo>
                  <a:cubicBezTo>
                    <a:pt x="179" y="124"/>
                    <a:pt x="179" y="124"/>
                    <a:pt x="179" y="124"/>
                  </a:cubicBezTo>
                  <a:cubicBezTo>
                    <a:pt x="175" y="128"/>
                    <a:pt x="175" y="128"/>
                    <a:pt x="175" y="128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86" y="95"/>
                    <a:pt x="186" y="95"/>
                    <a:pt x="186" y="95"/>
                  </a:cubicBezTo>
                  <a:close/>
                  <a:moveTo>
                    <a:pt x="186" y="151"/>
                  </a:moveTo>
                  <a:cubicBezTo>
                    <a:pt x="186" y="187"/>
                    <a:pt x="186" y="187"/>
                    <a:pt x="186" y="187"/>
                  </a:cubicBezTo>
                  <a:cubicBezTo>
                    <a:pt x="186" y="187"/>
                    <a:pt x="186" y="187"/>
                    <a:pt x="186" y="187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6" y="188"/>
                    <a:pt x="186" y="188"/>
                    <a:pt x="186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8"/>
                    <a:pt x="185" y="188"/>
                    <a:pt x="185" y="188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5" y="189"/>
                    <a:pt x="185" y="189"/>
                    <a:pt x="185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89"/>
                    <a:pt x="184" y="189"/>
                    <a:pt x="184" y="189"/>
                  </a:cubicBezTo>
                  <a:cubicBezTo>
                    <a:pt x="184" y="190"/>
                    <a:pt x="184" y="190"/>
                    <a:pt x="184" y="190"/>
                  </a:cubicBezTo>
                  <a:cubicBezTo>
                    <a:pt x="184" y="190"/>
                    <a:pt x="184" y="190"/>
                    <a:pt x="184" y="190"/>
                  </a:cubicBezTo>
                  <a:cubicBezTo>
                    <a:pt x="184" y="190"/>
                    <a:pt x="184" y="190"/>
                    <a:pt x="184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0"/>
                    <a:pt x="183" y="190"/>
                    <a:pt x="183" y="190"/>
                  </a:cubicBezTo>
                  <a:cubicBezTo>
                    <a:pt x="183" y="191"/>
                    <a:pt x="183" y="191"/>
                    <a:pt x="183" y="191"/>
                  </a:cubicBezTo>
                  <a:cubicBezTo>
                    <a:pt x="183" y="191"/>
                    <a:pt x="183" y="191"/>
                    <a:pt x="183" y="191"/>
                  </a:cubicBezTo>
                  <a:cubicBezTo>
                    <a:pt x="183" y="191"/>
                    <a:pt x="183" y="191"/>
                    <a:pt x="183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1"/>
                    <a:pt x="182" y="191"/>
                    <a:pt x="182" y="191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82" y="192"/>
                    <a:pt x="182" y="192"/>
                    <a:pt x="182" y="192"/>
                  </a:cubicBezTo>
                  <a:cubicBezTo>
                    <a:pt x="175" y="199"/>
                    <a:pt x="175" y="199"/>
                    <a:pt x="175" y="199"/>
                  </a:cubicBezTo>
                  <a:cubicBezTo>
                    <a:pt x="175" y="177"/>
                    <a:pt x="175" y="177"/>
                    <a:pt x="175" y="177"/>
                  </a:cubicBezTo>
                  <a:cubicBezTo>
                    <a:pt x="181" y="171"/>
                    <a:pt x="181" y="171"/>
                    <a:pt x="181" y="171"/>
                  </a:cubicBezTo>
                  <a:cubicBezTo>
                    <a:pt x="175" y="165"/>
                    <a:pt x="175" y="165"/>
                    <a:pt x="175" y="165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86" y="151"/>
                    <a:pt x="186" y="151"/>
                    <a:pt x="186" y="151"/>
                  </a:cubicBezTo>
                  <a:close/>
                  <a:moveTo>
                    <a:pt x="186" y="237"/>
                  </a:moveTo>
                  <a:cubicBezTo>
                    <a:pt x="186" y="258"/>
                    <a:pt x="186" y="258"/>
                    <a:pt x="186" y="258"/>
                  </a:cubicBezTo>
                  <a:cubicBezTo>
                    <a:pt x="175" y="269"/>
                    <a:pt x="175" y="269"/>
                    <a:pt x="175" y="269"/>
                  </a:cubicBezTo>
                  <a:cubicBezTo>
                    <a:pt x="175" y="230"/>
                    <a:pt x="175" y="230"/>
                    <a:pt x="175" y="230"/>
                  </a:cubicBezTo>
                  <a:cubicBezTo>
                    <a:pt x="184" y="239"/>
                    <a:pt x="184" y="239"/>
                    <a:pt x="184" y="239"/>
                  </a:cubicBezTo>
                  <a:lnTo>
                    <a:pt x="186" y="237"/>
                  </a:lnTo>
                  <a:close/>
                  <a:moveTo>
                    <a:pt x="175" y="304"/>
                  </a:moveTo>
                  <a:cubicBezTo>
                    <a:pt x="169" y="298"/>
                    <a:pt x="169" y="298"/>
                    <a:pt x="169" y="298"/>
                  </a:cubicBezTo>
                  <a:cubicBezTo>
                    <a:pt x="164" y="292"/>
                    <a:pt x="164" y="292"/>
                    <a:pt x="164" y="292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71" y="252"/>
                    <a:pt x="171" y="252"/>
                    <a:pt x="171" y="252"/>
                  </a:cubicBezTo>
                  <a:cubicBezTo>
                    <a:pt x="164" y="244"/>
                    <a:pt x="164" y="244"/>
                    <a:pt x="164" y="244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75" y="230"/>
                    <a:pt x="175" y="230"/>
                    <a:pt x="175" y="230"/>
                  </a:cubicBezTo>
                  <a:cubicBezTo>
                    <a:pt x="175" y="269"/>
                    <a:pt x="175" y="269"/>
                    <a:pt x="175" y="269"/>
                  </a:cubicBezTo>
                  <a:cubicBezTo>
                    <a:pt x="172" y="273"/>
                    <a:pt x="172" y="273"/>
                    <a:pt x="172" y="273"/>
                  </a:cubicBezTo>
                  <a:cubicBezTo>
                    <a:pt x="175" y="276"/>
                    <a:pt x="175" y="276"/>
                    <a:pt x="175" y="276"/>
                  </a:cubicBezTo>
                  <a:cubicBezTo>
                    <a:pt x="175" y="304"/>
                    <a:pt x="175" y="304"/>
                    <a:pt x="175" y="304"/>
                  </a:cubicBezTo>
                  <a:close/>
                  <a:moveTo>
                    <a:pt x="164" y="35"/>
                  </a:moveTo>
                  <a:cubicBezTo>
                    <a:pt x="175" y="46"/>
                    <a:pt x="175" y="46"/>
                    <a:pt x="175" y="46"/>
                  </a:cubicBezTo>
                  <a:cubicBezTo>
                    <a:pt x="175" y="74"/>
                    <a:pt x="175" y="74"/>
                    <a:pt x="175" y="74"/>
                  </a:cubicBezTo>
                  <a:cubicBezTo>
                    <a:pt x="166" y="66"/>
                    <a:pt x="166" y="66"/>
                    <a:pt x="166" y="66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35"/>
                    <a:pt x="164" y="35"/>
                    <a:pt x="164" y="35"/>
                  </a:cubicBezTo>
                  <a:close/>
                  <a:moveTo>
                    <a:pt x="175" y="106"/>
                  </a:moveTo>
                  <a:cubicBezTo>
                    <a:pt x="175" y="128"/>
                    <a:pt x="175" y="128"/>
                    <a:pt x="175" y="128"/>
                  </a:cubicBezTo>
                  <a:cubicBezTo>
                    <a:pt x="169" y="134"/>
                    <a:pt x="169" y="134"/>
                    <a:pt x="169" y="134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65"/>
                    <a:pt x="175" y="165"/>
                    <a:pt x="175" y="165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4" y="117"/>
                    <a:pt x="164" y="117"/>
                    <a:pt x="164" y="117"/>
                  </a:cubicBezTo>
                  <a:cubicBezTo>
                    <a:pt x="165" y="117"/>
                    <a:pt x="165" y="117"/>
                    <a:pt x="165" y="117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6" y="116"/>
                    <a:pt x="166" y="116"/>
                    <a:pt x="166" y="116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6" y="115"/>
                    <a:pt x="166" y="115"/>
                    <a:pt x="166" y="115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68" y="113"/>
                    <a:pt x="168" y="113"/>
                    <a:pt x="168" y="113"/>
                  </a:cubicBezTo>
                  <a:cubicBezTo>
                    <a:pt x="175" y="106"/>
                    <a:pt x="175" y="106"/>
                    <a:pt x="175" y="106"/>
                  </a:cubicBezTo>
                  <a:close/>
                  <a:moveTo>
                    <a:pt x="175" y="177"/>
                  </a:moveTo>
                  <a:cubicBezTo>
                    <a:pt x="175" y="199"/>
                    <a:pt x="175" y="199"/>
                    <a:pt x="175" y="199"/>
                  </a:cubicBezTo>
                  <a:cubicBezTo>
                    <a:pt x="164" y="210"/>
                    <a:pt x="164" y="210"/>
                    <a:pt x="164" y="210"/>
                  </a:cubicBezTo>
                  <a:cubicBezTo>
                    <a:pt x="164" y="174"/>
                    <a:pt x="164" y="174"/>
                    <a:pt x="164" y="174"/>
                  </a:cubicBezTo>
                  <a:cubicBezTo>
                    <a:pt x="171" y="181"/>
                    <a:pt x="171" y="181"/>
                    <a:pt x="171" y="181"/>
                  </a:cubicBezTo>
                  <a:lnTo>
                    <a:pt x="175" y="177"/>
                  </a:lnTo>
                  <a:close/>
                  <a:moveTo>
                    <a:pt x="164" y="292"/>
                  </a:moveTo>
                  <a:cubicBezTo>
                    <a:pt x="152" y="281"/>
                    <a:pt x="152" y="281"/>
                    <a:pt x="152" y="281"/>
                  </a:cubicBezTo>
                  <a:cubicBezTo>
                    <a:pt x="152" y="253"/>
                    <a:pt x="152" y="253"/>
                    <a:pt x="152" y="253"/>
                  </a:cubicBezTo>
                  <a:cubicBezTo>
                    <a:pt x="161" y="262"/>
                    <a:pt x="161" y="262"/>
                    <a:pt x="161" y="262"/>
                  </a:cubicBezTo>
                  <a:cubicBezTo>
                    <a:pt x="164" y="259"/>
                    <a:pt x="164" y="259"/>
                    <a:pt x="164" y="259"/>
                  </a:cubicBezTo>
                  <a:cubicBezTo>
                    <a:pt x="164" y="292"/>
                    <a:pt x="164" y="292"/>
                    <a:pt x="164" y="292"/>
                  </a:cubicBezTo>
                  <a:close/>
                  <a:moveTo>
                    <a:pt x="152" y="23"/>
                  </a:moveTo>
                  <a:cubicBezTo>
                    <a:pt x="164" y="35"/>
                    <a:pt x="164" y="35"/>
                    <a:pt x="164" y="35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52" y="79"/>
                    <a:pt x="152" y="79"/>
                    <a:pt x="152" y="79"/>
                  </a:cubicBezTo>
                  <a:cubicBezTo>
                    <a:pt x="152" y="58"/>
                    <a:pt x="152" y="58"/>
                    <a:pt x="152" y="58"/>
                  </a:cubicBezTo>
                  <a:cubicBezTo>
                    <a:pt x="155" y="55"/>
                    <a:pt x="155" y="55"/>
                    <a:pt x="155" y="55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52" y="23"/>
                    <a:pt x="152" y="23"/>
                    <a:pt x="152" y="23"/>
                  </a:cubicBezTo>
                  <a:close/>
                  <a:moveTo>
                    <a:pt x="164" y="117"/>
                  </a:moveTo>
                  <a:cubicBezTo>
                    <a:pt x="164" y="153"/>
                    <a:pt x="164" y="153"/>
                    <a:pt x="164" y="153"/>
                  </a:cubicBezTo>
                  <a:cubicBezTo>
                    <a:pt x="156" y="146"/>
                    <a:pt x="156" y="146"/>
                    <a:pt x="156" y="146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2" y="129"/>
                    <a:pt x="152" y="129"/>
                    <a:pt x="152" y="129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1" y="120"/>
                    <a:pt x="161" y="120"/>
                    <a:pt x="161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3" y="118"/>
                    <a:pt x="163" y="118"/>
                    <a:pt x="163" y="118"/>
                  </a:cubicBezTo>
                  <a:cubicBezTo>
                    <a:pt x="164" y="117"/>
                    <a:pt x="164" y="117"/>
                    <a:pt x="164" y="117"/>
                  </a:cubicBezTo>
                  <a:close/>
                  <a:moveTo>
                    <a:pt x="164" y="174"/>
                  </a:moveTo>
                  <a:cubicBezTo>
                    <a:pt x="164" y="210"/>
                    <a:pt x="164" y="210"/>
                    <a:pt x="164" y="210"/>
                  </a:cubicBezTo>
                  <a:cubicBezTo>
                    <a:pt x="159" y="214"/>
                    <a:pt x="159" y="214"/>
                    <a:pt x="159" y="214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64" y="244"/>
                    <a:pt x="164" y="244"/>
                    <a:pt x="164" y="244"/>
                  </a:cubicBezTo>
                  <a:cubicBezTo>
                    <a:pt x="152" y="232"/>
                    <a:pt x="152" y="232"/>
                    <a:pt x="152" y="232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9"/>
                    <a:pt x="153" y="199"/>
                    <a:pt x="153" y="199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53" y="198"/>
                    <a:pt x="153" y="198"/>
                    <a:pt x="153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8"/>
                    <a:pt x="154" y="198"/>
                    <a:pt x="154" y="198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4" y="197"/>
                    <a:pt x="154" y="197"/>
                    <a:pt x="154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7"/>
                    <a:pt x="155" y="197"/>
                    <a:pt x="155" y="197"/>
                  </a:cubicBezTo>
                  <a:cubicBezTo>
                    <a:pt x="155" y="196"/>
                    <a:pt x="155" y="196"/>
                    <a:pt x="155" y="196"/>
                  </a:cubicBezTo>
                  <a:cubicBezTo>
                    <a:pt x="155" y="196"/>
                    <a:pt x="155" y="196"/>
                    <a:pt x="155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6"/>
                    <a:pt x="156" y="196"/>
                    <a:pt x="156" y="196"/>
                  </a:cubicBezTo>
                  <a:cubicBezTo>
                    <a:pt x="156" y="195"/>
                    <a:pt x="156" y="195"/>
                    <a:pt x="156" y="195"/>
                  </a:cubicBezTo>
                  <a:cubicBezTo>
                    <a:pt x="156" y="195"/>
                    <a:pt x="156" y="195"/>
                    <a:pt x="156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5"/>
                    <a:pt x="157" y="195"/>
                    <a:pt x="157" y="195"/>
                  </a:cubicBezTo>
                  <a:cubicBezTo>
                    <a:pt x="157" y="194"/>
                    <a:pt x="157" y="194"/>
                    <a:pt x="157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8" y="194"/>
                    <a:pt x="158" y="194"/>
                    <a:pt x="158" y="194"/>
                  </a:cubicBezTo>
                  <a:cubicBezTo>
                    <a:pt x="159" y="193"/>
                    <a:pt x="159" y="193"/>
                    <a:pt x="159" y="193"/>
                  </a:cubicBezTo>
                  <a:cubicBezTo>
                    <a:pt x="152" y="187"/>
                    <a:pt x="152" y="187"/>
                    <a:pt x="152" y="187"/>
                  </a:cubicBezTo>
                  <a:cubicBezTo>
                    <a:pt x="152" y="163"/>
                    <a:pt x="152" y="163"/>
                    <a:pt x="152" y="163"/>
                  </a:cubicBezTo>
                  <a:lnTo>
                    <a:pt x="164" y="174"/>
                  </a:lnTo>
                  <a:close/>
                  <a:moveTo>
                    <a:pt x="152" y="281"/>
                  </a:moveTo>
                  <a:cubicBezTo>
                    <a:pt x="138" y="267"/>
                    <a:pt x="138" y="267"/>
                    <a:pt x="138" y="267"/>
                  </a:cubicBezTo>
                  <a:cubicBezTo>
                    <a:pt x="138" y="238"/>
                    <a:pt x="138" y="238"/>
                    <a:pt x="138" y="238"/>
                  </a:cubicBezTo>
                  <a:cubicBezTo>
                    <a:pt x="152" y="253"/>
                    <a:pt x="152" y="253"/>
                    <a:pt x="152" y="253"/>
                  </a:cubicBezTo>
                  <a:cubicBezTo>
                    <a:pt x="152" y="281"/>
                    <a:pt x="152" y="281"/>
                    <a:pt x="152" y="281"/>
                  </a:cubicBezTo>
                  <a:close/>
                  <a:moveTo>
                    <a:pt x="138" y="9"/>
                  </a:moveTo>
                  <a:cubicBezTo>
                    <a:pt x="152" y="23"/>
                    <a:pt x="152" y="23"/>
                    <a:pt x="152" y="23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38" y="37"/>
                    <a:pt x="138" y="37"/>
                    <a:pt x="138" y="37"/>
                  </a:cubicBezTo>
                  <a:cubicBezTo>
                    <a:pt x="138" y="9"/>
                    <a:pt x="138" y="9"/>
                    <a:pt x="138" y="9"/>
                  </a:cubicBezTo>
                  <a:close/>
                  <a:moveTo>
                    <a:pt x="152" y="58"/>
                  </a:moveTo>
                  <a:cubicBezTo>
                    <a:pt x="152" y="79"/>
                    <a:pt x="152" y="79"/>
                    <a:pt x="152" y="79"/>
                  </a:cubicBezTo>
                  <a:cubicBezTo>
                    <a:pt x="144" y="88"/>
                    <a:pt x="144" y="88"/>
                    <a:pt x="144" y="88"/>
                  </a:cubicBezTo>
                  <a:cubicBezTo>
                    <a:pt x="144" y="88"/>
                    <a:pt x="144" y="88"/>
                    <a:pt x="144" y="88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2" y="90"/>
                    <a:pt x="142" y="90"/>
                    <a:pt x="142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1" y="91"/>
                    <a:pt x="141" y="91"/>
                    <a:pt x="141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1"/>
                    <a:pt x="140" y="91"/>
                    <a:pt x="140" y="91"/>
                  </a:cubicBezTo>
                  <a:cubicBezTo>
                    <a:pt x="140" y="92"/>
                    <a:pt x="140" y="92"/>
                    <a:pt x="140" y="92"/>
                  </a:cubicBezTo>
                  <a:cubicBezTo>
                    <a:pt x="140" y="92"/>
                    <a:pt x="140" y="92"/>
                    <a:pt x="140" y="92"/>
                  </a:cubicBezTo>
                  <a:cubicBezTo>
                    <a:pt x="140" y="92"/>
                    <a:pt x="140" y="92"/>
                    <a:pt x="140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3"/>
                    <a:pt x="138" y="93"/>
                    <a:pt x="138" y="93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58"/>
                    <a:pt x="138" y="58"/>
                    <a:pt x="138" y="58"/>
                  </a:cubicBezTo>
                  <a:cubicBezTo>
                    <a:pt x="145" y="65"/>
                    <a:pt x="145" y="65"/>
                    <a:pt x="145" y="65"/>
                  </a:cubicBezTo>
                  <a:cubicBezTo>
                    <a:pt x="152" y="58"/>
                    <a:pt x="152" y="58"/>
                    <a:pt x="152" y="58"/>
                  </a:cubicBezTo>
                  <a:close/>
                  <a:moveTo>
                    <a:pt x="152" y="129"/>
                  </a:moveTo>
                  <a:cubicBezTo>
                    <a:pt x="152" y="150"/>
                    <a:pt x="152" y="150"/>
                    <a:pt x="152" y="150"/>
                  </a:cubicBezTo>
                  <a:cubicBezTo>
                    <a:pt x="146" y="156"/>
                    <a:pt x="146" y="156"/>
                    <a:pt x="146" y="156"/>
                  </a:cubicBezTo>
                  <a:cubicBezTo>
                    <a:pt x="152" y="163"/>
                    <a:pt x="152" y="163"/>
                    <a:pt x="152" y="163"/>
                  </a:cubicBezTo>
                  <a:cubicBezTo>
                    <a:pt x="152" y="187"/>
                    <a:pt x="152" y="187"/>
                    <a:pt x="152" y="187"/>
                  </a:cubicBezTo>
                  <a:cubicBezTo>
                    <a:pt x="138" y="173"/>
                    <a:pt x="138" y="173"/>
                    <a:pt x="138" y="17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2"/>
                    <a:pt x="139" y="142"/>
                    <a:pt x="139" y="142"/>
                  </a:cubicBezTo>
                  <a:cubicBezTo>
                    <a:pt x="139" y="141"/>
                    <a:pt x="139" y="141"/>
                    <a:pt x="139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0"/>
                    <a:pt x="140" y="140"/>
                    <a:pt x="140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1" y="139"/>
                    <a:pt x="141" y="139"/>
                    <a:pt x="141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5"/>
                    <a:pt x="145" y="135"/>
                    <a:pt x="145" y="135"/>
                  </a:cubicBezTo>
                  <a:cubicBezTo>
                    <a:pt x="146" y="135"/>
                    <a:pt x="146" y="135"/>
                    <a:pt x="146" y="135"/>
                  </a:cubicBezTo>
                  <a:cubicBezTo>
                    <a:pt x="152" y="129"/>
                    <a:pt x="152" y="129"/>
                    <a:pt x="152" y="129"/>
                  </a:cubicBezTo>
                  <a:close/>
                  <a:moveTo>
                    <a:pt x="152" y="199"/>
                  </a:moveTo>
                  <a:cubicBezTo>
                    <a:pt x="152" y="232"/>
                    <a:pt x="152" y="232"/>
                    <a:pt x="152" y="232"/>
                  </a:cubicBezTo>
                  <a:cubicBezTo>
                    <a:pt x="147" y="227"/>
                    <a:pt x="147" y="227"/>
                    <a:pt x="147" y="227"/>
                  </a:cubicBezTo>
                  <a:cubicBezTo>
                    <a:pt x="138" y="235"/>
                    <a:pt x="138" y="235"/>
                    <a:pt x="138" y="235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148" y="204"/>
                    <a:pt x="148" y="204"/>
                    <a:pt x="148" y="204"/>
                  </a:cubicBezTo>
                  <a:cubicBezTo>
                    <a:pt x="148" y="203"/>
                    <a:pt x="148" y="203"/>
                    <a:pt x="148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3"/>
                    <a:pt x="149" y="203"/>
                    <a:pt x="149" y="203"/>
                  </a:cubicBezTo>
                  <a:cubicBezTo>
                    <a:pt x="149" y="202"/>
                    <a:pt x="149" y="202"/>
                    <a:pt x="149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2"/>
                    <a:pt x="150" y="202"/>
                    <a:pt x="150" y="202"/>
                  </a:cubicBezTo>
                  <a:cubicBezTo>
                    <a:pt x="150" y="201"/>
                    <a:pt x="150" y="201"/>
                    <a:pt x="150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1"/>
                    <a:pt x="151" y="201"/>
                    <a:pt x="151" y="201"/>
                  </a:cubicBezTo>
                  <a:cubicBezTo>
                    <a:pt x="151" y="200"/>
                    <a:pt x="151" y="200"/>
                    <a:pt x="151" y="200"/>
                  </a:cubicBezTo>
                  <a:cubicBezTo>
                    <a:pt x="151" y="200"/>
                    <a:pt x="151" y="200"/>
                    <a:pt x="151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cubicBezTo>
                    <a:pt x="152" y="200"/>
                    <a:pt x="152" y="200"/>
                    <a:pt x="152" y="200"/>
                  </a:cubicBezTo>
                  <a:lnTo>
                    <a:pt x="152" y="199"/>
                  </a:lnTo>
                  <a:close/>
                  <a:moveTo>
                    <a:pt x="138" y="267"/>
                  </a:moveTo>
                  <a:cubicBezTo>
                    <a:pt x="127" y="255"/>
                    <a:pt x="127" y="255"/>
                    <a:pt x="127" y="255"/>
                  </a:cubicBezTo>
                  <a:cubicBezTo>
                    <a:pt x="127" y="225"/>
                    <a:pt x="127" y="225"/>
                    <a:pt x="127" y="225"/>
                  </a:cubicBezTo>
                  <a:cubicBezTo>
                    <a:pt x="138" y="214"/>
                    <a:pt x="138" y="214"/>
                    <a:pt x="138" y="214"/>
                  </a:cubicBezTo>
                  <a:cubicBezTo>
                    <a:pt x="138" y="235"/>
                    <a:pt x="138" y="235"/>
                    <a:pt x="138" y="235"/>
                  </a:cubicBezTo>
                  <a:cubicBezTo>
                    <a:pt x="136" y="237"/>
                    <a:pt x="136" y="237"/>
                    <a:pt x="136" y="237"/>
                  </a:cubicBezTo>
                  <a:cubicBezTo>
                    <a:pt x="138" y="238"/>
                    <a:pt x="138" y="238"/>
                    <a:pt x="138" y="238"/>
                  </a:cubicBezTo>
                  <a:cubicBezTo>
                    <a:pt x="138" y="267"/>
                    <a:pt x="138" y="267"/>
                    <a:pt x="138" y="267"/>
                  </a:cubicBezTo>
                  <a:close/>
                  <a:moveTo>
                    <a:pt x="127" y="3"/>
                  </a:moveTo>
                  <a:cubicBezTo>
                    <a:pt x="129" y="0"/>
                    <a:pt x="129" y="0"/>
                    <a:pt x="129" y="0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38" y="37"/>
                    <a:pt x="138" y="37"/>
                    <a:pt x="138" y="37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27" y="3"/>
                    <a:pt x="127" y="3"/>
                    <a:pt x="127" y="3"/>
                  </a:cubicBezTo>
                  <a:close/>
                  <a:moveTo>
                    <a:pt x="138" y="58"/>
                  </a:move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7" y="94"/>
                    <a:pt x="137" y="94"/>
                    <a:pt x="137" y="94"/>
                  </a:cubicBezTo>
                  <a:cubicBezTo>
                    <a:pt x="137" y="94"/>
                    <a:pt x="137" y="94"/>
                    <a:pt x="137" y="94"/>
                  </a:cubicBezTo>
                  <a:cubicBezTo>
                    <a:pt x="137" y="94"/>
                    <a:pt x="137" y="94"/>
                    <a:pt x="137" y="94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6" y="95"/>
                    <a:pt x="136" y="95"/>
                    <a:pt x="136" y="95"/>
                  </a:cubicBezTo>
                  <a:cubicBezTo>
                    <a:pt x="136" y="95"/>
                    <a:pt x="136" y="95"/>
                    <a:pt x="136" y="95"/>
                  </a:cubicBezTo>
                  <a:cubicBezTo>
                    <a:pt x="136" y="95"/>
                    <a:pt x="136" y="95"/>
                    <a:pt x="136" y="95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6"/>
                    <a:pt x="135" y="96"/>
                    <a:pt x="135" y="96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3" y="98"/>
                    <a:pt x="133" y="98"/>
                    <a:pt x="133" y="98"/>
                  </a:cubicBezTo>
                  <a:cubicBezTo>
                    <a:pt x="127" y="105"/>
                    <a:pt x="127" y="105"/>
                    <a:pt x="127" y="105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2"/>
                    <a:pt x="128" y="82"/>
                    <a:pt x="128" y="82"/>
                  </a:cubicBezTo>
                  <a:cubicBezTo>
                    <a:pt x="128" y="81"/>
                    <a:pt x="128" y="81"/>
                    <a:pt x="128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1"/>
                    <a:pt x="129" y="81"/>
                    <a:pt x="129" y="81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1" y="79"/>
                    <a:pt x="131" y="79"/>
                    <a:pt x="131" y="79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2" y="78"/>
                    <a:pt x="132" y="78"/>
                    <a:pt x="132" y="78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46"/>
                    <a:pt x="127" y="46"/>
                    <a:pt x="127" y="46"/>
                  </a:cubicBezTo>
                  <a:cubicBezTo>
                    <a:pt x="138" y="58"/>
                    <a:pt x="138" y="58"/>
                    <a:pt x="138" y="58"/>
                  </a:cubicBezTo>
                  <a:close/>
                  <a:moveTo>
                    <a:pt x="138" y="143"/>
                  </a:moveTo>
                  <a:cubicBezTo>
                    <a:pt x="138" y="173"/>
                    <a:pt x="138" y="173"/>
                    <a:pt x="138" y="173"/>
                  </a:cubicBezTo>
                  <a:cubicBezTo>
                    <a:pt x="134" y="168"/>
                    <a:pt x="134" y="168"/>
                    <a:pt x="134" y="168"/>
                  </a:cubicBezTo>
                  <a:cubicBezTo>
                    <a:pt x="134" y="169"/>
                    <a:pt x="134" y="169"/>
                    <a:pt x="134" y="169"/>
                  </a:cubicBezTo>
                  <a:cubicBezTo>
                    <a:pt x="134" y="169"/>
                    <a:pt x="134" y="169"/>
                    <a:pt x="134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69"/>
                    <a:pt x="133" y="169"/>
                    <a:pt x="133" y="169"/>
                  </a:cubicBezTo>
                  <a:cubicBezTo>
                    <a:pt x="133" y="170"/>
                    <a:pt x="133" y="170"/>
                    <a:pt x="133" y="170"/>
                  </a:cubicBezTo>
                  <a:cubicBezTo>
                    <a:pt x="133" y="170"/>
                    <a:pt x="133" y="170"/>
                    <a:pt x="133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32" y="171"/>
                    <a:pt x="132" y="171"/>
                    <a:pt x="132" y="171"/>
                  </a:cubicBezTo>
                  <a:cubicBezTo>
                    <a:pt x="132" y="171"/>
                    <a:pt x="132" y="171"/>
                    <a:pt x="132" y="171"/>
                  </a:cubicBezTo>
                  <a:cubicBezTo>
                    <a:pt x="132" y="171"/>
                    <a:pt x="132" y="171"/>
                    <a:pt x="132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1"/>
                    <a:pt x="131" y="171"/>
                    <a:pt x="131" y="171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1" y="172"/>
                    <a:pt x="131" y="172"/>
                    <a:pt x="131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30" y="173"/>
                    <a:pt x="130" y="173"/>
                    <a:pt x="130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3"/>
                    <a:pt x="129" y="173"/>
                    <a:pt x="129" y="173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9" y="174"/>
                    <a:pt x="129" y="174"/>
                    <a:pt x="129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175"/>
                    <a:pt x="128" y="175"/>
                    <a:pt x="128" y="175"/>
                  </a:cubicBezTo>
                  <a:cubicBezTo>
                    <a:pt x="128" y="175"/>
                    <a:pt x="128" y="175"/>
                    <a:pt x="128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5"/>
                    <a:pt x="127" y="175"/>
                    <a:pt x="127" y="175"/>
                  </a:cubicBezTo>
                  <a:cubicBezTo>
                    <a:pt x="127" y="176"/>
                    <a:pt x="127" y="176"/>
                    <a:pt x="127" y="176"/>
                  </a:cubicBezTo>
                  <a:cubicBezTo>
                    <a:pt x="127" y="137"/>
                    <a:pt x="127" y="137"/>
                    <a:pt x="127" y="137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3"/>
                    <a:pt x="137" y="143"/>
                    <a:pt x="137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ubicBezTo>
                    <a:pt x="138" y="143"/>
                    <a:pt x="138" y="143"/>
                    <a:pt x="138" y="143"/>
                  </a:cubicBezTo>
                  <a:close/>
                  <a:moveTo>
                    <a:pt x="127" y="255"/>
                  </a:moveTo>
                  <a:cubicBezTo>
                    <a:pt x="117" y="245"/>
                    <a:pt x="117" y="245"/>
                    <a:pt x="117" y="245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26" y="226"/>
                    <a:pt x="126" y="226"/>
                    <a:pt x="126" y="226"/>
                  </a:cubicBezTo>
                  <a:cubicBezTo>
                    <a:pt x="127" y="225"/>
                    <a:pt x="127" y="225"/>
                    <a:pt x="127" y="225"/>
                  </a:cubicBezTo>
                  <a:cubicBezTo>
                    <a:pt x="127" y="255"/>
                    <a:pt x="127" y="255"/>
                    <a:pt x="127" y="255"/>
                  </a:cubicBezTo>
                  <a:close/>
                  <a:moveTo>
                    <a:pt x="117" y="12"/>
                  </a:moveTo>
                  <a:cubicBezTo>
                    <a:pt x="127" y="3"/>
                    <a:pt x="127" y="3"/>
                    <a:pt x="127" y="3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7" y="46"/>
                    <a:pt x="127" y="46"/>
                    <a:pt x="127" y="46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17" y="61"/>
                    <a:pt x="117" y="61"/>
                    <a:pt x="117" y="61"/>
                  </a:cubicBezTo>
                  <a:cubicBezTo>
                    <a:pt x="117" y="12"/>
                    <a:pt x="117" y="12"/>
                    <a:pt x="117" y="12"/>
                  </a:cubicBezTo>
                  <a:close/>
                  <a:moveTo>
                    <a:pt x="127" y="83"/>
                  </a:moveTo>
                  <a:cubicBezTo>
                    <a:pt x="127" y="105"/>
                    <a:pt x="127" y="105"/>
                    <a:pt x="127" y="105"/>
                  </a:cubicBezTo>
                  <a:cubicBezTo>
                    <a:pt x="121" y="110"/>
                    <a:pt x="121" y="110"/>
                    <a:pt x="121" y="110"/>
                  </a:cubicBezTo>
                  <a:cubicBezTo>
                    <a:pt x="121" y="111"/>
                    <a:pt x="121" y="111"/>
                    <a:pt x="121" y="111"/>
                  </a:cubicBezTo>
                  <a:cubicBezTo>
                    <a:pt x="121" y="111"/>
                    <a:pt x="121" y="111"/>
                    <a:pt x="121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1"/>
                    <a:pt x="120" y="111"/>
                    <a:pt x="120" y="111"/>
                  </a:cubicBezTo>
                  <a:cubicBezTo>
                    <a:pt x="120" y="112"/>
                    <a:pt x="120" y="112"/>
                    <a:pt x="120" y="112"/>
                  </a:cubicBezTo>
                  <a:cubicBezTo>
                    <a:pt x="120" y="112"/>
                    <a:pt x="120" y="112"/>
                    <a:pt x="120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3"/>
                    <a:pt x="119" y="113"/>
                    <a:pt x="119" y="113"/>
                  </a:cubicBezTo>
                  <a:cubicBezTo>
                    <a:pt x="119" y="113"/>
                    <a:pt x="119" y="113"/>
                    <a:pt x="119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93"/>
                    <a:pt x="117" y="93"/>
                    <a:pt x="117" y="93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3" y="86"/>
                    <a:pt x="123" y="86"/>
                    <a:pt x="123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6"/>
                    <a:pt x="124" y="86"/>
                    <a:pt x="124" y="86"/>
                  </a:cubicBezTo>
                  <a:cubicBezTo>
                    <a:pt x="124" y="85"/>
                    <a:pt x="124" y="85"/>
                    <a:pt x="124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5"/>
                    <a:pt x="125" y="85"/>
                    <a:pt x="125" y="85"/>
                  </a:cubicBezTo>
                  <a:cubicBezTo>
                    <a:pt x="125" y="84"/>
                    <a:pt x="125" y="84"/>
                    <a:pt x="125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6" y="83"/>
                    <a:pt x="126" y="83"/>
                    <a:pt x="126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27" y="83"/>
                    <a:pt x="127" y="83"/>
                    <a:pt x="127" y="83"/>
                  </a:cubicBezTo>
                  <a:close/>
                  <a:moveTo>
                    <a:pt x="127" y="137"/>
                  </a:moveTo>
                  <a:cubicBezTo>
                    <a:pt x="127" y="176"/>
                    <a:pt x="127" y="176"/>
                    <a:pt x="127" y="176"/>
                  </a:cubicBezTo>
                  <a:cubicBezTo>
                    <a:pt x="127" y="176"/>
                    <a:pt x="127" y="176"/>
                    <a:pt x="127" y="176"/>
                  </a:cubicBezTo>
                  <a:cubicBezTo>
                    <a:pt x="127" y="176"/>
                    <a:pt x="127" y="176"/>
                    <a:pt x="127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6"/>
                    <a:pt x="126" y="176"/>
                    <a:pt x="126" y="176"/>
                  </a:cubicBezTo>
                  <a:cubicBezTo>
                    <a:pt x="126" y="177"/>
                    <a:pt x="126" y="177"/>
                    <a:pt x="126" y="177"/>
                  </a:cubicBezTo>
                  <a:cubicBezTo>
                    <a:pt x="126" y="177"/>
                    <a:pt x="126" y="177"/>
                    <a:pt x="126" y="177"/>
                  </a:cubicBezTo>
                  <a:cubicBezTo>
                    <a:pt x="126" y="177"/>
                    <a:pt x="126" y="177"/>
                    <a:pt x="126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7"/>
                    <a:pt x="125" y="177"/>
                    <a:pt x="125" y="177"/>
                  </a:cubicBezTo>
                  <a:cubicBezTo>
                    <a:pt x="125" y="178"/>
                    <a:pt x="125" y="178"/>
                    <a:pt x="125" y="178"/>
                  </a:cubicBezTo>
                  <a:cubicBezTo>
                    <a:pt x="125" y="178"/>
                    <a:pt x="125" y="178"/>
                    <a:pt x="125" y="178"/>
                  </a:cubicBezTo>
                  <a:cubicBezTo>
                    <a:pt x="125" y="178"/>
                    <a:pt x="125" y="178"/>
                    <a:pt x="125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8"/>
                    <a:pt x="124" y="178"/>
                    <a:pt x="124" y="178"/>
                  </a:cubicBezTo>
                  <a:cubicBezTo>
                    <a:pt x="124" y="179"/>
                    <a:pt x="124" y="179"/>
                    <a:pt x="124" y="179"/>
                  </a:cubicBezTo>
                  <a:cubicBezTo>
                    <a:pt x="124" y="179"/>
                    <a:pt x="124" y="179"/>
                    <a:pt x="124" y="179"/>
                  </a:cubicBezTo>
                  <a:cubicBezTo>
                    <a:pt x="123" y="179"/>
                    <a:pt x="123" y="179"/>
                    <a:pt x="123" y="179"/>
                  </a:cubicBezTo>
                  <a:cubicBezTo>
                    <a:pt x="117" y="185"/>
                    <a:pt x="117" y="185"/>
                    <a:pt x="117" y="185"/>
                  </a:cubicBezTo>
                  <a:cubicBezTo>
                    <a:pt x="117" y="164"/>
                    <a:pt x="117" y="164"/>
                    <a:pt x="117" y="164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7" y="127"/>
                    <a:pt x="117" y="127"/>
                    <a:pt x="117" y="127"/>
                  </a:cubicBezTo>
                  <a:lnTo>
                    <a:pt x="127" y="137"/>
                  </a:lnTo>
                  <a:close/>
                  <a:moveTo>
                    <a:pt x="117" y="245"/>
                  </a:moveTo>
                  <a:cubicBezTo>
                    <a:pt x="106" y="234"/>
                    <a:pt x="106" y="234"/>
                    <a:pt x="106" y="234"/>
                  </a:cubicBezTo>
                  <a:cubicBezTo>
                    <a:pt x="106" y="206"/>
                    <a:pt x="106" y="206"/>
                    <a:pt x="106" y="206"/>
                  </a:cubicBezTo>
                  <a:cubicBezTo>
                    <a:pt x="117" y="217"/>
                    <a:pt x="117" y="217"/>
                    <a:pt x="117" y="217"/>
                  </a:cubicBezTo>
                  <a:cubicBezTo>
                    <a:pt x="117" y="245"/>
                    <a:pt x="117" y="245"/>
                    <a:pt x="117" y="245"/>
                  </a:cubicBezTo>
                  <a:close/>
                  <a:moveTo>
                    <a:pt x="106" y="24"/>
                  </a:moveTo>
                  <a:cubicBezTo>
                    <a:pt x="117" y="12"/>
                    <a:pt x="117" y="12"/>
                    <a:pt x="117" y="12"/>
                  </a:cubicBezTo>
                  <a:cubicBezTo>
                    <a:pt x="117" y="61"/>
                    <a:pt x="117" y="61"/>
                    <a:pt x="117" y="61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108" y="52"/>
                    <a:pt x="108" y="52"/>
                    <a:pt x="108" y="52"/>
                  </a:cubicBezTo>
                  <a:cubicBezTo>
                    <a:pt x="108" y="53"/>
                    <a:pt x="108" y="53"/>
                    <a:pt x="108" y="53"/>
                  </a:cubicBezTo>
                  <a:cubicBezTo>
                    <a:pt x="108" y="53"/>
                    <a:pt x="108" y="53"/>
                    <a:pt x="108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3"/>
                    <a:pt x="107" y="53"/>
                    <a:pt x="107" y="53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7" y="54"/>
                    <a:pt x="107" y="54"/>
                    <a:pt x="107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6" y="24"/>
                    <a:pt x="106" y="24"/>
                    <a:pt x="106" y="24"/>
                  </a:cubicBezTo>
                  <a:close/>
                  <a:moveTo>
                    <a:pt x="117" y="93"/>
                  </a:moveTo>
                  <a:cubicBezTo>
                    <a:pt x="117" y="114"/>
                    <a:pt x="117" y="114"/>
                    <a:pt x="117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6" y="116"/>
                    <a:pt x="116" y="116"/>
                    <a:pt x="116" y="116"/>
                  </a:cubicBezTo>
                  <a:cubicBezTo>
                    <a:pt x="116" y="116"/>
                    <a:pt x="116" y="116"/>
                    <a:pt x="116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6"/>
                    <a:pt x="115" y="116"/>
                    <a:pt x="115" y="116"/>
                  </a:cubicBezTo>
                  <a:cubicBezTo>
                    <a:pt x="115" y="117"/>
                    <a:pt x="115" y="117"/>
                    <a:pt x="115" y="117"/>
                  </a:cubicBezTo>
                  <a:cubicBezTo>
                    <a:pt x="115" y="117"/>
                    <a:pt x="115" y="117"/>
                    <a:pt x="115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7"/>
                    <a:pt x="114" y="117"/>
                    <a:pt x="114" y="117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8"/>
                    <a:pt x="113" y="118"/>
                    <a:pt x="113" y="118"/>
                  </a:cubicBezTo>
                  <a:cubicBezTo>
                    <a:pt x="113" y="119"/>
                    <a:pt x="113" y="119"/>
                    <a:pt x="113" y="119"/>
                  </a:cubicBezTo>
                  <a:cubicBezTo>
                    <a:pt x="113" y="119"/>
                    <a:pt x="113" y="119"/>
                    <a:pt x="113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2" y="120"/>
                    <a:pt x="112" y="120"/>
                    <a:pt x="112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11" y="121"/>
                    <a:pt x="111" y="121"/>
                    <a:pt x="111" y="121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06" y="140"/>
                    <a:pt x="106" y="140"/>
                    <a:pt x="106" y="140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4"/>
                    <a:pt x="106" y="104"/>
                    <a:pt x="106" y="104"/>
                  </a:cubicBezTo>
                  <a:cubicBezTo>
                    <a:pt x="106" y="103"/>
                    <a:pt x="106" y="103"/>
                    <a:pt x="106" y="103"/>
                  </a:cubicBezTo>
                  <a:cubicBezTo>
                    <a:pt x="106" y="103"/>
                    <a:pt x="106" y="103"/>
                    <a:pt x="106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7" y="102"/>
                    <a:pt x="107" y="102"/>
                    <a:pt x="107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2"/>
                    <a:pt x="108" y="102"/>
                    <a:pt x="108" y="102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7" y="93"/>
                    <a:pt x="117" y="93"/>
                    <a:pt x="117" y="93"/>
                  </a:cubicBezTo>
                  <a:close/>
                  <a:moveTo>
                    <a:pt x="117" y="164"/>
                  </a:moveTo>
                  <a:cubicBezTo>
                    <a:pt x="117" y="185"/>
                    <a:pt x="117" y="185"/>
                    <a:pt x="117" y="185"/>
                  </a:cubicBezTo>
                  <a:cubicBezTo>
                    <a:pt x="106" y="196"/>
                    <a:pt x="106" y="196"/>
                    <a:pt x="106" y="196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13" y="168"/>
                    <a:pt x="113" y="168"/>
                    <a:pt x="113" y="168"/>
                  </a:cubicBezTo>
                  <a:lnTo>
                    <a:pt x="117" y="164"/>
                  </a:lnTo>
                  <a:close/>
                  <a:moveTo>
                    <a:pt x="106" y="234"/>
                  </a:moveTo>
                  <a:cubicBezTo>
                    <a:pt x="94" y="222"/>
                    <a:pt x="94" y="222"/>
                    <a:pt x="94" y="222"/>
                  </a:cubicBezTo>
                  <a:cubicBezTo>
                    <a:pt x="94" y="186"/>
                    <a:pt x="94" y="186"/>
                    <a:pt x="94" y="186"/>
                  </a:cubicBezTo>
                  <a:cubicBezTo>
                    <a:pt x="100" y="180"/>
                    <a:pt x="100" y="180"/>
                    <a:pt x="100" y="180"/>
                  </a:cubicBezTo>
                  <a:cubicBezTo>
                    <a:pt x="94" y="174"/>
                    <a:pt x="94" y="174"/>
                    <a:pt x="94" y="174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96"/>
                    <a:pt x="106" y="196"/>
                    <a:pt x="106" y="196"/>
                  </a:cubicBezTo>
                  <a:cubicBezTo>
                    <a:pt x="101" y="201"/>
                    <a:pt x="101" y="201"/>
                    <a:pt x="101" y="201"/>
                  </a:cubicBezTo>
                  <a:cubicBezTo>
                    <a:pt x="106" y="206"/>
                    <a:pt x="106" y="206"/>
                    <a:pt x="106" y="206"/>
                  </a:cubicBezTo>
                  <a:cubicBezTo>
                    <a:pt x="106" y="234"/>
                    <a:pt x="106" y="234"/>
                    <a:pt x="106" y="234"/>
                  </a:cubicBezTo>
                  <a:close/>
                  <a:moveTo>
                    <a:pt x="94" y="35"/>
                  </a:moveTo>
                  <a:cubicBezTo>
                    <a:pt x="106" y="24"/>
                    <a:pt x="106" y="24"/>
                    <a:pt x="106" y="24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7"/>
                    <a:pt x="103" y="57"/>
                    <a:pt x="103" y="57"/>
                  </a:cubicBezTo>
                  <a:cubicBezTo>
                    <a:pt x="103" y="58"/>
                    <a:pt x="103" y="58"/>
                    <a:pt x="103" y="58"/>
                  </a:cubicBezTo>
                  <a:cubicBezTo>
                    <a:pt x="103" y="58"/>
                    <a:pt x="103" y="58"/>
                    <a:pt x="103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59"/>
                    <a:pt x="101" y="59"/>
                    <a:pt x="101" y="59"/>
                  </a:cubicBezTo>
                  <a:cubicBezTo>
                    <a:pt x="101" y="60"/>
                    <a:pt x="101" y="60"/>
                    <a:pt x="101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35"/>
                    <a:pt x="94" y="35"/>
                    <a:pt x="94" y="35"/>
                  </a:cubicBezTo>
                  <a:close/>
                  <a:moveTo>
                    <a:pt x="106" y="104"/>
                  </a:moveTo>
                  <a:cubicBezTo>
                    <a:pt x="106" y="140"/>
                    <a:pt x="106" y="140"/>
                    <a:pt x="106" y="140"/>
                  </a:cubicBezTo>
                  <a:cubicBezTo>
                    <a:pt x="98" y="133"/>
                    <a:pt x="98" y="133"/>
                    <a:pt x="98" y="133"/>
                  </a:cubicBezTo>
                  <a:cubicBezTo>
                    <a:pt x="94" y="137"/>
                    <a:pt x="94" y="137"/>
                    <a:pt x="94" y="137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100" y="110"/>
                    <a:pt x="100" y="110"/>
                    <a:pt x="100" y="110"/>
                  </a:cubicBezTo>
                  <a:cubicBezTo>
                    <a:pt x="100" y="109"/>
                    <a:pt x="100" y="109"/>
                    <a:pt x="100" y="109"/>
                  </a:cubicBezTo>
                  <a:cubicBezTo>
                    <a:pt x="100" y="109"/>
                    <a:pt x="100" y="109"/>
                    <a:pt x="100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5" y="104"/>
                    <a:pt x="105" y="104"/>
                    <a:pt x="105" y="104"/>
                  </a:cubicBezTo>
                  <a:cubicBezTo>
                    <a:pt x="105" y="104"/>
                    <a:pt x="105" y="104"/>
                    <a:pt x="105" y="104"/>
                  </a:cubicBezTo>
                  <a:lnTo>
                    <a:pt x="106" y="104"/>
                  </a:lnTo>
                  <a:close/>
                  <a:moveTo>
                    <a:pt x="94" y="222"/>
                  </a:moveTo>
                  <a:cubicBezTo>
                    <a:pt x="81" y="210"/>
                    <a:pt x="81" y="210"/>
                    <a:pt x="81" y="210"/>
                  </a:cubicBezTo>
                  <a:cubicBezTo>
                    <a:pt x="81" y="181"/>
                    <a:pt x="81" y="181"/>
                    <a:pt x="81" y="181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94" y="186"/>
                    <a:pt x="94" y="186"/>
                    <a:pt x="94" y="186"/>
                  </a:cubicBezTo>
                  <a:cubicBezTo>
                    <a:pt x="94" y="222"/>
                    <a:pt x="94" y="222"/>
                    <a:pt x="94" y="222"/>
                  </a:cubicBezTo>
                  <a:close/>
                  <a:moveTo>
                    <a:pt x="81" y="48"/>
                  </a:moveTo>
                  <a:cubicBezTo>
                    <a:pt x="94" y="35"/>
                    <a:pt x="94" y="35"/>
                    <a:pt x="94" y="3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7"/>
                    <a:pt x="84" y="77"/>
                    <a:pt x="84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8"/>
                    <a:pt x="83" y="78"/>
                    <a:pt x="83" y="78"/>
                  </a:cubicBezTo>
                  <a:cubicBezTo>
                    <a:pt x="83" y="78"/>
                    <a:pt x="83" y="78"/>
                    <a:pt x="83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9"/>
                    <a:pt x="82" y="79"/>
                    <a:pt x="82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48"/>
                    <a:pt x="81" y="48"/>
                    <a:pt x="81" y="48"/>
                  </a:cubicBezTo>
                  <a:close/>
                  <a:moveTo>
                    <a:pt x="94" y="115"/>
                  </a:moveTo>
                  <a:cubicBezTo>
                    <a:pt x="94" y="137"/>
                    <a:pt x="94" y="137"/>
                    <a:pt x="94" y="137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4" y="174"/>
                    <a:pt x="94" y="174"/>
                    <a:pt x="94" y="174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8"/>
                    <a:pt x="82" y="128"/>
                    <a:pt x="82" y="128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2" y="127"/>
                    <a:pt x="82" y="127"/>
                    <a:pt x="82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3" y="126"/>
                    <a:pt x="83" y="126"/>
                    <a:pt x="83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4" y="125"/>
                    <a:pt x="84" y="125"/>
                    <a:pt x="84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85" y="125"/>
                    <a:pt x="85" y="125"/>
                    <a:pt x="85" y="125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5" y="124"/>
                    <a:pt x="85" y="124"/>
                    <a:pt x="85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88" y="122"/>
                    <a:pt x="88" y="122"/>
                    <a:pt x="88" y="122"/>
                  </a:cubicBezTo>
                  <a:lnTo>
                    <a:pt x="94" y="115"/>
                  </a:lnTo>
                  <a:close/>
                  <a:moveTo>
                    <a:pt x="81" y="210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1" y="79"/>
                    <a:pt x="81" y="79"/>
                    <a:pt x="81" y="79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1"/>
                    <a:pt x="80" y="81"/>
                    <a:pt x="80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79" y="82"/>
                    <a:pt x="79" y="82"/>
                    <a:pt x="79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6" y="84"/>
                    <a:pt x="76" y="84"/>
                    <a:pt x="76" y="84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7" y="103"/>
                    <a:pt x="57" y="103"/>
                    <a:pt x="57" y="103"/>
                  </a:cubicBezTo>
                  <a:cubicBezTo>
                    <a:pt x="56" y="103"/>
                    <a:pt x="56" y="103"/>
                    <a:pt x="56" y="103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5" y="104"/>
                    <a:pt x="55" y="104"/>
                    <a:pt x="55" y="104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5" y="105"/>
                    <a:pt x="55" y="105"/>
                    <a:pt x="55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5"/>
                    <a:pt x="54" y="105"/>
                    <a:pt x="54" y="105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4" y="106"/>
                    <a:pt x="54" y="106"/>
                    <a:pt x="54" y="106"/>
                  </a:cubicBezTo>
                  <a:cubicBezTo>
                    <a:pt x="53" y="106"/>
                    <a:pt x="53" y="106"/>
                    <a:pt x="53" y="106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38" y="138"/>
                    <a:pt x="47" y="146"/>
                    <a:pt x="55" y="155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76" y="155"/>
                    <a:pt x="76" y="155"/>
                    <a:pt x="76" y="155"/>
                  </a:cubicBezTo>
                  <a:cubicBezTo>
                    <a:pt x="72" y="159"/>
                    <a:pt x="69" y="162"/>
                    <a:pt x="66" y="165"/>
                  </a:cubicBezTo>
                  <a:cubicBezTo>
                    <a:pt x="81" y="181"/>
                    <a:pt x="81" y="181"/>
                    <a:pt x="81" y="181"/>
                  </a:cubicBezTo>
                  <a:lnTo>
                    <a:pt x="81" y="2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5" name="íslidé"/>
            <p:cNvSpPr/>
            <p:nvPr/>
          </p:nvSpPr>
          <p:spPr bwMode="auto">
            <a:xfrm flipH="1">
              <a:off x="4582110" y="3055278"/>
              <a:ext cx="439048" cy="426417"/>
            </a:xfrm>
            <a:custGeom>
              <a:avLst/>
              <a:gdLst>
                <a:gd name="T0" fmla="*/ 213 w 262"/>
                <a:gd name="T1" fmla="*/ 161 h 261"/>
                <a:gd name="T2" fmla="*/ 223 w 262"/>
                <a:gd name="T3" fmla="*/ 132 h 261"/>
                <a:gd name="T4" fmla="*/ 234 w 262"/>
                <a:gd name="T5" fmla="*/ 98 h 261"/>
                <a:gd name="T6" fmla="*/ 213 w 262"/>
                <a:gd name="T7" fmla="*/ 50 h 261"/>
                <a:gd name="T8" fmla="*/ 210 w 262"/>
                <a:gd name="T9" fmla="*/ 90 h 261"/>
                <a:gd name="T10" fmla="*/ 198 w 262"/>
                <a:gd name="T11" fmla="*/ 124 h 261"/>
                <a:gd name="T12" fmla="*/ 189 w 262"/>
                <a:gd name="T13" fmla="*/ 150 h 261"/>
                <a:gd name="T14" fmla="*/ 189 w 262"/>
                <a:gd name="T15" fmla="*/ 66 h 261"/>
                <a:gd name="T16" fmla="*/ 189 w 262"/>
                <a:gd name="T17" fmla="*/ 258 h 261"/>
                <a:gd name="T18" fmla="*/ 189 w 262"/>
                <a:gd name="T19" fmla="*/ 197 h 261"/>
                <a:gd name="T20" fmla="*/ 189 w 262"/>
                <a:gd name="T21" fmla="*/ 159 h 261"/>
                <a:gd name="T22" fmla="*/ 143 w 262"/>
                <a:gd name="T23" fmla="*/ 26 h 261"/>
                <a:gd name="T24" fmla="*/ 180 w 262"/>
                <a:gd name="T25" fmla="*/ 62 h 261"/>
                <a:gd name="T26" fmla="*/ 187 w 262"/>
                <a:gd name="T27" fmla="*/ 158 h 261"/>
                <a:gd name="T28" fmla="*/ 175 w 262"/>
                <a:gd name="T29" fmla="*/ 192 h 261"/>
                <a:gd name="T30" fmla="*/ 164 w 262"/>
                <a:gd name="T31" fmla="*/ 226 h 261"/>
                <a:gd name="T32" fmla="*/ 143 w 262"/>
                <a:gd name="T33" fmla="*/ 242 h 261"/>
                <a:gd name="T34" fmla="*/ 146 w 262"/>
                <a:gd name="T35" fmla="*/ 165 h 261"/>
                <a:gd name="T36" fmla="*/ 143 w 262"/>
                <a:gd name="T37" fmla="*/ 126 h 261"/>
                <a:gd name="T38" fmla="*/ 143 w 262"/>
                <a:gd name="T39" fmla="*/ 88 h 261"/>
                <a:gd name="T40" fmla="*/ 145 w 262"/>
                <a:gd name="T41" fmla="*/ 51 h 261"/>
                <a:gd name="T42" fmla="*/ 143 w 262"/>
                <a:gd name="T43" fmla="*/ 26 h 261"/>
                <a:gd name="T44" fmla="*/ 143 w 262"/>
                <a:gd name="T45" fmla="*/ 88 h 261"/>
                <a:gd name="T46" fmla="*/ 143 w 262"/>
                <a:gd name="T47" fmla="*/ 126 h 261"/>
                <a:gd name="T48" fmla="*/ 129 w 262"/>
                <a:gd name="T49" fmla="*/ 63 h 261"/>
                <a:gd name="T50" fmla="*/ 143 w 262"/>
                <a:gd name="T51" fmla="*/ 242 h 261"/>
                <a:gd name="T52" fmla="*/ 119 w 262"/>
                <a:gd name="T53" fmla="*/ 194 h 261"/>
                <a:gd name="T54" fmla="*/ 119 w 262"/>
                <a:gd name="T55" fmla="*/ 156 h 261"/>
                <a:gd name="T56" fmla="*/ 143 w 262"/>
                <a:gd name="T57" fmla="*/ 172 h 261"/>
                <a:gd name="T58" fmla="*/ 96 w 262"/>
                <a:gd name="T59" fmla="*/ 11 h 261"/>
                <a:gd name="T60" fmla="*/ 105 w 262"/>
                <a:gd name="T61" fmla="*/ 54 h 261"/>
                <a:gd name="T62" fmla="*/ 119 w 262"/>
                <a:gd name="T63" fmla="*/ 135 h 261"/>
                <a:gd name="T64" fmla="*/ 119 w 262"/>
                <a:gd name="T65" fmla="*/ 173 h 261"/>
                <a:gd name="T66" fmla="*/ 96 w 262"/>
                <a:gd name="T67" fmla="*/ 128 h 261"/>
                <a:gd name="T68" fmla="*/ 96 w 262"/>
                <a:gd name="T69" fmla="*/ 43 h 261"/>
                <a:gd name="T70" fmla="*/ 119 w 262"/>
                <a:gd name="T71" fmla="*/ 235 h 261"/>
                <a:gd name="T72" fmla="*/ 118 w 262"/>
                <a:gd name="T73" fmla="*/ 211 h 261"/>
                <a:gd name="T74" fmla="*/ 96 w 262"/>
                <a:gd name="T75" fmla="*/ 11 h 261"/>
                <a:gd name="T76" fmla="*/ 73 w 262"/>
                <a:gd name="T77" fmla="*/ 3 h 261"/>
                <a:gd name="T78" fmla="*/ 83 w 262"/>
                <a:gd name="T79" fmla="*/ 199 h 261"/>
                <a:gd name="T80" fmla="*/ 83 w 262"/>
                <a:gd name="T81" fmla="*/ 85 h 261"/>
                <a:gd name="T82" fmla="*/ 94 w 262"/>
                <a:gd name="T83" fmla="*/ 51 h 261"/>
                <a:gd name="T84" fmla="*/ 82 w 262"/>
                <a:gd name="T85" fmla="*/ 123 h 261"/>
                <a:gd name="T86" fmla="*/ 96 w 262"/>
                <a:gd name="T87" fmla="*/ 203 h 261"/>
                <a:gd name="T88" fmla="*/ 73 w 262"/>
                <a:gd name="T89" fmla="*/ 3 h 261"/>
                <a:gd name="T90" fmla="*/ 73 w 262"/>
                <a:gd name="T91" fmla="*/ 64 h 261"/>
                <a:gd name="T92" fmla="*/ 73 w 262"/>
                <a:gd name="T93" fmla="*/ 178 h 261"/>
                <a:gd name="T94" fmla="*/ 73 w 262"/>
                <a:gd name="T95" fmla="*/ 219 h 261"/>
                <a:gd name="T96" fmla="*/ 53 w 262"/>
                <a:gd name="T97" fmla="*/ 172 h 261"/>
                <a:gd name="T98" fmla="*/ 65 w 262"/>
                <a:gd name="T99" fmla="*/ 138 h 261"/>
                <a:gd name="T100" fmla="*/ 0 w 262"/>
                <a:gd name="T101" fmla="*/ 195 h 261"/>
                <a:gd name="T102" fmla="*/ 39 w 262"/>
                <a:gd name="T103" fmla="*/ 146 h 261"/>
                <a:gd name="T104" fmla="*/ 39 w 262"/>
                <a:gd name="T105" fmla="*/ 184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62" h="261">
                  <a:moveTo>
                    <a:pt x="213" y="50"/>
                  </a:moveTo>
                  <a:cubicBezTo>
                    <a:pt x="262" y="66"/>
                    <a:pt x="262" y="66"/>
                    <a:pt x="262" y="66"/>
                  </a:cubicBezTo>
                  <a:cubicBezTo>
                    <a:pt x="213" y="212"/>
                    <a:pt x="213" y="212"/>
                    <a:pt x="213" y="212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6" y="151"/>
                    <a:pt x="216" y="151"/>
                    <a:pt x="216" y="151"/>
                  </a:cubicBezTo>
                  <a:cubicBezTo>
                    <a:pt x="213" y="149"/>
                    <a:pt x="213" y="149"/>
                    <a:pt x="213" y="149"/>
                  </a:cubicBezTo>
                  <a:cubicBezTo>
                    <a:pt x="213" y="129"/>
                    <a:pt x="213" y="129"/>
                    <a:pt x="213" y="129"/>
                  </a:cubicBezTo>
                  <a:cubicBezTo>
                    <a:pt x="223" y="132"/>
                    <a:pt x="223" y="132"/>
                    <a:pt x="223" y="132"/>
                  </a:cubicBezTo>
                  <a:cubicBezTo>
                    <a:pt x="224" y="127"/>
                    <a:pt x="226" y="122"/>
                    <a:pt x="228" y="117"/>
                  </a:cubicBezTo>
                  <a:cubicBezTo>
                    <a:pt x="213" y="112"/>
                    <a:pt x="213" y="112"/>
                    <a:pt x="213" y="112"/>
                  </a:cubicBezTo>
                  <a:cubicBezTo>
                    <a:pt x="213" y="91"/>
                    <a:pt x="213" y="91"/>
                    <a:pt x="213" y="91"/>
                  </a:cubicBezTo>
                  <a:cubicBezTo>
                    <a:pt x="234" y="98"/>
                    <a:pt x="234" y="98"/>
                    <a:pt x="234" y="98"/>
                  </a:cubicBezTo>
                  <a:cubicBezTo>
                    <a:pt x="236" y="93"/>
                    <a:pt x="238" y="88"/>
                    <a:pt x="239" y="82"/>
                  </a:cubicBezTo>
                  <a:cubicBezTo>
                    <a:pt x="231" y="80"/>
                    <a:pt x="223" y="77"/>
                    <a:pt x="215" y="74"/>
                  </a:cubicBezTo>
                  <a:cubicBezTo>
                    <a:pt x="213" y="80"/>
                    <a:pt x="213" y="80"/>
                    <a:pt x="213" y="80"/>
                  </a:cubicBezTo>
                  <a:lnTo>
                    <a:pt x="213" y="50"/>
                  </a:lnTo>
                  <a:close/>
                  <a:moveTo>
                    <a:pt x="189" y="42"/>
                  </a:moveTo>
                  <a:cubicBezTo>
                    <a:pt x="213" y="50"/>
                    <a:pt x="213" y="50"/>
                    <a:pt x="213" y="50"/>
                  </a:cubicBezTo>
                  <a:cubicBezTo>
                    <a:pt x="213" y="80"/>
                    <a:pt x="213" y="80"/>
                    <a:pt x="213" y="80"/>
                  </a:cubicBezTo>
                  <a:cubicBezTo>
                    <a:pt x="210" y="90"/>
                    <a:pt x="210" y="90"/>
                    <a:pt x="210" y="90"/>
                  </a:cubicBezTo>
                  <a:cubicBezTo>
                    <a:pt x="213" y="91"/>
                    <a:pt x="213" y="91"/>
                    <a:pt x="213" y="91"/>
                  </a:cubicBezTo>
                  <a:cubicBezTo>
                    <a:pt x="213" y="112"/>
                    <a:pt x="213" y="112"/>
                    <a:pt x="213" y="112"/>
                  </a:cubicBezTo>
                  <a:cubicBezTo>
                    <a:pt x="203" y="108"/>
                    <a:pt x="203" y="108"/>
                    <a:pt x="203" y="108"/>
                  </a:cubicBezTo>
                  <a:cubicBezTo>
                    <a:pt x="202" y="113"/>
                    <a:pt x="200" y="119"/>
                    <a:pt x="198" y="124"/>
                  </a:cubicBezTo>
                  <a:cubicBezTo>
                    <a:pt x="213" y="129"/>
                    <a:pt x="213" y="129"/>
                    <a:pt x="213" y="129"/>
                  </a:cubicBezTo>
                  <a:cubicBezTo>
                    <a:pt x="213" y="149"/>
                    <a:pt x="213" y="149"/>
                    <a:pt x="213" y="149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89" y="83"/>
                    <a:pt x="189" y="83"/>
                    <a:pt x="189" y="83"/>
                  </a:cubicBezTo>
                  <a:cubicBezTo>
                    <a:pt x="199" y="86"/>
                    <a:pt x="199" y="86"/>
                    <a:pt x="199" y="86"/>
                  </a:cubicBezTo>
                  <a:cubicBezTo>
                    <a:pt x="201" y="81"/>
                    <a:pt x="203" y="76"/>
                    <a:pt x="204" y="71"/>
                  </a:cubicBezTo>
                  <a:cubicBezTo>
                    <a:pt x="189" y="66"/>
                    <a:pt x="189" y="66"/>
                    <a:pt x="189" y="66"/>
                  </a:cubicBezTo>
                  <a:cubicBezTo>
                    <a:pt x="189" y="42"/>
                    <a:pt x="189" y="42"/>
                    <a:pt x="189" y="42"/>
                  </a:cubicBezTo>
                  <a:close/>
                  <a:moveTo>
                    <a:pt x="213" y="212"/>
                  </a:moveTo>
                  <a:cubicBezTo>
                    <a:pt x="197" y="261"/>
                    <a:pt x="197" y="261"/>
                    <a:pt x="197" y="261"/>
                  </a:cubicBezTo>
                  <a:cubicBezTo>
                    <a:pt x="189" y="258"/>
                    <a:pt x="189" y="258"/>
                    <a:pt x="189" y="258"/>
                  </a:cubicBezTo>
                  <a:cubicBezTo>
                    <a:pt x="189" y="231"/>
                    <a:pt x="189" y="231"/>
                    <a:pt x="189" y="231"/>
                  </a:cubicBezTo>
                  <a:cubicBezTo>
                    <a:pt x="194" y="219"/>
                    <a:pt x="194" y="219"/>
                    <a:pt x="194" y="219"/>
                  </a:cubicBezTo>
                  <a:cubicBezTo>
                    <a:pt x="189" y="217"/>
                    <a:pt x="189" y="217"/>
                    <a:pt x="189" y="217"/>
                  </a:cubicBezTo>
                  <a:cubicBezTo>
                    <a:pt x="189" y="197"/>
                    <a:pt x="189" y="197"/>
                    <a:pt x="189" y="197"/>
                  </a:cubicBezTo>
                  <a:cubicBezTo>
                    <a:pt x="200" y="200"/>
                    <a:pt x="200" y="200"/>
                    <a:pt x="200" y="200"/>
                  </a:cubicBezTo>
                  <a:cubicBezTo>
                    <a:pt x="202" y="195"/>
                    <a:pt x="203" y="190"/>
                    <a:pt x="205" y="185"/>
                  </a:cubicBezTo>
                  <a:cubicBezTo>
                    <a:pt x="189" y="179"/>
                    <a:pt x="189" y="179"/>
                    <a:pt x="189" y="179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211" y="166"/>
                    <a:pt x="211" y="166"/>
                    <a:pt x="211" y="166"/>
                  </a:cubicBezTo>
                  <a:cubicBezTo>
                    <a:pt x="213" y="161"/>
                    <a:pt x="213" y="161"/>
                    <a:pt x="213" y="161"/>
                  </a:cubicBezTo>
                  <a:lnTo>
                    <a:pt x="213" y="212"/>
                  </a:lnTo>
                  <a:close/>
                  <a:moveTo>
                    <a:pt x="143" y="26"/>
                  </a:moveTo>
                  <a:cubicBezTo>
                    <a:pt x="164" y="33"/>
                    <a:pt x="164" y="33"/>
                    <a:pt x="164" y="33"/>
                  </a:cubicBezTo>
                  <a:cubicBezTo>
                    <a:pt x="189" y="42"/>
                    <a:pt x="189" y="42"/>
                    <a:pt x="189" y="42"/>
                  </a:cubicBezTo>
                  <a:cubicBezTo>
                    <a:pt x="189" y="66"/>
                    <a:pt x="189" y="66"/>
                    <a:pt x="189" y="66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8" y="68"/>
                    <a:pt x="176" y="73"/>
                    <a:pt x="175" y="78"/>
                  </a:cubicBezTo>
                  <a:cubicBezTo>
                    <a:pt x="189" y="83"/>
                    <a:pt x="189" y="83"/>
                    <a:pt x="189" y="83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87" y="158"/>
                    <a:pt x="187" y="158"/>
                    <a:pt x="187" y="158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89" y="179"/>
                    <a:pt x="189" y="179"/>
                    <a:pt x="189" y="179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79" y="182"/>
                    <a:pt x="177" y="187"/>
                    <a:pt x="175" y="192"/>
                  </a:cubicBezTo>
                  <a:cubicBezTo>
                    <a:pt x="189" y="197"/>
                    <a:pt x="189" y="197"/>
                    <a:pt x="189" y="197"/>
                  </a:cubicBezTo>
                  <a:cubicBezTo>
                    <a:pt x="189" y="217"/>
                    <a:pt x="189" y="217"/>
                    <a:pt x="189" y="217"/>
                  </a:cubicBezTo>
                  <a:cubicBezTo>
                    <a:pt x="169" y="211"/>
                    <a:pt x="169" y="211"/>
                    <a:pt x="169" y="211"/>
                  </a:cubicBezTo>
                  <a:cubicBezTo>
                    <a:pt x="167" y="216"/>
                    <a:pt x="166" y="221"/>
                    <a:pt x="164" y="226"/>
                  </a:cubicBezTo>
                  <a:cubicBezTo>
                    <a:pt x="172" y="229"/>
                    <a:pt x="180" y="231"/>
                    <a:pt x="188" y="234"/>
                  </a:cubicBezTo>
                  <a:cubicBezTo>
                    <a:pt x="189" y="231"/>
                    <a:pt x="189" y="231"/>
                    <a:pt x="189" y="231"/>
                  </a:cubicBezTo>
                  <a:cubicBezTo>
                    <a:pt x="189" y="258"/>
                    <a:pt x="189" y="258"/>
                    <a:pt x="189" y="258"/>
                  </a:cubicBezTo>
                  <a:cubicBezTo>
                    <a:pt x="143" y="242"/>
                    <a:pt x="143" y="242"/>
                    <a:pt x="143" y="242"/>
                  </a:cubicBezTo>
                  <a:cubicBezTo>
                    <a:pt x="143" y="181"/>
                    <a:pt x="143" y="181"/>
                    <a:pt x="143" y="181"/>
                  </a:cubicBezTo>
                  <a:cubicBezTo>
                    <a:pt x="165" y="188"/>
                    <a:pt x="165" y="188"/>
                    <a:pt x="165" y="188"/>
                  </a:cubicBezTo>
                  <a:cubicBezTo>
                    <a:pt x="166" y="183"/>
                    <a:pt x="168" y="178"/>
                    <a:pt x="170" y="173"/>
                  </a:cubicBezTo>
                  <a:cubicBezTo>
                    <a:pt x="162" y="170"/>
                    <a:pt x="154" y="167"/>
                    <a:pt x="146" y="165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3" y="105"/>
                    <a:pt x="143" y="105"/>
                    <a:pt x="143" y="105"/>
                  </a:cubicBezTo>
                  <a:cubicBezTo>
                    <a:pt x="153" y="108"/>
                    <a:pt x="153" y="108"/>
                    <a:pt x="153" y="108"/>
                  </a:cubicBezTo>
                  <a:cubicBezTo>
                    <a:pt x="154" y="103"/>
                    <a:pt x="156" y="98"/>
                    <a:pt x="158" y="93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43" y="67"/>
                    <a:pt x="143" y="67"/>
                    <a:pt x="143" y="67"/>
                  </a:cubicBezTo>
                  <a:cubicBezTo>
                    <a:pt x="164" y="74"/>
                    <a:pt x="164" y="74"/>
                    <a:pt x="164" y="74"/>
                  </a:cubicBezTo>
                  <a:cubicBezTo>
                    <a:pt x="166" y="69"/>
                    <a:pt x="168" y="64"/>
                    <a:pt x="169" y="59"/>
                  </a:cubicBezTo>
                  <a:cubicBezTo>
                    <a:pt x="161" y="56"/>
                    <a:pt x="153" y="53"/>
                    <a:pt x="145" y="51"/>
                  </a:cubicBezTo>
                  <a:cubicBezTo>
                    <a:pt x="143" y="56"/>
                    <a:pt x="143" y="56"/>
                    <a:pt x="143" y="56"/>
                  </a:cubicBezTo>
                  <a:lnTo>
                    <a:pt x="143" y="26"/>
                  </a:lnTo>
                  <a:close/>
                  <a:moveTo>
                    <a:pt x="119" y="19"/>
                  </a:moveTo>
                  <a:cubicBezTo>
                    <a:pt x="143" y="26"/>
                    <a:pt x="143" y="26"/>
                    <a:pt x="143" y="26"/>
                  </a:cubicBezTo>
                  <a:cubicBezTo>
                    <a:pt x="143" y="56"/>
                    <a:pt x="143" y="56"/>
                    <a:pt x="143" y="56"/>
                  </a:cubicBezTo>
                  <a:cubicBezTo>
                    <a:pt x="140" y="66"/>
                    <a:pt x="140" y="66"/>
                    <a:pt x="140" y="66"/>
                  </a:cubicBezTo>
                  <a:cubicBezTo>
                    <a:pt x="143" y="67"/>
                    <a:pt x="143" y="67"/>
                    <a:pt x="143" y="67"/>
                  </a:cubicBezTo>
                  <a:cubicBezTo>
                    <a:pt x="143" y="88"/>
                    <a:pt x="143" y="88"/>
                    <a:pt x="143" y="88"/>
                  </a:cubicBezTo>
                  <a:cubicBezTo>
                    <a:pt x="133" y="85"/>
                    <a:pt x="133" y="85"/>
                    <a:pt x="133" y="85"/>
                  </a:cubicBezTo>
                  <a:cubicBezTo>
                    <a:pt x="132" y="90"/>
                    <a:pt x="130" y="95"/>
                    <a:pt x="128" y="100"/>
                  </a:cubicBezTo>
                  <a:cubicBezTo>
                    <a:pt x="143" y="105"/>
                    <a:pt x="143" y="105"/>
                    <a:pt x="143" y="105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22" y="119"/>
                    <a:pt x="122" y="119"/>
                    <a:pt x="122" y="119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19" y="59"/>
                    <a:pt x="119" y="59"/>
                    <a:pt x="119" y="59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31" y="57"/>
                    <a:pt x="132" y="52"/>
                    <a:pt x="134" y="47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9" y="19"/>
                    <a:pt x="119" y="19"/>
                    <a:pt x="119" y="19"/>
                  </a:cubicBezTo>
                  <a:close/>
                  <a:moveTo>
                    <a:pt x="143" y="242"/>
                  </a:moveTo>
                  <a:cubicBezTo>
                    <a:pt x="119" y="235"/>
                    <a:pt x="119" y="235"/>
                    <a:pt x="119" y="235"/>
                  </a:cubicBezTo>
                  <a:cubicBezTo>
                    <a:pt x="119" y="207"/>
                    <a:pt x="119" y="207"/>
                    <a:pt x="119" y="207"/>
                  </a:cubicBezTo>
                  <a:cubicBezTo>
                    <a:pt x="123" y="195"/>
                    <a:pt x="123" y="195"/>
                    <a:pt x="123" y="195"/>
                  </a:cubicBezTo>
                  <a:cubicBezTo>
                    <a:pt x="119" y="194"/>
                    <a:pt x="119" y="194"/>
                    <a:pt x="119" y="194"/>
                  </a:cubicBezTo>
                  <a:cubicBezTo>
                    <a:pt x="119" y="173"/>
                    <a:pt x="119" y="173"/>
                    <a:pt x="119" y="173"/>
                  </a:cubicBezTo>
                  <a:cubicBezTo>
                    <a:pt x="130" y="177"/>
                    <a:pt x="130" y="177"/>
                    <a:pt x="130" y="177"/>
                  </a:cubicBezTo>
                  <a:cubicBezTo>
                    <a:pt x="131" y="171"/>
                    <a:pt x="133" y="166"/>
                    <a:pt x="135" y="161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41" y="142"/>
                    <a:pt x="141" y="142"/>
                    <a:pt x="141" y="142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3" y="172"/>
                    <a:pt x="143" y="172"/>
                    <a:pt x="143" y="172"/>
                  </a:cubicBezTo>
                  <a:cubicBezTo>
                    <a:pt x="140" y="180"/>
                    <a:pt x="140" y="180"/>
                    <a:pt x="140" y="180"/>
                  </a:cubicBezTo>
                  <a:cubicBezTo>
                    <a:pt x="143" y="181"/>
                    <a:pt x="143" y="181"/>
                    <a:pt x="143" y="181"/>
                  </a:cubicBezTo>
                  <a:lnTo>
                    <a:pt x="143" y="242"/>
                  </a:lnTo>
                  <a:close/>
                  <a:moveTo>
                    <a:pt x="96" y="11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8" y="44"/>
                    <a:pt x="106" y="49"/>
                    <a:pt x="105" y="54"/>
                  </a:cubicBezTo>
                  <a:cubicBezTo>
                    <a:pt x="119" y="59"/>
                    <a:pt x="119" y="59"/>
                    <a:pt x="119" y="59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17" y="134"/>
                    <a:pt x="117" y="134"/>
                    <a:pt x="117" y="134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19" y="156"/>
                    <a:pt x="119" y="156"/>
                    <a:pt x="119" y="156"/>
                  </a:cubicBezTo>
                  <a:cubicBezTo>
                    <a:pt x="110" y="153"/>
                    <a:pt x="110" y="153"/>
                    <a:pt x="110" y="153"/>
                  </a:cubicBezTo>
                  <a:cubicBezTo>
                    <a:pt x="109" y="158"/>
                    <a:pt x="107" y="163"/>
                    <a:pt x="105" y="168"/>
                  </a:cubicBezTo>
                  <a:cubicBezTo>
                    <a:pt x="119" y="173"/>
                    <a:pt x="119" y="173"/>
                    <a:pt x="119" y="173"/>
                  </a:cubicBezTo>
                  <a:cubicBezTo>
                    <a:pt x="119" y="194"/>
                    <a:pt x="119" y="194"/>
                    <a:pt x="119" y="194"/>
                  </a:cubicBezTo>
                  <a:cubicBezTo>
                    <a:pt x="99" y="187"/>
                    <a:pt x="99" y="187"/>
                    <a:pt x="99" y="187"/>
                  </a:cubicBezTo>
                  <a:cubicBezTo>
                    <a:pt x="96" y="195"/>
                    <a:pt x="96" y="195"/>
                    <a:pt x="96" y="195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8" y="126"/>
                    <a:pt x="110" y="120"/>
                    <a:pt x="111" y="115"/>
                  </a:cubicBezTo>
                  <a:cubicBezTo>
                    <a:pt x="96" y="110"/>
                    <a:pt x="96" y="110"/>
                    <a:pt x="96" y="110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99" y="35"/>
                    <a:pt x="99" y="35"/>
                    <a:pt x="99" y="35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11"/>
                    <a:pt x="96" y="11"/>
                    <a:pt x="96" y="11"/>
                  </a:cubicBezTo>
                  <a:close/>
                  <a:moveTo>
                    <a:pt x="119" y="235"/>
                  </a:moveTo>
                  <a:cubicBezTo>
                    <a:pt x="99" y="228"/>
                    <a:pt x="99" y="228"/>
                    <a:pt x="99" y="228"/>
                  </a:cubicBezTo>
                  <a:cubicBezTo>
                    <a:pt x="96" y="227"/>
                    <a:pt x="96" y="227"/>
                    <a:pt x="96" y="227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118" y="211"/>
                    <a:pt x="118" y="211"/>
                    <a:pt x="118" y="211"/>
                  </a:cubicBezTo>
                  <a:cubicBezTo>
                    <a:pt x="119" y="207"/>
                    <a:pt x="119" y="207"/>
                    <a:pt x="119" y="207"/>
                  </a:cubicBezTo>
                  <a:lnTo>
                    <a:pt x="119" y="235"/>
                  </a:lnTo>
                  <a:close/>
                  <a:moveTo>
                    <a:pt x="73" y="3"/>
                  </a:moveTo>
                  <a:cubicBezTo>
                    <a:pt x="96" y="11"/>
                    <a:pt x="96" y="11"/>
                    <a:pt x="96" y="11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3"/>
                    <a:pt x="73" y="3"/>
                    <a:pt x="73" y="3"/>
                  </a:cubicBezTo>
                  <a:close/>
                  <a:moveTo>
                    <a:pt x="96" y="227"/>
                  </a:moveTo>
                  <a:cubicBezTo>
                    <a:pt x="73" y="219"/>
                    <a:pt x="73" y="219"/>
                    <a:pt x="73" y="219"/>
                  </a:cubicBezTo>
                  <a:cubicBezTo>
                    <a:pt x="73" y="195"/>
                    <a:pt x="73" y="195"/>
                    <a:pt x="73" y="195"/>
                  </a:cubicBezTo>
                  <a:cubicBezTo>
                    <a:pt x="83" y="199"/>
                    <a:pt x="83" y="199"/>
                    <a:pt x="83" y="199"/>
                  </a:cubicBezTo>
                  <a:cubicBezTo>
                    <a:pt x="85" y="194"/>
                    <a:pt x="87" y="189"/>
                    <a:pt x="88" y="184"/>
                  </a:cubicBezTo>
                  <a:cubicBezTo>
                    <a:pt x="73" y="178"/>
                    <a:pt x="73" y="178"/>
                    <a:pt x="73" y="178"/>
                  </a:cubicBezTo>
                  <a:cubicBezTo>
                    <a:pt x="73" y="82"/>
                    <a:pt x="73" y="82"/>
                    <a:pt x="73" y="82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4" y="80"/>
                    <a:pt x="86" y="75"/>
                    <a:pt x="88" y="69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96" y="110"/>
                    <a:pt x="96" y="110"/>
                    <a:pt x="96" y="110"/>
                  </a:cubicBezTo>
                  <a:cubicBezTo>
                    <a:pt x="87" y="107"/>
                    <a:pt x="87" y="107"/>
                    <a:pt x="87" y="107"/>
                  </a:cubicBezTo>
                  <a:cubicBezTo>
                    <a:pt x="85" y="112"/>
                    <a:pt x="83" y="117"/>
                    <a:pt x="82" y="123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96" y="195"/>
                    <a:pt x="96" y="195"/>
                    <a:pt x="96" y="195"/>
                  </a:cubicBezTo>
                  <a:cubicBezTo>
                    <a:pt x="94" y="202"/>
                    <a:pt x="94" y="202"/>
                    <a:pt x="94" y="202"/>
                  </a:cubicBezTo>
                  <a:cubicBezTo>
                    <a:pt x="96" y="203"/>
                    <a:pt x="96" y="203"/>
                    <a:pt x="96" y="203"/>
                  </a:cubicBezTo>
                  <a:lnTo>
                    <a:pt x="96" y="227"/>
                  </a:lnTo>
                  <a:close/>
                  <a:moveTo>
                    <a:pt x="39" y="81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73" y="3"/>
                    <a:pt x="73" y="3"/>
                    <a:pt x="73" y="3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63" y="61"/>
                    <a:pt x="63" y="61"/>
                    <a:pt x="63" y="61"/>
                  </a:cubicBezTo>
                  <a:cubicBezTo>
                    <a:pt x="62" y="66"/>
                    <a:pt x="60" y="72"/>
                    <a:pt x="58" y="77"/>
                  </a:cubicBezTo>
                  <a:cubicBezTo>
                    <a:pt x="73" y="82"/>
                    <a:pt x="73" y="82"/>
                    <a:pt x="73" y="82"/>
                  </a:cubicBezTo>
                  <a:cubicBezTo>
                    <a:pt x="73" y="178"/>
                    <a:pt x="73" y="178"/>
                    <a:pt x="73" y="178"/>
                  </a:cubicBezTo>
                  <a:cubicBezTo>
                    <a:pt x="64" y="175"/>
                    <a:pt x="64" y="175"/>
                    <a:pt x="64" y="175"/>
                  </a:cubicBezTo>
                  <a:cubicBezTo>
                    <a:pt x="62" y="181"/>
                    <a:pt x="60" y="186"/>
                    <a:pt x="59" y="191"/>
                  </a:cubicBezTo>
                  <a:cubicBezTo>
                    <a:pt x="73" y="195"/>
                    <a:pt x="73" y="195"/>
                    <a:pt x="73" y="195"/>
                  </a:cubicBezTo>
                  <a:cubicBezTo>
                    <a:pt x="73" y="219"/>
                    <a:pt x="73" y="219"/>
                    <a:pt x="73" y="219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50" y="182"/>
                    <a:pt x="52" y="177"/>
                    <a:pt x="53" y="172"/>
                  </a:cubicBezTo>
                  <a:cubicBezTo>
                    <a:pt x="39" y="167"/>
                    <a:pt x="39" y="167"/>
                    <a:pt x="39" y="167"/>
                  </a:cubicBezTo>
                  <a:cubicBezTo>
                    <a:pt x="39" y="146"/>
                    <a:pt x="39" y="146"/>
                    <a:pt x="39" y="146"/>
                  </a:cubicBezTo>
                  <a:cubicBezTo>
                    <a:pt x="60" y="153"/>
                    <a:pt x="60" y="153"/>
                    <a:pt x="60" y="153"/>
                  </a:cubicBezTo>
                  <a:cubicBezTo>
                    <a:pt x="61" y="148"/>
                    <a:pt x="63" y="143"/>
                    <a:pt x="65" y="138"/>
                  </a:cubicBezTo>
                  <a:cubicBezTo>
                    <a:pt x="57" y="135"/>
                    <a:pt x="49" y="132"/>
                    <a:pt x="40" y="129"/>
                  </a:cubicBezTo>
                  <a:cubicBezTo>
                    <a:pt x="39" y="135"/>
                    <a:pt x="39" y="135"/>
                    <a:pt x="39" y="135"/>
                  </a:cubicBezTo>
                  <a:lnTo>
                    <a:pt x="39" y="81"/>
                  </a:lnTo>
                  <a:close/>
                  <a:moveTo>
                    <a:pt x="0" y="195"/>
                  </a:moveTo>
                  <a:cubicBezTo>
                    <a:pt x="39" y="81"/>
                    <a:pt x="39" y="81"/>
                    <a:pt x="39" y="81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35" y="145"/>
                    <a:pt x="35" y="145"/>
                    <a:pt x="35" y="145"/>
                  </a:cubicBezTo>
                  <a:cubicBezTo>
                    <a:pt x="39" y="146"/>
                    <a:pt x="39" y="146"/>
                    <a:pt x="39" y="146"/>
                  </a:cubicBezTo>
                  <a:cubicBezTo>
                    <a:pt x="39" y="167"/>
                    <a:pt x="39" y="167"/>
                    <a:pt x="39" y="167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27" y="169"/>
                    <a:pt x="25" y="174"/>
                    <a:pt x="24" y="179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39" y="207"/>
                    <a:pt x="39" y="207"/>
                    <a:pt x="39" y="207"/>
                  </a:cubicBezTo>
                  <a:lnTo>
                    <a:pt x="0" y="1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6" name="iśḻîdè"/>
            <p:cNvSpPr/>
            <p:nvPr/>
          </p:nvSpPr>
          <p:spPr bwMode="auto">
            <a:xfrm flipH="1">
              <a:off x="2251617" y="2019694"/>
              <a:ext cx="290271" cy="182750"/>
            </a:xfrm>
            <a:custGeom>
              <a:avLst/>
              <a:gdLst>
                <a:gd name="T0" fmla="*/ 121 w 173"/>
                <a:gd name="T1" fmla="*/ 14 h 112"/>
                <a:gd name="T2" fmla="*/ 173 w 173"/>
                <a:gd name="T3" fmla="*/ 53 h 112"/>
                <a:gd name="T4" fmla="*/ 121 w 173"/>
                <a:gd name="T5" fmla="*/ 91 h 112"/>
                <a:gd name="T6" fmla="*/ 101 w 173"/>
                <a:gd name="T7" fmla="*/ 88 h 112"/>
                <a:gd name="T8" fmla="*/ 52 w 173"/>
                <a:gd name="T9" fmla="*/ 112 h 112"/>
                <a:gd name="T10" fmla="*/ 0 w 173"/>
                <a:gd name="T11" fmla="*/ 74 h 112"/>
                <a:gd name="T12" fmla="*/ 12 w 173"/>
                <a:gd name="T13" fmla="*/ 50 h 112"/>
                <a:gd name="T14" fmla="*/ 9 w 173"/>
                <a:gd name="T15" fmla="*/ 38 h 112"/>
                <a:gd name="T16" fmla="*/ 61 w 173"/>
                <a:gd name="T17" fmla="*/ 0 h 112"/>
                <a:gd name="T18" fmla="*/ 104 w 173"/>
                <a:gd name="T19" fmla="*/ 16 h 112"/>
                <a:gd name="T20" fmla="*/ 121 w 173"/>
                <a:gd name="T21" fmla="*/ 1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112">
                  <a:moveTo>
                    <a:pt x="121" y="14"/>
                  </a:moveTo>
                  <a:cubicBezTo>
                    <a:pt x="150" y="14"/>
                    <a:pt x="173" y="31"/>
                    <a:pt x="173" y="53"/>
                  </a:cubicBezTo>
                  <a:cubicBezTo>
                    <a:pt x="173" y="74"/>
                    <a:pt x="150" y="91"/>
                    <a:pt x="121" y="91"/>
                  </a:cubicBezTo>
                  <a:cubicBezTo>
                    <a:pt x="114" y="91"/>
                    <a:pt x="107" y="90"/>
                    <a:pt x="101" y="88"/>
                  </a:cubicBezTo>
                  <a:cubicBezTo>
                    <a:pt x="93" y="102"/>
                    <a:pt x="74" y="112"/>
                    <a:pt x="52" y="112"/>
                  </a:cubicBezTo>
                  <a:cubicBezTo>
                    <a:pt x="23" y="112"/>
                    <a:pt x="0" y="95"/>
                    <a:pt x="0" y="74"/>
                  </a:cubicBezTo>
                  <a:cubicBezTo>
                    <a:pt x="0" y="65"/>
                    <a:pt x="4" y="56"/>
                    <a:pt x="12" y="50"/>
                  </a:cubicBezTo>
                  <a:cubicBezTo>
                    <a:pt x="10" y="46"/>
                    <a:pt x="9" y="42"/>
                    <a:pt x="9" y="38"/>
                  </a:cubicBezTo>
                  <a:cubicBezTo>
                    <a:pt x="9" y="17"/>
                    <a:pt x="33" y="0"/>
                    <a:pt x="61" y="0"/>
                  </a:cubicBezTo>
                  <a:cubicBezTo>
                    <a:pt x="79" y="0"/>
                    <a:pt x="95" y="7"/>
                    <a:pt x="104" y="16"/>
                  </a:cubicBezTo>
                  <a:cubicBezTo>
                    <a:pt x="109" y="15"/>
                    <a:pt x="115" y="14"/>
                    <a:pt x="121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7" name="iṧlîďê"/>
            <p:cNvSpPr/>
            <p:nvPr/>
          </p:nvSpPr>
          <p:spPr bwMode="auto">
            <a:xfrm flipH="1">
              <a:off x="2671938" y="1818669"/>
              <a:ext cx="234090" cy="148231"/>
            </a:xfrm>
            <a:custGeom>
              <a:avLst/>
              <a:gdLst>
                <a:gd name="T0" fmla="*/ 98 w 140"/>
                <a:gd name="T1" fmla="*/ 11 h 91"/>
                <a:gd name="T2" fmla="*/ 140 w 140"/>
                <a:gd name="T3" fmla="*/ 42 h 91"/>
                <a:gd name="T4" fmla="*/ 98 w 140"/>
                <a:gd name="T5" fmla="*/ 73 h 91"/>
                <a:gd name="T6" fmla="*/ 82 w 140"/>
                <a:gd name="T7" fmla="*/ 71 h 91"/>
                <a:gd name="T8" fmla="*/ 42 w 140"/>
                <a:gd name="T9" fmla="*/ 91 h 91"/>
                <a:gd name="T10" fmla="*/ 0 w 140"/>
                <a:gd name="T11" fmla="*/ 59 h 91"/>
                <a:gd name="T12" fmla="*/ 9 w 140"/>
                <a:gd name="T13" fmla="*/ 40 h 91"/>
                <a:gd name="T14" fmla="*/ 7 w 140"/>
                <a:gd name="T15" fmla="*/ 31 h 91"/>
                <a:gd name="T16" fmla="*/ 50 w 140"/>
                <a:gd name="T17" fmla="*/ 0 h 91"/>
                <a:gd name="T18" fmla="*/ 84 w 140"/>
                <a:gd name="T19" fmla="*/ 13 h 91"/>
                <a:gd name="T20" fmla="*/ 98 w 140"/>
                <a:gd name="T21" fmla="*/ 1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0" h="91">
                  <a:moveTo>
                    <a:pt x="98" y="11"/>
                  </a:moveTo>
                  <a:cubicBezTo>
                    <a:pt x="121" y="11"/>
                    <a:pt x="140" y="25"/>
                    <a:pt x="140" y="42"/>
                  </a:cubicBezTo>
                  <a:cubicBezTo>
                    <a:pt x="140" y="59"/>
                    <a:pt x="121" y="73"/>
                    <a:pt x="98" y="73"/>
                  </a:cubicBezTo>
                  <a:cubicBezTo>
                    <a:pt x="92" y="73"/>
                    <a:pt x="87" y="73"/>
                    <a:pt x="82" y="71"/>
                  </a:cubicBezTo>
                  <a:cubicBezTo>
                    <a:pt x="75" y="82"/>
                    <a:pt x="60" y="91"/>
                    <a:pt x="42" y="91"/>
                  </a:cubicBezTo>
                  <a:cubicBezTo>
                    <a:pt x="19" y="91"/>
                    <a:pt x="0" y="77"/>
                    <a:pt x="0" y="59"/>
                  </a:cubicBezTo>
                  <a:cubicBezTo>
                    <a:pt x="0" y="52"/>
                    <a:pt x="3" y="45"/>
                    <a:pt x="9" y="40"/>
                  </a:cubicBezTo>
                  <a:cubicBezTo>
                    <a:pt x="8" y="37"/>
                    <a:pt x="7" y="34"/>
                    <a:pt x="7" y="31"/>
                  </a:cubicBezTo>
                  <a:cubicBezTo>
                    <a:pt x="7" y="14"/>
                    <a:pt x="26" y="0"/>
                    <a:pt x="50" y="0"/>
                  </a:cubicBezTo>
                  <a:cubicBezTo>
                    <a:pt x="64" y="0"/>
                    <a:pt x="77" y="5"/>
                    <a:pt x="84" y="13"/>
                  </a:cubicBezTo>
                  <a:cubicBezTo>
                    <a:pt x="89" y="12"/>
                    <a:pt x="93" y="11"/>
                    <a:pt x="98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8" name="iŝļïḓé"/>
            <p:cNvSpPr/>
            <p:nvPr/>
          </p:nvSpPr>
          <p:spPr bwMode="auto">
            <a:xfrm flipH="1">
              <a:off x="3919376" y="1760798"/>
              <a:ext cx="289231" cy="183765"/>
            </a:xfrm>
            <a:custGeom>
              <a:avLst/>
              <a:gdLst>
                <a:gd name="T0" fmla="*/ 121 w 173"/>
                <a:gd name="T1" fmla="*/ 14 h 112"/>
                <a:gd name="T2" fmla="*/ 173 w 173"/>
                <a:gd name="T3" fmla="*/ 53 h 112"/>
                <a:gd name="T4" fmla="*/ 121 w 173"/>
                <a:gd name="T5" fmla="*/ 91 h 112"/>
                <a:gd name="T6" fmla="*/ 101 w 173"/>
                <a:gd name="T7" fmla="*/ 88 h 112"/>
                <a:gd name="T8" fmla="*/ 52 w 173"/>
                <a:gd name="T9" fmla="*/ 112 h 112"/>
                <a:gd name="T10" fmla="*/ 0 w 173"/>
                <a:gd name="T11" fmla="*/ 74 h 112"/>
                <a:gd name="T12" fmla="*/ 12 w 173"/>
                <a:gd name="T13" fmla="*/ 50 h 112"/>
                <a:gd name="T14" fmla="*/ 9 w 173"/>
                <a:gd name="T15" fmla="*/ 39 h 112"/>
                <a:gd name="T16" fmla="*/ 61 w 173"/>
                <a:gd name="T17" fmla="*/ 0 h 112"/>
                <a:gd name="T18" fmla="*/ 104 w 173"/>
                <a:gd name="T19" fmla="*/ 16 h 112"/>
                <a:gd name="T20" fmla="*/ 121 w 173"/>
                <a:gd name="T21" fmla="*/ 1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112">
                  <a:moveTo>
                    <a:pt x="121" y="14"/>
                  </a:moveTo>
                  <a:cubicBezTo>
                    <a:pt x="150" y="14"/>
                    <a:pt x="173" y="32"/>
                    <a:pt x="173" y="53"/>
                  </a:cubicBezTo>
                  <a:cubicBezTo>
                    <a:pt x="173" y="74"/>
                    <a:pt x="150" y="91"/>
                    <a:pt x="121" y="91"/>
                  </a:cubicBezTo>
                  <a:cubicBezTo>
                    <a:pt x="114" y="91"/>
                    <a:pt x="107" y="90"/>
                    <a:pt x="101" y="88"/>
                  </a:cubicBezTo>
                  <a:cubicBezTo>
                    <a:pt x="93" y="102"/>
                    <a:pt x="74" y="112"/>
                    <a:pt x="52" y="112"/>
                  </a:cubicBezTo>
                  <a:cubicBezTo>
                    <a:pt x="23" y="112"/>
                    <a:pt x="0" y="95"/>
                    <a:pt x="0" y="74"/>
                  </a:cubicBezTo>
                  <a:cubicBezTo>
                    <a:pt x="0" y="65"/>
                    <a:pt x="4" y="56"/>
                    <a:pt x="12" y="50"/>
                  </a:cubicBezTo>
                  <a:cubicBezTo>
                    <a:pt x="10" y="46"/>
                    <a:pt x="9" y="42"/>
                    <a:pt x="9" y="39"/>
                  </a:cubicBezTo>
                  <a:cubicBezTo>
                    <a:pt x="9" y="17"/>
                    <a:pt x="33" y="0"/>
                    <a:pt x="61" y="0"/>
                  </a:cubicBezTo>
                  <a:cubicBezTo>
                    <a:pt x="79" y="0"/>
                    <a:pt x="95" y="7"/>
                    <a:pt x="104" y="16"/>
                  </a:cubicBezTo>
                  <a:cubicBezTo>
                    <a:pt x="109" y="15"/>
                    <a:pt x="115" y="14"/>
                    <a:pt x="121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9" name="îsliďè"/>
            <p:cNvSpPr/>
            <p:nvPr/>
          </p:nvSpPr>
          <p:spPr bwMode="auto">
            <a:xfrm flipH="1">
              <a:off x="4182597" y="1971976"/>
              <a:ext cx="235130" cy="148231"/>
            </a:xfrm>
            <a:custGeom>
              <a:avLst/>
              <a:gdLst>
                <a:gd name="T0" fmla="*/ 99 w 141"/>
                <a:gd name="T1" fmla="*/ 11 h 91"/>
                <a:gd name="T2" fmla="*/ 141 w 141"/>
                <a:gd name="T3" fmla="*/ 42 h 91"/>
                <a:gd name="T4" fmla="*/ 99 w 141"/>
                <a:gd name="T5" fmla="*/ 73 h 91"/>
                <a:gd name="T6" fmla="*/ 82 w 141"/>
                <a:gd name="T7" fmla="*/ 71 h 91"/>
                <a:gd name="T8" fmla="*/ 43 w 141"/>
                <a:gd name="T9" fmla="*/ 91 h 91"/>
                <a:gd name="T10" fmla="*/ 0 w 141"/>
                <a:gd name="T11" fmla="*/ 59 h 91"/>
                <a:gd name="T12" fmla="*/ 10 w 141"/>
                <a:gd name="T13" fmla="*/ 40 h 91"/>
                <a:gd name="T14" fmla="*/ 8 w 141"/>
                <a:gd name="T15" fmla="*/ 31 h 91"/>
                <a:gd name="T16" fmla="*/ 50 w 141"/>
                <a:gd name="T17" fmla="*/ 0 h 91"/>
                <a:gd name="T18" fmla="*/ 85 w 141"/>
                <a:gd name="T19" fmla="*/ 13 h 91"/>
                <a:gd name="T20" fmla="*/ 99 w 141"/>
                <a:gd name="T21" fmla="*/ 1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1" h="91">
                  <a:moveTo>
                    <a:pt x="99" y="11"/>
                  </a:moveTo>
                  <a:cubicBezTo>
                    <a:pt x="122" y="11"/>
                    <a:pt x="141" y="25"/>
                    <a:pt x="141" y="42"/>
                  </a:cubicBezTo>
                  <a:cubicBezTo>
                    <a:pt x="141" y="60"/>
                    <a:pt x="122" y="73"/>
                    <a:pt x="99" y="73"/>
                  </a:cubicBezTo>
                  <a:cubicBezTo>
                    <a:pt x="93" y="73"/>
                    <a:pt x="87" y="73"/>
                    <a:pt x="82" y="71"/>
                  </a:cubicBezTo>
                  <a:cubicBezTo>
                    <a:pt x="76" y="83"/>
                    <a:pt x="61" y="91"/>
                    <a:pt x="43" y="91"/>
                  </a:cubicBezTo>
                  <a:cubicBezTo>
                    <a:pt x="19" y="91"/>
                    <a:pt x="0" y="77"/>
                    <a:pt x="0" y="59"/>
                  </a:cubicBezTo>
                  <a:cubicBezTo>
                    <a:pt x="0" y="52"/>
                    <a:pt x="4" y="45"/>
                    <a:pt x="10" y="40"/>
                  </a:cubicBezTo>
                  <a:cubicBezTo>
                    <a:pt x="8" y="37"/>
                    <a:pt x="8" y="34"/>
                    <a:pt x="8" y="31"/>
                  </a:cubicBezTo>
                  <a:cubicBezTo>
                    <a:pt x="8" y="14"/>
                    <a:pt x="27" y="0"/>
                    <a:pt x="50" y="0"/>
                  </a:cubicBezTo>
                  <a:cubicBezTo>
                    <a:pt x="65" y="0"/>
                    <a:pt x="77" y="5"/>
                    <a:pt x="85" y="13"/>
                  </a:cubicBezTo>
                  <a:cubicBezTo>
                    <a:pt x="89" y="12"/>
                    <a:pt x="94" y="11"/>
                    <a:pt x="99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91" name="işḻîḍe"/>
          <p:cNvSpPr/>
          <p:nvPr/>
        </p:nvSpPr>
        <p:spPr bwMode="auto">
          <a:xfrm flipH="1">
            <a:off x="1913489" y="2580127"/>
            <a:ext cx="2953691" cy="3495603"/>
          </a:xfrm>
          <a:custGeom>
            <a:avLst/>
            <a:gdLst>
              <a:gd name="T0" fmla="*/ 0 w 1764"/>
              <a:gd name="T1" fmla="*/ 564 h 2140"/>
              <a:gd name="T2" fmla="*/ 153 w 1764"/>
              <a:gd name="T3" fmla="*/ 803 h 2140"/>
              <a:gd name="T4" fmla="*/ 345 w 1764"/>
              <a:gd name="T5" fmla="*/ 594 h 2140"/>
              <a:gd name="T6" fmla="*/ 239 w 1764"/>
              <a:gd name="T7" fmla="*/ 585 h 2140"/>
              <a:gd name="T8" fmla="*/ 241 w 1764"/>
              <a:gd name="T9" fmla="*/ 567 h 2140"/>
              <a:gd name="T10" fmla="*/ 610 w 1764"/>
              <a:gd name="T11" fmla="*/ 79 h 2140"/>
              <a:gd name="T12" fmla="*/ 1428 w 1764"/>
              <a:gd name="T13" fmla="*/ 464 h 2140"/>
              <a:gd name="T14" fmla="*/ 1445 w 1764"/>
              <a:gd name="T15" fmla="*/ 533 h 2140"/>
              <a:gd name="T16" fmla="*/ 1454 w 1764"/>
              <a:gd name="T17" fmla="*/ 624 h 2140"/>
              <a:gd name="T18" fmla="*/ 1436 w 1764"/>
              <a:gd name="T19" fmla="*/ 839 h 2140"/>
              <a:gd name="T20" fmla="*/ 1335 w 1764"/>
              <a:gd name="T21" fmla="*/ 1060 h 2140"/>
              <a:gd name="T22" fmla="*/ 1173 w 1764"/>
              <a:gd name="T23" fmla="*/ 1173 h 2140"/>
              <a:gd name="T24" fmla="*/ 968 w 1764"/>
              <a:gd name="T25" fmla="*/ 1232 h 2140"/>
              <a:gd name="T26" fmla="*/ 759 w 1764"/>
              <a:gd name="T27" fmla="*/ 1331 h 2140"/>
              <a:gd name="T28" fmla="*/ 314 w 1764"/>
              <a:gd name="T29" fmla="*/ 2135 h 2140"/>
              <a:gd name="T30" fmla="*/ 656 w 1764"/>
              <a:gd name="T31" fmla="*/ 1947 h 2140"/>
              <a:gd name="T32" fmla="*/ 945 w 1764"/>
              <a:gd name="T33" fmla="*/ 2140 h 2140"/>
              <a:gd name="T34" fmla="*/ 974 w 1764"/>
              <a:gd name="T35" fmla="*/ 2019 h 2140"/>
              <a:gd name="T36" fmla="*/ 1030 w 1764"/>
              <a:gd name="T37" fmla="*/ 1865 h 2140"/>
              <a:gd name="T38" fmla="*/ 1105 w 1764"/>
              <a:gd name="T39" fmla="*/ 1739 h 2140"/>
              <a:gd name="T40" fmla="*/ 1189 w 1764"/>
              <a:gd name="T41" fmla="*/ 1702 h 2140"/>
              <a:gd name="T42" fmla="*/ 1247 w 1764"/>
              <a:gd name="T43" fmla="*/ 1709 h 2140"/>
              <a:gd name="T44" fmla="*/ 1539 w 1764"/>
              <a:gd name="T45" fmla="*/ 1727 h 2140"/>
              <a:gd name="T46" fmla="*/ 1573 w 1764"/>
              <a:gd name="T47" fmla="*/ 1687 h 2140"/>
              <a:gd name="T48" fmla="*/ 1576 w 1764"/>
              <a:gd name="T49" fmla="*/ 1634 h 2140"/>
              <a:gd name="T50" fmla="*/ 1576 w 1764"/>
              <a:gd name="T51" fmla="*/ 1580 h 2140"/>
              <a:gd name="T52" fmla="*/ 1608 w 1764"/>
              <a:gd name="T53" fmla="*/ 1529 h 2140"/>
              <a:gd name="T54" fmla="*/ 1628 w 1764"/>
              <a:gd name="T55" fmla="*/ 1524 h 2140"/>
              <a:gd name="T56" fmla="*/ 1643 w 1764"/>
              <a:gd name="T57" fmla="*/ 1517 h 2140"/>
              <a:gd name="T58" fmla="*/ 1627 w 1764"/>
              <a:gd name="T59" fmla="*/ 1463 h 2140"/>
              <a:gd name="T60" fmla="*/ 1618 w 1764"/>
              <a:gd name="T61" fmla="*/ 1451 h 2140"/>
              <a:gd name="T62" fmla="*/ 1629 w 1764"/>
              <a:gd name="T63" fmla="*/ 1441 h 2140"/>
              <a:gd name="T64" fmla="*/ 1649 w 1764"/>
              <a:gd name="T65" fmla="*/ 1412 h 2140"/>
              <a:gd name="T66" fmla="*/ 1653 w 1764"/>
              <a:gd name="T67" fmla="*/ 1400 h 2140"/>
              <a:gd name="T68" fmla="*/ 1636 w 1764"/>
              <a:gd name="T69" fmla="*/ 1354 h 2140"/>
              <a:gd name="T70" fmla="*/ 1632 w 1764"/>
              <a:gd name="T71" fmla="*/ 1324 h 2140"/>
              <a:gd name="T72" fmla="*/ 1674 w 1764"/>
              <a:gd name="T73" fmla="*/ 1284 h 2140"/>
              <a:gd name="T74" fmla="*/ 1739 w 1764"/>
              <a:gd name="T75" fmla="*/ 1245 h 2140"/>
              <a:gd name="T76" fmla="*/ 1763 w 1764"/>
              <a:gd name="T77" fmla="*/ 1216 h 2140"/>
              <a:gd name="T78" fmla="*/ 1748 w 1764"/>
              <a:gd name="T79" fmla="*/ 1174 h 2140"/>
              <a:gd name="T80" fmla="*/ 1696 w 1764"/>
              <a:gd name="T81" fmla="*/ 1107 h 2140"/>
              <a:gd name="T82" fmla="*/ 1623 w 1764"/>
              <a:gd name="T83" fmla="*/ 829 h 2140"/>
              <a:gd name="T84" fmla="*/ 1635 w 1764"/>
              <a:gd name="T85" fmla="*/ 704 h 2140"/>
              <a:gd name="T86" fmla="*/ 1620 w 1764"/>
              <a:gd name="T87" fmla="*/ 563 h 2140"/>
              <a:gd name="T88" fmla="*/ 1569 w 1764"/>
              <a:gd name="T89" fmla="*/ 440 h 2140"/>
              <a:gd name="T90" fmla="*/ 1471 w 1764"/>
              <a:gd name="T91" fmla="*/ 298 h 2140"/>
              <a:gd name="T92" fmla="*/ 1365 w 1764"/>
              <a:gd name="T93" fmla="*/ 192 h 2140"/>
              <a:gd name="T94" fmla="*/ 959 w 1764"/>
              <a:gd name="T95" fmla="*/ 30 h 2140"/>
              <a:gd name="T96" fmla="*/ 425 w 1764"/>
              <a:gd name="T97" fmla="*/ 111 h 2140"/>
              <a:gd name="T98" fmla="*/ 98 w 1764"/>
              <a:gd name="T99" fmla="*/ 557 h 2140"/>
              <a:gd name="T100" fmla="*/ 95 w 1764"/>
              <a:gd name="T101" fmla="*/ 572 h 2140"/>
              <a:gd name="T102" fmla="*/ 0 w 1764"/>
              <a:gd name="T103" fmla="*/ 564 h 2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764" h="2140">
                <a:moveTo>
                  <a:pt x="0" y="564"/>
                </a:moveTo>
                <a:cubicBezTo>
                  <a:pt x="153" y="803"/>
                  <a:pt x="153" y="803"/>
                  <a:pt x="153" y="803"/>
                </a:cubicBezTo>
                <a:cubicBezTo>
                  <a:pt x="345" y="594"/>
                  <a:pt x="345" y="594"/>
                  <a:pt x="345" y="594"/>
                </a:cubicBezTo>
                <a:cubicBezTo>
                  <a:pt x="239" y="585"/>
                  <a:pt x="239" y="585"/>
                  <a:pt x="239" y="585"/>
                </a:cubicBezTo>
                <a:cubicBezTo>
                  <a:pt x="241" y="567"/>
                  <a:pt x="241" y="567"/>
                  <a:pt x="241" y="567"/>
                </a:cubicBezTo>
                <a:cubicBezTo>
                  <a:pt x="265" y="337"/>
                  <a:pt x="371" y="134"/>
                  <a:pt x="610" y="79"/>
                </a:cubicBezTo>
                <a:cubicBezTo>
                  <a:pt x="952" y="0"/>
                  <a:pt x="1303" y="112"/>
                  <a:pt x="1428" y="464"/>
                </a:cubicBezTo>
                <a:cubicBezTo>
                  <a:pt x="1436" y="486"/>
                  <a:pt x="1441" y="510"/>
                  <a:pt x="1445" y="533"/>
                </a:cubicBezTo>
                <a:cubicBezTo>
                  <a:pt x="1450" y="563"/>
                  <a:pt x="1453" y="594"/>
                  <a:pt x="1454" y="624"/>
                </a:cubicBezTo>
                <a:cubicBezTo>
                  <a:pt x="1457" y="695"/>
                  <a:pt x="1451" y="769"/>
                  <a:pt x="1436" y="839"/>
                </a:cubicBezTo>
                <a:cubicBezTo>
                  <a:pt x="1419" y="918"/>
                  <a:pt x="1388" y="998"/>
                  <a:pt x="1335" y="1060"/>
                </a:cubicBezTo>
                <a:cubicBezTo>
                  <a:pt x="1290" y="1112"/>
                  <a:pt x="1237" y="1147"/>
                  <a:pt x="1173" y="1173"/>
                </a:cubicBezTo>
                <a:cubicBezTo>
                  <a:pt x="1107" y="1199"/>
                  <a:pt x="1036" y="1213"/>
                  <a:pt x="968" y="1232"/>
                </a:cubicBezTo>
                <a:cubicBezTo>
                  <a:pt x="891" y="1255"/>
                  <a:pt x="823" y="1283"/>
                  <a:pt x="759" y="1331"/>
                </a:cubicBezTo>
                <a:cubicBezTo>
                  <a:pt x="528" y="1503"/>
                  <a:pt x="387" y="1857"/>
                  <a:pt x="314" y="2135"/>
                </a:cubicBezTo>
                <a:cubicBezTo>
                  <a:pt x="656" y="1947"/>
                  <a:pt x="656" y="1947"/>
                  <a:pt x="656" y="1947"/>
                </a:cubicBezTo>
                <a:cubicBezTo>
                  <a:pt x="945" y="2140"/>
                  <a:pt x="945" y="2140"/>
                  <a:pt x="945" y="2140"/>
                </a:cubicBezTo>
                <a:cubicBezTo>
                  <a:pt x="951" y="2099"/>
                  <a:pt x="962" y="2058"/>
                  <a:pt x="974" y="2019"/>
                </a:cubicBezTo>
                <a:cubicBezTo>
                  <a:pt x="991" y="1967"/>
                  <a:pt x="1011" y="1916"/>
                  <a:pt x="1030" y="1865"/>
                </a:cubicBezTo>
                <a:cubicBezTo>
                  <a:pt x="1047" y="1821"/>
                  <a:pt x="1070" y="1771"/>
                  <a:pt x="1105" y="1739"/>
                </a:cubicBezTo>
                <a:cubicBezTo>
                  <a:pt x="1129" y="1716"/>
                  <a:pt x="1156" y="1703"/>
                  <a:pt x="1189" y="1702"/>
                </a:cubicBezTo>
                <a:cubicBezTo>
                  <a:pt x="1209" y="1702"/>
                  <a:pt x="1228" y="1705"/>
                  <a:pt x="1247" y="1709"/>
                </a:cubicBezTo>
                <a:cubicBezTo>
                  <a:pt x="1313" y="1725"/>
                  <a:pt x="1479" y="1762"/>
                  <a:pt x="1539" y="1727"/>
                </a:cubicBezTo>
                <a:cubicBezTo>
                  <a:pt x="1556" y="1718"/>
                  <a:pt x="1568" y="1706"/>
                  <a:pt x="1573" y="1687"/>
                </a:cubicBezTo>
                <a:cubicBezTo>
                  <a:pt x="1577" y="1670"/>
                  <a:pt x="1577" y="1651"/>
                  <a:pt x="1576" y="1634"/>
                </a:cubicBezTo>
                <a:cubicBezTo>
                  <a:pt x="1575" y="1616"/>
                  <a:pt x="1574" y="1598"/>
                  <a:pt x="1576" y="1580"/>
                </a:cubicBezTo>
                <a:cubicBezTo>
                  <a:pt x="1578" y="1558"/>
                  <a:pt x="1586" y="1538"/>
                  <a:pt x="1608" y="1529"/>
                </a:cubicBezTo>
                <a:cubicBezTo>
                  <a:pt x="1614" y="1527"/>
                  <a:pt x="1621" y="1525"/>
                  <a:pt x="1628" y="1524"/>
                </a:cubicBezTo>
                <a:cubicBezTo>
                  <a:pt x="1634" y="1523"/>
                  <a:pt x="1640" y="1521"/>
                  <a:pt x="1643" y="1517"/>
                </a:cubicBezTo>
                <a:cubicBezTo>
                  <a:pt x="1652" y="1505"/>
                  <a:pt x="1634" y="1473"/>
                  <a:pt x="1627" y="1463"/>
                </a:cubicBezTo>
                <a:cubicBezTo>
                  <a:pt x="1618" y="1451"/>
                  <a:pt x="1618" y="1451"/>
                  <a:pt x="1618" y="1451"/>
                </a:cubicBezTo>
                <a:cubicBezTo>
                  <a:pt x="1629" y="1441"/>
                  <a:pt x="1629" y="1441"/>
                  <a:pt x="1629" y="1441"/>
                </a:cubicBezTo>
                <a:cubicBezTo>
                  <a:pt x="1636" y="1433"/>
                  <a:pt x="1644" y="1421"/>
                  <a:pt x="1649" y="1412"/>
                </a:cubicBezTo>
                <a:cubicBezTo>
                  <a:pt x="1651" y="1409"/>
                  <a:pt x="1653" y="1405"/>
                  <a:pt x="1653" y="1400"/>
                </a:cubicBezTo>
                <a:cubicBezTo>
                  <a:pt x="1654" y="1388"/>
                  <a:pt x="1641" y="1365"/>
                  <a:pt x="1636" y="1354"/>
                </a:cubicBezTo>
                <a:cubicBezTo>
                  <a:pt x="1631" y="1345"/>
                  <a:pt x="1629" y="1334"/>
                  <a:pt x="1632" y="1324"/>
                </a:cubicBezTo>
                <a:cubicBezTo>
                  <a:pt x="1637" y="1304"/>
                  <a:pt x="1658" y="1293"/>
                  <a:pt x="1674" y="1284"/>
                </a:cubicBezTo>
                <a:cubicBezTo>
                  <a:pt x="1697" y="1271"/>
                  <a:pt x="1718" y="1260"/>
                  <a:pt x="1739" y="1245"/>
                </a:cubicBezTo>
                <a:cubicBezTo>
                  <a:pt x="1749" y="1238"/>
                  <a:pt x="1761" y="1228"/>
                  <a:pt x="1763" y="1216"/>
                </a:cubicBezTo>
                <a:cubicBezTo>
                  <a:pt x="1764" y="1202"/>
                  <a:pt x="1755" y="1185"/>
                  <a:pt x="1748" y="1174"/>
                </a:cubicBezTo>
                <a:cubicBezTo>
                  <a:pt x="1733" y="1151"/>
                  <a:pt x="1713" y="1129"/>
                  <a:pt x="1696" y="1107"/>
                </a:cubicBezTo>
                <a:cubicBezTo>
                  <a:pt x="1631" y="1027"/>
                  <a:pt x="1608" y="931"/>
                  <a:pt x="1623" y="829"/>
                </a:cubicBezTo>
                <a:cubicBezTo>
                  <a:pt x="1629" y="787"/>
                  <a:pt x="1634" y="746"/>
                  <a:pt x="1635" y="704"/>
                </a:cubicBezTo>
                <a:cubicBezTo>
                  <a:pt x="1635" y="656"/>
                  <a:pt x="1630" y="610"/>
                  <a:pt x="1620" y="563"/>
                </a:cubicBezTo>
                <a:cubicBezTo>
                  <a:pt x="1611" y="522"/>
                  <a:pt x="1589" y="477"/>
                  <a:pt x="1569" y="440"/>
                </a:cubicBezTo>
                <a:cubicBezTo>
                  <a:pt x="1541" y="390"/>
                  <a:pt x="1508" y="342"/>
                  <a:pt x="1471" y="298"/>
                </a:cubicBezTo>
                <a:cubicBezTo>
                  <a:pt x="1440" y="260"/>
                  <a:pt x="1404" y="223"/>
                  <a:pt x="1365" y="192"/>
                </a:cubicBezTo>
                <a:cubicBezTo>
                  <a:pt x="1253" y="103"/>
                  <a:pt x="1099" y="49"/>
                  <a:pt x="959" y="30"/>
                </a:cubicBezTo>
                <a:cubicBezTo>
                  <a:pt x="777" y="4"/>
                  <a:pt x="590" y="30"/>
                  <a:pt x="425" y="111"/>
                </a:cubicBezTo>
                <a:cubicBezTo>
                  <a:pt x="240" y="200"/>
                  <a:pt x="137" y="359"/>
                  <a:pt x="98" y="557"/>
                </a:cubicBezTo>
                <a:cubicBezTo>
                  <a:pt x="95" y="572"/>
                  <a:pt x="95" y="572"/>
                  <a:pt x="95" y="572"/>
                </a:cubicBezTo>
                <a:lnTo>
                  <a:pt x="0" y="56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8" name="îṥ1ïḍè"/>
          <p:cNvSpPr/>
          <p:nvPr/>
        </p:nvSpPr>
        <p:spPr bwMode="auto">
          <a:xfrm>
            <a:off x="7948445" y="1776418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100" dirty="0"/>
              <a:t>卫星拖线与天空增亮损害天文观测，部分瞬变事件一旦错过便无法补拍。</a:t>
            </a:r>
            <a:endParaRPr lang="zh-CN" altLang="en-US" sz="1100" dirty="0"/>
          </a:p>
        </p:txBody>
      </p:sp>
      <p:sp>
        <p:nvSpPr>
          <p:cNvPr id="269" name="iŝlidê"/>
          <p:cNvSpPr txBox="1"/>
          <p:nvPr/>
        </p:nvSpPr>
        <p:spPr bwMode="auto">
          <a:xfrm>
            <a:off x="7948445" y="1376034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b="1"/>
              <a:t>科学公共品</a:t>
            </a:r>
            <a:endParaRPr lang="en-US" altLang="zh-CN" b="1" dirty="0"/>
          </a:p>
        </p:txBody>
      </p:sp>
      <p:sp>
        <p:nvSpPr>
          <p:cNvPr id="266" name="íSlïḓe"/>
          <p:cNvSpPr/>
          <p:nvPr/>
        </p:nvSpPr>
        <p:spPr bwMode="auto">
          <a:xfrm>
            <a:off x="7948445" y="2970908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100" dirty="0"/>
              <a:t>避碰、协调与服务中断成本，可沿依赖链条传导至其他行业。</a:t>
            </a:r>
            <a:endParaRPr lang="zh-CN" altLang="en-US" sz="1100" dirty="0"/>
          </a:p>
        </p:txBody>
      </p:sp>
      <p:sp>
        <p:nvSpPr>
          <p:cNvPr id="267" name="iṣľîḍê"/>
          <p:cNvSpPr txBox="1"/>
          <p:nvPr/>
        </p:nvSpPr>
        <p:spPr bwMode="auto">
          <a:xfrm>
            <a:off x="7948445" y="2570524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b="1"/>
              <a:t>经济外溢</a:t>
            </a:r>
            <a:endParaRPr lang="en-US" altLang="zh-CN" b="1" dirty="0"/>
          </a:p>
        </p:txBody>
      </p:sp>
      <p:sp>
        <p:nvSpPr>
          <p:cNvPr id="264" name="íSľîḍe"/>
          <p:cNvSpPr/>
          <p:nvPr/>
        </p:nvSpPr>
        <p:spPr bwMode="auto">
          <a:xfrm>
            <a:off x="7948445" y="4165399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100" dirty="0"/>
              <a:t>应急通信、遥感监测等依赖卫星的公共服务，面临中断与韧性风险。</a:t>
            </a:r>
            <a:endParaRPr lang="zh-CN" altLang="en-US" sz="1100" dirty="0"/>
          </a:p>
        </p:txBody>
      </p:sp>
      <p:sp>
        <p:nvSpPr>
          <p:cNvPr id="265" name="íŝľidè"/>
          <p:cNvSpPr txBox="1"/>
          <p:nvPr/>
        </p:nvSpPr>
        <p:spPr bwMode="auto">
          <a:xfrm>
            <a:off x="7948445" y="3765015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b="1"/>
              <a:t>社会公共服务</a:t>
            </a:r>
            <a:endParaRPr lang="en-US" altLang="zh-CN" b="1" dirty="0"/>
          </a:p>
        </p:txBody>
      </p:sp>
      <p:sp>
        <p:nvSpPr>
          <p:cNvPr id="262" name="îSliďe"/>
          <p:cNvSpPr/>
          <p:nvPr/>
        </p:nvSpPr>
        <p:spPr bwMode="auto">
          <a:xfrm>
            <a:off x="7033288" y="1432219"/>
            <a:ext cx="735196" cy="737142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63" name="íŝ1íḑê"/>
          <p:cNvSpPr/>
          <p:nvPr/>
        </p:nvSpPr>
        <p:spPr bwMode="auto">
          <a:xfrm>
            <a:off x="7206714" y="1623954"/>
            <a:ext cx="388344" cy="353670"/>
          </a:xfrm>
          <a:custGeom>
            <a:avLst/>
            <a:gdLst>
              <a:gd name="connsiteX0" fmla="*/ 123825 w 533400"/>
              <a:gd name="connsiteY0" fmla="*/ 228600 h 485775"/>
              <a:gd name="connsiteX1" fmla="*/ 123825 w 533400"/>
              <a:gd name="connsiteY1" fmla="*/ 276225 h 485775"/>
              <a:gd name="connsiteX2" fmla="*/ 142875 w 533400"/>
              <a:gd name="connsiteY2" fmla="*/ 276225 h 485775"/>
              <a:gd name="connsiteX3" fmla="*/ 142875 w 533400"/>
              <a:gd name="connsiteY3" fmla="*/ 228600 h 485775"/>
              <a:gd name="connsiteX4" fmla="*/ 390525 w 533400"/>
              <a:gd name="connsiteY4" fmla="*/ 228600 h 485775"/>
              <a:gd name="connsiteX5" fmla="*/ 390525 w 533400"/>
              <a:gd name="connsiteY5" fmla="*/ 276225 h 485775"/>
              <a:gd name="connsiteX6" fmla="*/ 409575 w 533400"/>
              <a:gd name="connsiteY6" fmla="*/ 276225 h 485775"/>
              <a:gd name="connsiteX7" fmla="*/ 409575 w 533400"/>
              <a:gd name="connsiteY7" fmla="*/ 228600 h 485775"/>
              <a:gd name="connsiteX8" fmla="*/ 533400 w 533400"/>
              <a:gd name="connsiteY8" fmla="*/ 228600 h 485775"/>
              <a:gd name="connsiteX9" fmla="*/ 533400 w 533400"/>
              <a:gd name="connsiteY9" fmla="*/ 457200 h 485775"/>
              <a:gd name="connsiteX10" fmla="*/ 504825 w 533400"/>
              <a:gd name="connsiteY10" fmla="*/ 485775 h 485775"/>
              <a:gd name="connsiteX11" fmla="*/ 28575 w 533400"/>
              <a:gd name="connsiteY11" fmla="*/ 485775 h 485775"/>
              <a:gd name="connsiteX12" fmla="*/ 0 w 533400"/>
              <a:gd name="connsiteY12" fmla="*/ 457200 h 485775"/>
              <a:gd name="connsiteX13" fmla="*/ 0 w 533400"/>
              <a:gd name="connsiteY13" fmla="*/ 228600 h 485775"/>
              <a:gd name="connsiteX14" fmla="*/ 123825 w 533400"/>
              <a:gd name="connsiteY14" fmla="*/ 228600 h 485775"/>
              <a:gd name="connsiteX15" fmla="*/ 371475 w 533400"/>
              <a:gd name="connsiteY15" fmla="*/ 0 h 485775"/>
              <a:gd name="connsiteX16" fmla="*/ 409575 w 533400"/>
              <a:gd name="connsiteY16" fmla="*/ 36195 h 485775"/>
              <a:gd name="connsiteX17" fmla="*/ 409575 w 533400"/>
              <a:gd name="connsiteY17" fmla="*/ 38100 h 485775"/>
              <a:gd name="connsiteX18" fmla="*/ 409575 w 533400"/>
              <a:gd name="connsiteY18" fmla="*/ 114300 h 485775"/>
              <a:gd name="connsiteX19" fmla="*/ 504825 w 533400"/>
              <a:gd name="connsiteY19" fmla="*/ 114300 h 485775"/>
              <a:gd name="connsiteX20" fmla="*/ 533400 w 533400"/>
              <a:gd name="connsiteY20" fmla="*/ 142875 h 485775"/>
              <a:gd name="connsiteX21" fmla="*/ 533400 w 533400"/>
              <a:gd name="connsiteY21" fmla="*/ 209550 h 485775"/>
              <a:gd name="connsiteX22" fmla="*/ 0 w 533400"/>
              <a:gd name="connsiteY22" fmla="*/ 209550 h 485775"/>
              <a:gd name="connsiteX23" fmla="*/ 0 w 533400"/>
              <a:gd name="connsiteY23" fmla="*/ 142875 h 485775"/>
              <a:gd name="connsiteX24" fmla="*/ 28575 w 533400"/>
              <a:gd name="connsiteY24" fmla="*/ 114300 h 485775"/>
              <a:gd name="connsiteX25" fmla="*/ 123825 w 533400"/>
              <a:gd name="connsiteY25" fmla="*/ 114300 h 485775"/>
              <a:gd name="connsiteX26" fmla="*/ 123825 w 533400"/>
              <a:gd name="connsiteY26" fmla="*/ 38100 h 485775"/>
              <a:gd name="connsiteX27" fmla="*/ 160020 w 533400"/>
              <a:gd name="connsiteY27" fmla="*/ 0 h 485775"/>
              <a:gd name="connsiteX28" fmla="*/ 161925 w 533400"/>
              <a:gd name="connsiteY28" fmla="*/ 0 h 485775"/>
              <a:gd name="connsiteX29" fmla="*/ 371475 w 533400"/>
              <a:gd name="connsiteY29" fmla="*/ 0 h 485775"/>
              <a:gd name="connsiteX30" fmla="*/ 371475 w 533400"/>
              <a:gd name="connsiteY30" fmla="*/ 19050 h 485775"/>
              <a:gd name="connsiteX31" fmla="*/ 161925 w 533400"/>
              <a:gd name="connsiteY31" fmla="*/ 19050 h 485775"/>
              <a:gd name="connsiteX32" fmla="*/ 142970 w 533400"/>
              <a:gd name="connsiteY32" fmla="*/ 36671 h 485775"/>
              <a:gd name="connsiteX33" fmla="*/ 142875 w 533400"/>
              <a:gd name="connsiteY33" fmla="*/ 38100 h 485775"/>
              <a:gd name="connsiteX34" fmla="*/ 142875 w 533400"/>
              <a:gd name="connsiteY34" fmla="*/ 114300 h 485775"/>
              <a:gd name="connsiteX35" fmla="*/ 390525 w 533400"/>
              <a:gd name="connsiteY35" fmla="*/ 114300 h 485775"/>
              <a:gd name="connsiteX36" fmla="*/ 390525 w 533400"/>
              <a:gd name="connsiteY36" fmla="*/ 38100 h 485775"/>
              <a:gd name="connsiteX37" fmla="*/ 374333 w 533400"/>
              <a:gd name="connsiteY37" fmla="*/ 19241 h 485775"/>
              <a:gd name="connsiteX38" fmla="*/ 372904 w 533400"/>
              <a:gd name="connsiteY38" fmla="*/ 19050 h 485775"/>
              <a:gd name="connsiteX39" fmla="*/ 371475 w 533400"/>
              <a:gd name="connsiteY39" fmla="*/ 1905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33400" h="485775">
                <a:moveTo>
                  <a:pt x="123825" y="228600"/>
                </a:moveTo>
                <a:lnTo>
                  <a:pt x="123825" y="276225"/>
                </a:lnTo>
                <a:lnTo>
                  <a:pt x="142875" y="276225"/>
                </a:lnTo>
                <a:lnTo>
                  <a:pt x="142875" y="228600"/>
                </a:lnTo>
                <a:lnTo>
                  <a:pt x="390525" y="228600"/>
                </a:lnTo>
                <a:lnTo>
                  <a:pt x="390525" y="276225"/>
                </a:lnTo>
                <a:lnTo>
                  <a:pt x="409575" y="276225"/>
                </a:lnTo>
                <a:lnTo>
                  <a:pt x="409575" y="228600"/>
                </a:lnTo>
                <a:lnTo>
                  <a:pt x="533400" y="228600"/>
                </a:lnTo>
                <a:lnTo>
                  <a:pt x="533400" y="457200"/>
                </a:lnTo>
                <a:cubicBezTo>
                  <a:pt x="533400" y="473012"/>
                  <a:pt x="520637" y="485775"/>
                  <a:pt x="504825" y="485775"/>
                </a:cubicBezTo>
                <a:lnTo>
                  <a:pt x="28575" y="485775"/>
                </a:lnTo>
                <a:cubicBezTo>
                  <a:pt x="12763" y="485775"/>
                  <a:pt x="0" y="473012"/>
                  <a:pt x="0" y="457200"/>
                </a:cubicBezTo>
                <a:lnTo>
                  <a:pt x="0" y="228600"/>
                </a:lnTo>
                <a:lnTo>
                  <a:pt x="123825" y="228600"/>
                </a:lnTo>
                <a:close/>
                <a:moveTo>
                  <a:pt x="371475" y="0"/>
                </a:moveTo>
                <a:cubicBezTo>
                  <a:pt x="391859" y="0"/>
                  <a:pt x="408527" y="16002"/>
                  <a:pt x="409575" y="36195"/>
                </a:cubicBezTo>
                <a:lnTo>
                  <a:pt x="409575" y="38100"/>
                </a:lnTo>
                <a:lnTo>
                  <a:pt x="409575" y="114300"/>
                </a:lnTo>
                <a:lnTo>
                  <a:pt x="504825" y="114300"/>
                </a:lnTo>
                <a:cubicBezTo>
                  <a:pt x="520637" y="114300"/>
                  <a:pt x="533400" y="127064"/>
                  <a:pt x="533400" y="142875"/>
                </a:cubicBezTo>
                <a:lnTo>
                  <a:pt x="533400" y="209550"/>
                </a:lnTo>
                <a:lnTo>
                  <a:pt x="0" y="209550"/>
                </a:lnTo>
                <a:lnTo>
                  <a:pt x="0" y="142875"/>
                </a:lnTo>
                <a:cubicBezTo>
                  <a:pt x="0" y="127064"/>
                  <a:pt x="12763" y="114300"/>
                  <a:pt x="28575" y="114300"/>
                </a:cubicBezTo>
                <a:lnTo>
                  <a:pt x="123825" y="114300"/>
                </a:lnTo>
                <a:lnTo>
                  <a:pt x="123825" y="38100"/>
                </a:lnTo>
                <a:cubicBezTo>
                  <a:pt x="123825" y="17716"/>
                  <a:pt x="139828" y="1048"/>
                  <a:pt x="160020" y="0"/>
                </a:cubicBezTo>
                <a:lnTo>
                  <a:pt x="161925" y="0"/>
                </a:lnTo>
                <a:lnTo>
                  <a:pt x="371475" y="0"/>
                </a:lnTo>
                <a:close/>
                <a:moveTo>
                  <a:pt x="371475" y="19050"/>
                </a:moveTo>
                <a:lnTo>
                  <a:pt x="161925" y="19050"/>
                </a:lnTo>
                <a:cubicBezTo>
                  <a:pt x="151923" y="19050"/>
                  <a:pt x="143637" y="26861"/>
                  <a:pt x="142970" y="36671"/>
                </a:cubicBezTo>
                <a:lnTo>
                  <a:pt x="142875" y="38100"/>
                </a:lnTo>
                <a:lnTo>
                  <a:pt x="142875" y="114300"/>
                </a:lnTo>
                <a:lnTo>
                  <a:pt x="390525" y="114300"/>
                </a:lnTo>
                <a:lnTo>
                  <a:pt x="390525" y="38100"/>
                </a:lnTo>
                <a:cubicBezTo>
                  <a:pt x="390525" y="28575"/>
                  <a:pt x="383477" y="20669"/>
                  <a:pt x="374333" y="19241"/>
                </a:cubicBezTo>
                <a:lnTo>
                  <a:pt x="372904" y="19050"/>
                </a:lnTo>
                <a:lnTo>
                  <a:pt x="371475" y="190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0" name="iṩlîḍê"/>
          <p:cNvSpPr/>
          <p:nvPr/>
        </p:nvSpPr>
        <p:spPr bwMode="auto">
          <a:xfrm>
            <a:off x="7033288" y="2626709"/>
            <a:ext cx="735196" cy="737142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61" name="îšliḑè"/>
          <p:cNvSpPr/>
          <p:nvPr/>
        </p:nvSpPr>
        <p:spPr bwMode="auto">
          <a:xfrm>
            <a:off x="7223746" y="2801108"/>
            <a:ext cx="354278" cy="388344"/>
          </a:xfrm>
          <a:custGeom>
            <a:avLst/>
            <a:gdLst>
              <a:gd name="connsiteX0" fmla="*/ 247650 w 495300"/>
              <a:gd name="connsiteY0" fmla="*/ 0 h 542925"/>
              <a:gd name="connsiteX1" fmla="*/ 495300 w 495300"/>
              <a:gd name="connsiteY1" fmla="*/ 247650 h 542925"/>
              <a:gd name="connsiteX2" fmla="*/ 322707 w 495300"/>
              <a:gd name="connsiteY2" fmla="*/ 483775 h 542925"/>
              <a:gd name="connsiteX3" fmla="*/ 345853 w 495300"/>
              <a:gd name="connsiteY3" fmla="*/ 523875 h 542925"/>
              <a:gd name="connsiteX4" fmla="*/ 419100 w 495300"/>
              <a:gd name="connsiteY4" fmla="*/ 523875 h 542925"/>
              <a:gd name="connsiteX5" fmla="*/ 419100 w 495300"/>
              <a:gd name="connsiteY5" fmla="*/ 542925 h 542925"/>
              <a:gd name="connsiteX6" fmla="*/ 76200 w 495300"/>
              <a:gd name="connsiteY6" fmla="*/ 542925 h 542925"/>
              <a:gd name="connsiteX7" fmla="*/ 76200 w 495300"/>
              <a:gd name="connsiteY7" fmla="*/ 523875 h 542925"/>
              <a:gd name="connsiteX8" fmla="*/ 149447 w 495300"/>
              <a:gd name="connsiteY8" fmla="*/ 523875 h 542925"/>
              <a:gd name="connsiteX9" fmla="*/ 172593 w 495300"/>
              <a:gd name="connsiteY9" fmla="*/ 483775 h 542925"/>
              <a:gd name="connsiteX10" fmla="*/ 0 w 495300"/>
              <a:gd name="connsiteY10" fmla="*/ 247650 h 542925"/>
              <a:gd name="connsiteX11" fmla="*/ 247650 w 495300"/>
              <a:gd name="connsiteY11" fmla="*/ 0 h 542925"/>
              <a:gd name="connsiteX12" fmla="*/ 191643 w 495300"/>
              <a:gd name="connsiteY12" fmla="*/ 488918 h 542925"/>
              <a:gd name="connsiteX13" fmla="*/ 171450 w 495300"/>
              <a:gd name="connsiteY13" fmla="*/ 523875 h 542925"/>
              <a:gd name="connsiteX14" fmla="*/ 323850 w 495300"/>
              <a:gd name="connsiteY14" fmla="*/ 523875 h 542925"/>
              <a:gd name="connsiteX15" fmla="*/ 303657 w 495300"/>
              <a:gd name="connsiteY15" fmla="*/ 488918 h 542925"/>
              <a:gd name="connsiteX16" fmla="*/ 247650 w 495300"/>
              <a:gd name="connsiteY16" fmla="*/ 495300 h 542925"/>
              <a:gd name="connsiteX17" fmla="*/ 191643 w 495300"/>
              <a:gd name="connsiteY17" fmla="*/ 488918 h 542925"/>
              <a:gd name="connsiteX18" fmla="*/ 247650 w 495300"/>
              <a:gd name="connsiteY18" fmla="*/ 142875 h 542925"/>
              <a:gd name="connsiteX19" fmla="*/ 142875 w 495300"/>
              <a:gd name="connsiteY19" fmla="*/ 247650 h 542925"/>
              <a:gd name="connsiteX20" fmla="*/ 247650 w 495300"/>
              <a:gd name="connsiteY20" fmla="*/ 352425 h 542925"/>
              <a:gd name="connsiteX21" fmla="*/ 352425 w 495300"/>
              <a:gd name="connsiteY21" fmla="*/ 247650 h 542925"/>
              <a:gd name="connsiteX22" fmla="*/ 247650 w 495300"/>
              <a:gd name="connsiteY22" fmla="*/ 142875 h 542925"/>
              <a:gd name="connsiteX23" fmla="*/ 366713 w 495300"/>
              <a:gd name="connsiteY23" fmla="*/ 114300 h 542925"/>
              <a:gd name="connsiteX24" fmla="*/ 352425 w 495300"/>
              <a:gd name="connsiteY24" fmla="*/ 128588 h 542925"/>
              <a:gd name="connsiteX25" fmla="*/ 366713 w 495300"/>
              <a:gd name="connsiteY25" fmla="*/ 142875 h 542925"/>
              <a:gd name="connsiteX26" fmla="*/ 381000 w 495300"/>
              <a:gd name="connsiteY26" fmla="*/ 128588 h 542925"/>
              <a:gd name="connsiteX27" fmla="*/ 366713 w 495300"/>
              <a:gd name="connsiteY27" fmla="*/ 114300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95300" h="542925">
                <a:moveTo>
                  <a:pt x="247650" y="0"/>
                </a:moveTo>
                <a:cubicBezTo>
                  <a:pt x="384429" y="0"/>
                  <a:pt x="495300" y="110871"/>
                  <a:pt x="495300" y="247650"/>
                </a:cubicBezTo>
                <a:cubicBezTo>
                  <a:pt x="495300" y="358235"/>
                  <a:pt x="422815" y="451961"/>
                  <a:pt x="322707" y="483775"/>
                </a:cubicBezTo>
                <a:lnTo>
                  <a:pt x="345853" y="523875"/>
                </a:lnTo>
                <a:lnTo>
                  <a:pt x="419100" y="523875"/>
                </a:lnTo>
                <a:lnTo>
                  <a:pt x="419100" y="542925"/>
                </a:lnTo>
                <a:lnTo>
                  <a:pt x="76200" y="542925"/>
                </a:lnTo>
                <a:lnTo>
                  <a:pt x="76200" y="523875"/>
                </a:lnTo>
                <a:lnTo>
                  <a:pt x="149447" y="523875"/>
                </a:lnTo>
                <a:lnTo>
                  <a:pt x="172593" y="483775"/>
                </a:lnTo>
                <a:cubicBezTo>
                  <a:pt x="72485" y="451961"/>
                  <a:pt x="0" y="358235"/>
                  <a:pt x="0" y="247650"/>
                </a:cubicBezTo>
                <a:cubicBezTo>
                  <a:pt x="0" y="110871"/>
                  <a:pt x="110871" y="0"/>
                  <a:pt x="247650" y="0"/>
                </a:cubicBezTo>
                <a:close/>
                <a:moveTo>
                  <a:pt x="191643" y="488918"/>
                </a:moveTo>
                <a:lnTo>
                  <a:pt x="171450" y="523875"/>
                </a:lnTo>
                <a:lnTo>
                  <a:pt x="323850" y="523875"/>
                </a:lnTo>
                <a:lnTo>
                  <a:pt x="303657" y="488918"/>
                </a:lnTo>
                <a:cubicBezTo>
                  <a:pt x="285655" y="493109"/>
                  <a:pt x="266891" y="495300"/>
                  <a:pt x="247650" y="495300"/>
                </a:cubicBezTo>
                <a:cubicBezTo>
                  <a:pt x="228409" y="495300"/>
                  <a:pt x="209645" y="493109"/>
                  <a:pt x="191643" y="488918"/>
                </a:cubicBezTo>
                <a:close/>
                <a:moveTo>
                  <a:pt x="247650" y="142875"/>
                </a:moveTo>
                <a:cubicBezTo>
                  <a:pt x="189738" y="142875"/>
                  <a:pt x="142875" y="189738"/>
                  <a:pt x="142875" y="247650"/>
                </a:cubicBezTo>
                <a:cubicBezTo>
                  <a:pt x="142875" y="305562"/>
                  <a:pt x="189738" y="352425"/>
                  <a:pt x="247650" y="352425"/>
                </a:cubicBezTo>
                <a:cubicBezTo>
                  <a:pt x="305562" y="352425"/>
                  <a:pt x="352425" y="305562"/>
                  <a:pt x="352425" y="247650"/>
                </a:cubicBezTo>
                <a:cubicBezTo>
                  <a:pt x="352425" y="189738"/>
                  <a:pt x="305562" y="142875"/>
                  <a:pt x="247650" y="142875"/>
                </a:cubicBezTo>
                <a:close/>
                <a:moveTo>
                  <a:pt x="366713" y="114300"/>
                </a:moveTo>
                <a:cubicBezTo>
                  <a:pt x="358807" y="114300"/>
                  <a:pt x="352425" y="120682"/>
                  <a:pt x="352425" y="128588"/>
                </a:cubicBezTo>
                <a:cubicBezTo>
                  <a:pt x="352425" y="136493"/>
                  <a:pt x="358807" y="142875"/>
                  <a:pt x="366713" y="142875"/>
                </a:cubicBezTo>
                <a:cubicBezTo>
                  <a:pt x="374618" y="142875"/>
                  <a:pt x="381000" y="136493"/>
                  <a:pt x="381000" y="128588"/>
                </a:cubicBezTo>
                <a:cubicBezTo>
                  <a:pt x="381000" y="120682"/>
                  <a:pt x="374618" y="114300"/>
                  <a:pt x="366713" y="1143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8" name="ïṩľïḑè"/>
          <p:cNvSpPr/>
          <p:nvPr/>
        </p:nvSpPr>
        <p:spPr bwMode="auto">
          <a:xfrm>
            <a:off x="7033288" y="3821200"/>
            <a:ext cx="735196" cy="737142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59" name="í$ḻïdé"/>
          <p:cNvSpPr/>
          <p:nvPr/>
        </p:nvSpPr>
        <p:spPr bwMode="auto">
          <a:xfrm>
            <a:off x="7220321" y="3995599"/>
            <a:ext cx="361129" cy="388344"/>
          </a:xfrm>
          <a:custGeom>
            <a:avLst/>
            <a:gdLst>
              <a:gd name="connsiteX0" fmla="*/ 8038 w 487162"/>
              <a:gd name="connsiteY0" fmla="*/ 513398 h 523875"/>
              <a:gd name="connsiteX1" fmla="*/ 7467 w 487162"/>
              <a:gd name="connsiteY1" fmla="*/ 512731 h 523875"/>
              <a:gd name="connsiteX2" fmla="*/ 7467 w 487162"/>
              <a:gd name="connsiteY2" fmla="*/ 512731 h 523875"/>
              <a:gd name="connsiteX3" fmla="*/ 6991 w 487162"/>
              <a:gd name="connsiteY3" fmla="*/ 512064 h 523875"/>
              <a:gd name="connsiteX4" fmla="*/ 4990 w 487162"/>
              <a:gd name="connsiteY4" fmla="*/ 509016 h 523875"/>
              <a:gd name="connsiteX5" fmla="*/ 4990 w 487162"/>
              <a:gd name="connsiteY5" fmla="*/ 509016 h 523875"/>
              <a:gd name="connsiteX6" fmla="*/ 4514 w 487162"/>
              <a:gd name="connsiteY6" fmla="*/ 508254 h 523875"/>
              <a:gd name="connsiteX7" fmla="*/ 3752 w 487162"/>
              <a:gd name="connsiteY7" fmla="*/ 506730 h 523875"/>
              <a:gd name="connsiteX8" fmla="*/ 3085 w 487162"/>
              <a:gd name="connsiteY8" fmla="*/ 505111 h 523875"/>
              <a:gd name="connsiteX9" fmla="*/ 2990 w 487162"/>
              <a:gd name="connsiteY9" fmla="*/ 504920 h 523875"/>
              <a:gd name="connsiteX10" fmla="*/ 2895 w 487162"/>
              <a:gd name="connsiteY10" fmla="*/ 504635 h 523875"/>
              <a:gd name="connsiteX11" fmla="*/ 2895 w 487162"/>
              <a:gd name="connsiteY11" fmla="*/ 504444 h 523875"/>
              <a:gd name="connsiteX12" fmla="*/ 2228 w 487162"/>
              <a:gd name="connsiteY12" fmla="*/ 502444 h 523875"/>
              <a:gd name="connsiteX13" fmla="*/ 1847 w 487162"/>
              <a:gd name="connsiteY13" fmla="*/ 501110 h 523875"/>
              <a:gd name="connsiteX14" fmla="*/ 1371 w 487162"/>
              <a:gd name="connsiteY14" fmla="*/ 499205 h 523875"/>
              <a:gd name="connsiteX15" fmla="*/ 514 w 487162"/>
              <a:gd name="connsiteY15" fmla="*/ 494919 h 523875"/>
              <a:gd name="connsiteX16" fmla="*/ 228 w 487162"/>
              <a:gd name="connsiteY16" fmla="*/ 492443 h 523875"/>
              <a:gd name="connsiteX17" fmla="*/ 37 w 487162"/>
              <a:gd name="connsiteY17" fmla="*/ 485870 h 523875"/>
              <a:gd name="connsiteX18" fmla="*/ 4609 w 487162"/>
              <a:gd name="connsiteY18" fmla="*/ 467582 h 523875"/>
              <a:gd name="connsiteX19" fmla="*/ 154247 w 487162"/>
              <a:gd name="connsiteY19" fmla="*/ 150876 h 523875"/>
              <a:gd name="connsiteX20" fmla="*/ 157867 w 487162"/>
              <a:gd name="connsiteY20" fmla="*/ 134588 h 523875"/>
              <a:gd name="connsiteX21" fmla="*/ 157867 w 487162"/>
              <a:gd name="connsiteY21" fmla="*/ 19050 h 523875"/>
              <a:gd name="connsiteX22" fmla="*/ 119767 w 487162"/>
              <a:gd name="connsiteY22" fmla="*/ 19050 h 523875"/>
              <a:gd name="connsiteX23" fmla="*/ 119767 w 487162"/>
              <a:gd name="connsiteY23" fmla="*/ 0 h 523875"/>
              <a:gd name="connsiteX24" fmla="*/ 367417 w 487162"/>
              <a:gd name="connsiteY24" fmla="*/ 0 h 523875"/>
              <a:gd name="connsiteX25" fmla="*/ 367417 w 487162"/>
              <a:gd name="connsiteY25" fmla="*/ 19050 h 523875"/>
              <a:gd name="connsiteX26" fmla="*/ 329317 w 487162"/>
              <a:gd name="connsiteY26" fmla="*/ 19050 h 523875"/>
              <a:gd name="connsiteX27" fmla="*/ 329317 w 487162"/>
              <a:gd name="connsiteY27" fmla="*/ 134684 h 523875"/>
              <a:gd name="connsiteX28" fmla="*/ 332936 w 487162"/>
              <a:gd name="connsiteY28" fmla="*/ 150971 h 523875"/>
              <a:gd name="connsiteX29" fmla="*/ 482574 w 487162"/>
              <a:gd name="connsiteY29" fmla="*/ 467678 h 523875"/>
              <a:gd name="connsiteX30" fmla="*/ 484098 w 487162"/>
              <a:gd name="connsiteY30" fmla="*/ 504920 h 523875"/>
              <a:gd name="connsiteX31" fmla="*/ 484003 w 487162"/>
              <a:gd name="connsiteY31" fmla="*/ 505111 h 523875"/>
              <a:gd name="connsiteX32" fmla="*/ 483431 w 487162"/>
              <a:gd name="connsiteY32" fmla="*/ 506540 h 523875"/>
              <a:gd name="connsiteX33" fmla="*/ 458571 w 487162"/>
              <a:gd name="connsiteY33" fmla="*/ 523780 h 523875"/>
              <a:gd name="connsiteX34" fmla="*/ 456666 w 487162"/>
              <a:gd name="connsiteY34" fmla="*/ 523875 h 523875"/>
              <a:gd name="connsiteX35" fmla="*/ 30422 w 487162"/>
              <a:gd name="connsiteY35" fmla="*/ 523875 h 523875"/>
              <a:gd name="connsiteX36" fmla="*/ 28612 w 487162"/>
              <a:gd name="connsiteY36" fmla="*/ 523780 h 523875"/>
              <a:gd name="connsiteX37" fmla="*/ 26136 w 487162"/>
              <a:gd name="connsiteY37" fmla="*/ 523494 h 523875"/>
              <a:gd name="connsiteX38" fmla="*/ 22326 w 487162"/>
              <a:gd name="connsiteY38" fmla="*/ 522637 h 523875"/>
              <a:gd name="connsiteX39" fmla="*/ 22326 w 487162"/>
              <a:gd name="connsiteY39" fmla="*/ 522637 h 523875"/>
              <a:gd name="connsiteX40" fmla="*/ 16801 w 487162"/>
              <a:gd name="connsiteY40" fmla="*/ 520351 h 523875"/>
              <a:gd name="connsiteX41" fmla="*/ 15373 w 487162"/>
              <a:gd name="connsiteY41" fmla="*/ 519589 h 523875"/>
              <a:gd name="connsiteX42" fmla="*/ 14420 w 487162"/>
              <a:gd name="connsiteY42" fmla="*/ 519017 h 523875"/>
              <a:gd name="connsiteX43" fmla="*/ 9467 w 487162"/>
              <a:gd name="connsiteY43" fmla="*/ 514922 h 523875"/>
              <a:gd name="connsiteX44" fmla="*/ 8038 w 487162"/>
              <a:gd name="connsiteY44" fmla="*/ 513398 h 523875"/>
              <a:gd name="connsiteX45" fmla="*/ 8038 w 487162"/>
              <a:gd name="connsiteY45" fmla="*/ 513398 h 523875"/>
              <a:gd name="connsiteX46" fmla="*/ 254641 w 487162"/>
              <a:gd name="connsiteY46" fmla="*/ 404146 h 523875"/>
              <a:gd name="connsiteX47" fmla="*/ 251783 w 487162"/>
              <a:gd name="connsiteY47" fmla="*/ 405956 h 523875"/>
              <a:gd name="connsiteX48" fmla="*/ 246259 w 487162"/>
              <a:gd name="connsiteY48" fmla="*/ 409670 h 523875"/>
              <a:gd name="connsiteX49" fmla="*/ 54425 w 487162"/>
              <a:gd name="connsiteY49" fmla="*/ 416243 h 523875"/>
              <a:gd name="connsiteX50" fmla="*/ 50615 w 487162"/>
              <a:gd name="connsiteY50" fmla="*/ 414719 h 523875"/>
              <a:gd name="connsiteX51" fmla="*/ 21754 w 487162"/>
              <a:gd name="connsiteY51" fmla="*/ 475774 h 523875"/>
              <a:gd name="connsiteX52" fmla="*/ 20897 w 487162"/>
              <a:gd name="connsiteY52" fmla="*/ 477679 h 523875"/>
              <a:gd name="connsiteX53" fmla="*/ 20802 w 487162"/>
              <a:gd name="connsiteY53" fmla="*/ 498158 h 523875"/>
              <a:gd name="connsiteX54" fmla="*/ 27945 w 487162"/>
              <a:gd name="connsiteY54" fmla="*/ 504444 h 523875"/>
              <a:gd name="connsiteX55" fmla="*/ 29184 w 487162"/>
              <a:gd name="connsiteY55" fmla="*/ 504635 h 523875"/>
              <a:gd name="connsiteX56" fmla="*/ 30327 w 487162"/>
              <a:gd name="connsiteY56" fmla="*/ 504730 h 523875"/>
              <a:gd name="connsiteX57" fmla="*/ 456570 w 487162"/>
              <a:gd name="connsiteY57" fmla="*/ 504730 h 523875"/>
              <a:gd name="connsiteX58" fmla="*/ 457714 w 487162"/>
              <a:gd name="connsiteY58" fmla="*/ 504635 h 523875"/>
              <a:gd name="connsiteX59" fmla="*/ 466095 w 487162"/>
              <a:gd name="connsiteY59" fmla="*/ 498062 h 523875"/>
              <a:gd name="connsiteX60" fmla="*/ 466667 w 487162"/>
              <a:gd name="connsiteY60" fmla="*/ 479584 h 523875"/>
              <a:gd name="connsiteX61" fmla="*/ 466000 w 487162"/>
              <a:gd name="connsiteY61" fmla="*/ 477584 h 523875"/>
              <a:gd name="connsiteX62" fmla="*/ 465143 w 487162"/>
              <a:gd name="connsiteY62" fmla="*/ 475679 h 523875"/>
              <a:gd name="connsiteX63" fmla="*/ 423519 w 487162"/>
              <a:gd name="connsiteY63" fmla="*/ 387477 h 523875"/>
              <a:gd name="connsiteX64" fmla="*/ 254641 w 487162"/>
              <a:gd name="connsiteY64" fmla="*/ 404146 h 523875"/>
              <a:gd name="connsiteX65" fmla="*/ 305504 w 487162"/>
              <a:gd name="connsiteY65" fmla="*/ 257175 h 523875"/>
              <a:gd name="connsiteX66" fmla="*/ 272167 w 487162"/>
              <a:gd name="connsiteY66" fmla="*/ 290513 h 523875"/>
              <a:gd name="connsiteX67" fmla="*/ 305504 w 487162"/>
              <a:gd name="connsiteY67" fmla="*/ 323850 h 523875"/>
              <a:gd name="connsiteX68" fmla="*/ 338842 w 487162"/>
              <a:gd name="connsiteY68" fmla="*/ 290513 h 523875"/>
              <a:gd name="connsiteX69" fmla="*/ 305504 w 487162"/>
              <a:gd name="connsiteY69" fmla="*/ 257175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87162" h="523875">
                <a:moveTo>
                  <a:pt x="8038" y="513398"/>
                </a:moveTo>
                <a:lnTo>
                  <a:pt x="7467" y="512731"/>
                </a:lnTo>
                <a:lnTo>
                  <a:pt x="7467" y="512731"/>
                </a:lnTo>
                <a:lnTo>
                  <a:pt x="6991" y="512064"/>
                </a:lnTo>
                <a:cubicBezTo>
                  <a:pt x="6228" y="511112"/>
                  <a:pt x="5657" y="510064"/>
                  <a:pt x="4990" y="509016"/>
                </a:cubicBezTo>
                <a:lnTo>
                  <a:pt x="4990" y="509016"/>
                </a:lnTo>
                <a:lnTo>
                  <a:pt x="4514" y="508254"/>
                </a:lnTo>
                <a:lnTo>
                  <a:pt x="3752" y="506730"/>
                </a:lnTo>
                <a:lnTo>
                  <a:pt x="3085" y="505111"/>
                </a:lnTo>
                <a:lnTo>
                  <a:pt x="2990" y="504920"/>
                </a:lnTo>
                <a:lnTo>
                  <a:pt x="2895" y="504635"/>
                </a:lnTo>
                <a:lnTo>
                  <a:pt x="2895" y="504444"/>
                </a:lnTo>
                <a:lnTo>
                  <a:pt x="2228" y="502444"/>
                </a:lnTo>
                <a:cubicBezTo>
                  <a:pt x="2133" y="501968"/>
                  <a:pt x="1942" y="501587"/>
                  <a:pt x="1847" y="501110"/>
                </a:cubicBezTo>
                <a:cubicBezTo>
                  <a:pt x="1657" y="500444"/>
                  <a:pt x="1466" y="499872"/>
                  <a:pt x="1371" y="499205"/>
                </a:cubicBezTo>
                <a:cubicBezTo>
                  <a:pt x="990" y="497776"/>
                  <a:pt x="799" y="496348"/>
                  <a:pt x="514" y="494919"/>
                </a:cubicBezTo>
                <a:lnTo>
                  <a:pt x="228" y="492443"/>
                </a:lnTo>
                <a:cubicBezTo>
                  <a:pt x="37" y="490252"/>
                  <a:pt x="-58" y="488061"/>
                  <a:pt x="37" y="485870"/>
                </a:cubicBezTo>
                <a:cubicBezTo>
                  <a:pt x="323" y="479584"/>
                  <a:pt x="1847" y="473393"/>
                  <a:pt x="4609" y="467582"/>
                </a:cubicBezTo>
                <a:lnTo>
                  <a:pt x="154247" y="150876"/>
                </a:lnTo>
                <a:cubicBezTo>
                  <a:pt x="156628" y="145828"/>
                  <a:pt x="157867" y="140208"/>
                  <a:pt x="157867" y="134588"/>
                </a:cubicBezTo>
                <a:lnTo>
                  <a:pt x="157867" y="19050"/>
                </a:lnTo>
                <a:lnTo>
                  <a:pt x="119767" y="19050"/>
                </a:lnTo>
                <a:lnTo>
                  <a:pt x="119767" y="0"/>
                </a:lnTo>
                <a:lnTo>
                  <a:pt x="367417" y="0"/>
                </a:lnTo>
                <a:lnTo>
                  <a:pt x="367417" y="19050"/>
                </a:lnTo>
                <a:lnTo>
                  <a:pt x="329317" y="19050"/>
                </a:lnTo>
                <a:lnTo>
                  <a:pt x="329317" y="134684"/>
                </a:lnTo>
                <a:cubicBezTo>
                  <a:pt x="329317" y="140303"/>
                  <a:pt x="330555" y="145828"/>
                  <a:pt x="332936" y="150971"/>
                </a:cubicBezTo>
                <a:lnTo>
                  <a:pt x="482574" y="467678"/>
                </a:lnTo>
                <a:cubicBezTo>
                  <a:pt x="488098" y="479393"/>
                  <a:pt x="488670" y="492824"/>
                  <a:pt x="484098" y="504920"/>
                </a:cubicBezTo>
                <a:lnTo>
                  <a:pt x="484003" y="505111"/>
                </a:lnTo>
                <a:lnTo>
                  <a:pt x="483431" y="506540"/>
                </a:lnTo>
                <a:cubicBezTo>
                  <a:pt x="478954" y="516446"/>
                  <a:pt x="469429" y="523113"/>
                  <a:pt x="458571" y="523780"/>
                </a:cubicBezTo>
                <a:lnTo>
                  <a:pt x="456666" y="523875"/>
                </a:lnTo>
                <a:lnTo>
                  <a:pt x="30422" y="523875"/>
                </a:lnTo>
                <a:lnTo>
                  <a:pt x="28612" y="523780"/>
                </a:lnTo>
                <a:cubicBezTo>
                  <a:pt x="27755" y="523685"/>
                  <a:pt x="26993" y="523685"/>
                  <a:pt x="26136" y="523494"/>
                </a:cubicBezTo>
                <a:cubicBezTo>
                  <a:pt x="24802" y="523304"/>
                  <a:pt x="23564" y="523018"/>
                  <a:pt x="22326" y="522637"/>
                </a:cubicBezTo>
                <a:lnTo>
                  <a:pt x="22326" y="522637"/>
                </a:lnTo>
                <a:cubicBezTo>
                  <a:pt x="20421" y="522065"/>
                  <a:pt x="18516" y="521303"/>
                  <a:pt x="16801" y="520351"/>
                </a:cubicBezTo>
                <a:lnTo>
                  <a:pt x="15373" y="519589"/>
                </a:lnTo>
                <a:cubicBezTo>
                  <a:pt x="15087" y="519398"/>
                  <a:pt x="14801" y="519208"/>
                  <a:pt x="14420" y="519017"/>
                </a:cubicBezTo>
                <a:cubicBezTo>
                  <a:pt x="12610" y="517874"/>
                  <a:pt x="10896" y="516446"/>
                  <a:pt x="9467" y="514922"/>
                </a:cubicBezTo>
                <a:lnTo>
                  <a:pt x="8038" y="513398"/>
                </a:lnTo>
                <a:lnTo>
                  <a:pt x="8038" y="513398"/>
                </a:lnTo>
                <a:close/>
                <a:moveTo>
                  <a:pt x="254641" y="404146"/>
                </a:moveTo>
                <a:lnTo>
                  <a:pt x="251783" y="405956"/>
                </a:lnTo>
                <a:lnTo>
                  <a:pt x="246259" y="409670"/>
                </a:lnTo>
                <a:cubicBezTo>
                  <a:pt x="199015" y="441008"/>
                  <a:pt x="119481" y="441960"/>
                  <a:pt x="54425" y="416243"/>
                </a:cubicBezTo>
                <a:lnTo>
                  <a:pt x="50615" y="414719"/>
                </a:lnTo>
                <a:lnTo>
                  <a:pt x="21754" y="475774"/>
                </a:lnTo>
                <a:lnTo>
                  <a:pt x="20897" y="477679"/>
                </a:lnTo>
                <a:cubicBezTo>
                  <a:pt x="18420" y="484251"/>
                  <a:pt x="18325" y="491490"/>
                  <a:pt x="20802" y="498158"/>
                </a:cubicBezTo>
                <a:cubicBezTo>
                  <a:pt x="22040" y="501396"/>
                  <a:pt x="24707" y="503682"/>
                  <a:pt x="27945" y="504444"/>
                </a:cubicBezTo>
                <a:lnTo>
                  <a:pt x="29184" y="504635"/>
                </a:lnTo>
                <a:lnTo>
                  <a:pt x="30327" y="504730"/>
                </a:lnTo>
                <a:lnTo>
                  <a:pt x="456570" y="504730"/>
                </a:lnTo>
                <a:lnTo>
                  <a:pt x="457714" y="504635"/>
                </a:lnTo>
                <a:cubicBezTo>
                  <a:pt x="461524" y="504254"/>
                  <a:pt x="464762" y="501682"/>
                  <a:pt x="466095" y="498062"/>
                </a:cubicBezTo>
                <a:cubicBezTo>
                  <a:pt x="468382" y="492157"/>
                  <a:pt x="468572" y="485585"/>
                  <a:pt x="466667" y="479584"/>
                </a:cubicBezTo>
                <a:lnTo>
                  <a:pt x="466000" y="477584"/>
                </a:lnTo>
                <a:lnTo>
                  <a:pt x="465143" y="475679"/>
                </a:lnTo>
                <a:lnTo>
                  <a:pt x="423519" y="387477"/>
                </a:lnTo>
                <a:cubicBezTo>
                  <a:pt x="365416" y="373190"/>
                  <a:pt x="295979" y="378714"/>
                  <a:pt x="254641" y="404146"/>
                </a:cubicBezTo>
                <a:close/>
                <a:moveTo>
                  <a:pt x="305504" y="257175"/>
                </a:moveTo>
                <a:cubicBezTo>
                  <a:pt x="287121" y="257175"/>
                  <a:pt x="272167" y="272129"/>
                  <a:pt x="272167" y="290513"/>
                </a:cubicBezTo>
                <a:cubicBezTo>
                  <a:pt x="272167" y="308896"/>
                  <a:pt x="287121" y="323850"/>
                  <a:pt x="305504" y="323850"/>
                </a:cubicBezTo>
                <a:cubicBezTo>
                  <a:pt x="323887" y="323850"/>
                  <a:pt x="338842" y="308896"/>
                  <a:pt x="338842" y="290513"/>
                </a:cubicBezTo>
                <a:cubicBezTo>
                  <a:pt x="338842" y="272129"/>
                  <a:pt x="323887" y="257175"/>
                  <a:pt x="305504" y="2571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6" name="iSḷíḍé"/>
          <p:cNvSpPr/>
          <p:nvPr/>
        </p:nvSpPr>
        <p:spPr bwMode="auto">
          <a:xfrm>
            <a:off x="7033288" y="5015693"/>
            <a:ext cx="735196" cy="737142"/>
          </a:xfrm>
          <a:prstGeom prst="ellipse">
            <a:avLst/>
          </a:prstGeom>
          <a:solidFill>
            <a:schemeClr val="accent5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57" name="ïSľîḍê"/>
          <p:cNvSpPr/>
          <p:nvPr/>
        </p:nvSpPr>
        <p:spPr bwMode="auto">
          <a:xfrm>
            <a:off x="7206714" y="5193559"/>
            <a:ext cx="388344" cy="381409"/>
          </a:xfrm>
          <a:custGeom>
            <a:avLst/>
            <a:gdLst>
              <a:gd name="connsiteX0" fmla="*/ 342900 w 533400"/>
              <a:gd name="connsiteY0" fmla="*/ 276225 h 523875"/>
              <a:gd name="connsiteX1" fmla="*/ 371475 w 533400"/>
              <a:gd name="connsiteY1" fmla="*/ 304800 h 523875"/>
              <a:gd name="connsiteX2" fmla="*/ 371475 w 533400"/>
              <a:gd name="connsiteY2" fmla="*/ 495300 h 523875"/>
              <a:gd name="connsiteX3" fmla="*/ 342900 w 533400"/>
              <a:gd name="connsiteY3" fmla="*/ 523875 h 523875"/>
              <a:gd name="connsiteX4" fmla="*/ 190500 w 533400"/>
              <a:gd name="connsiteY4" fmla="*/ 523875 h 523875"/>
              <a:gd name="connsiteX5" fmla="*/ 161925 w 533400"/>
              <a:gd name="connsiteY5" fmla="*/ 495300 h 523875"/>
              <a:gd name="connsiteX6" fmla="*/ 161925 w 533400"/>
              <a:gd name="connsiteY6" fmla="*/ 304800 h 523875"/>
              <a:gd name="connsiteX7" fmla="*/ 190500 w 533400"/>
              <a:gd name="connsiteY7" fmla="*/ 276225 h 523875"/>
              <a:gd name="connsiteX8" fmla="*/ 342900 w 533400"/>
              <a:gd name="connsiteY8" fmla="*/ 276225 h 523875"/>
              <a:gd name="connsiteX9" fmla="*/ 142875 w 533400"/>
              <a:gd name="connsiteY9" fmla="*/ 114300 h 523875"/>
              <a:gd name="connsiteX10" fmla="*/ 179070 w 533400"/>
              <a:gd name="connsiteY10" fmla="*/ 152400 h 523875"/>
              <a:gd name="connsiteX11" fmla="*/ 180975 w 533400"/>
              <a:gd name="connsiteY11" fmla="*/ 152400 h 523875"/>
              <a:gd name="connsiteX12" fmla="*/ 352425 w 533400"/>
              <a:gd name="connsiteY12" fmla="*/ 152400 h 523875"/>
              <a:gd name="connsiteX13" fmla="*/ 390525 w 533400"/>
              <a:gd name="connsiteY13" fmla="*/ 116205 h 523875"/>
              <a:gd name="connsiteX14" fmla="*/ 390525 w 533400"/>
              <a:gd name="connsiteY14" fmla="*/ 114300 h 523875"/>
              <a:gd name="connsiteX15" fmla="*/ 504825 w 533400"/>
              <a:gd name="connsiteY15" fmla="*/ 114300 h 523875"/>
              <a:gd name="connsiteX16" fmla="*/ 533400 w 533400"/>
              <a:gd name="connsiteY16" fmla="*/ 142875 h 523875"/>
              <a:gd name="connsiteX17" fmla="*/ 533400 w 533400"/>
              <a:gd name="connsiteY17" fmla="*/ 381000 h 523875"/>
              <a:gd name="connsiteX18" fmla="*/ 504825 w 533400"/>
              <a:gd name="connsiteY18" fmla="*/ 409575 h 523875"/>
              <a:gd name="connsiteX19" fmla="*/ 390525 w 533400"/>
              <a:gd name="connsiteY19" fmla="*/ 409575 h 523875"/>
              <a:gd name="connsiteX20" fmla="*/ 390525 w 533400"/>
              <a:gd name="connsiteY20" fmla="*/ 295275 h 523875"/>
              <a:gd name="connsiteX21" fmla="*/ 354330 w 533400"/>
              <a:gd name="connsiteY21" fmla="*/ 257175 h 523875"/>
              <a:gd name="connsiteX22" fmla="*/ 352425 w 533400"/>
              <a:gd name="connsiteY22" fmla="*/ 257175 h 523875"/>
              <a:gd name="connsiteX23" fmla="*/ 180975 w 533400"/>
              <a:gd name="connsiteY23" fmla="*/ 257175 h 523875"/>
              <a:gd name="connsiteX24" fmla="*/ 142875 w 533400"/>
              <a:gd name="connsiteY24" fmla="*/ 293370 h 523875"/>
              <a:gd name="connsiteX25" fmla="*/ 142875 w 533400"/>
              <a:gd name="connsiteY25" fmla="*/ 295275 h 523875"/>
              <a:gd name="connsiteX26" fmla="*/ 142875 w 533400"/>
              <a:gd name="connsiteY26" fmla="*/ 409575 h 523875"/>
              <a:gd name="connsiteX27" fmla="*/ 28575 w 533400"/>
              <a:gd name="connsiteY27" fmla="*/ 409575 h 523875"/>
              <a:gd name="connsiteX28" fmla="*/ 0 w 533400"/>
              <a:gd name="connsiteY28" fmla="*/ 381000 h 523875"/>
              <a:gd name="connsiteX29" fmla="*/ 0 w 533400"/>
              <a:gd name="connsiteY29" fmla="*/ 200787 h 523875"/>
              <a:gd name="connsiteX30" fmla="*/ 10287 w 533400"/>
              <a:gd name="connsiteY30" fmla="*/ 174784 h 523875"/>
              <a:gd name="connsiteX31" fmla="*/ 55436 w 533400"/>
              <a:gd name="connsiteY31" fmla="*/ 126397 h 523875"/>
              <a:gd name="connsiteX32" fmla="*/ 83248 w 533400"/>
              <a:gd name="connsiteY32" fmla="*/ 114300 h 523875"/>
              <a:gd name="connsiteX33" fmla="*/ 142875 w 533400"/>
              <a:gd name="connsiteY33" fmla="*/ 114300 h 523875"/>
              <a:gd name="connsiteX34" fmla="*/ 461963 w 533400"/>
              <a:gd name="connsiteY34" fmla="*/ 171450 h 523875"/>
              <a:gd name="connsiteX35" fmla="*/ 447675 w 533400"/>
              <a:gd name="connsiteY35" fmla="*/ 185738 h 523875"/>
              <a:gd name="connsiteX36" fmla="*/ 461963 w 533400"/>
              <a:gd name="connsiteY36" fmla="*/ 200025 h 523875"/>
              <a:gd name="connsiteX37" fmla="*/ 476250 w 533400"/>
              <a:gd name="connsiteY37" fmla="*/ 185738 h 523875"/>
              <a:gd name="connsiteX38" fmla="*/ 461963 w 533400"/>
              <a:gd name="connsiteY38" fmla="*/ 171450 h 523875"/>
              <a:gd name="connsiteX39" fmla="*/ 342900 w 533400"/>
              <a:gd name="connsiteY39" fmla="*/ 0 h 523875"/>
              <a:gd name="connsiteX40" fmla="*/ 371475 w 533400"/>
              <a:gd name="connsiteY40" fmla="*/ 28575 h 523875"/>
              <a:gd name="connsiteX41" fmla="*/ 371475 w 533400"/>
              <a:gd name="connsiteY41" fmla="*/ 104775 h 523875"/>
              <a:gd name="connsiteX42" fmla="*/ 342900 w 533400"/>
              <a:gd name="connsiteY42" fmla="*/ 133350 h 523875"/>
              <a:gd name="connsiteX43" fmla="*/ 190500 w 533400"/>
              <a:gd name="connsiteY43" fmla="*/ 133350 h 523875"/>
              <a:gd name="connsiteX44" fmla="*/ 161925 w 533400"/>
              <a:gd name="connsiteY44" fmla="*/ 104775 h 523875"/>
              <a:gd name="connsiteX45" fmla="*/ 161925 w 533400"/>
              <a:gd name="connsiteY45" fmla="*/ 28575 h 523875"/>
              <a:gd name="connsiteX46" fmla="*/ 190500 w 533400"/>
              <a:gd name="connsiteY46" fmla="*/ 0 h 523875"/>
              <a:gd name="connsiteX47" fmla="*/ 342900 w 533400"/>
              <a:gd name="connsiteY47" fmla="*/ 0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3400" h="523875">
                <a:moveTo>
                  <a:pt x="342900" y="276225"/>
                </a:moveTo>
                <a:cubicBezTo>
                  <a:pt x="358711" y="276225"/>
                  <a:pt x="371475" y="288989"/>
                  <a:pt x="371475" y="304800"/>
                </a:cubicBezTo>
                <a:lnTo>
                  <a:pt x="371475" y="495300"/>
                </a:lnTo>
                <a:cubicBezTo>
                  <a:pt x="371475" y="511112"/>
                  <a:pt x="358711" y="523875"/>
                  <a:pt x="342900" y="523875"/>
                </a:cubicBezTo>
                <a:lnTo>
                  <a:pt x="190500" y="523875"/>
                </a:lnTo>
                <a:cubicBezTo>
                  <a:pt x="174689" y="523875"/>
                  <a:pt x="161925" y="511112"/>
                  <a:pt x="161925" y="495300"/>
                </a:cubicBezTo>
                <a:lnTo>
                  <a:pt x="161925" y="304800"/>
                </a:lnTo>
                <a:cubicBezTo>
                  <a:pt x="161925" y="288989"/>
                  <a:pt x="174689" y="276225"/>
                  <a:pt x="190500" y="276225"/>
                </a:cubicBezTo>
                <a:lnTo>
                  <a:pt x="342900" y="276225"/>
                </a:lnTo>
                <a:close/>
                <a:moveTo>
                  <a:pt x="142875" y="114300"/>
                </a:moveTo>
                <a:cubicBezTo>
                  <a:pt x="142875" y="134684"/>
                  <a:pt x="158877" y="151352"/>
                  <a:pt x="179070" y="152400"/>
                </a:cubicBezTo>
                <a:lnTo>
                  <a:pt x="180975" y="152400"/>
                </a:lnTo>
                <a:lnTo>
                  <a:pt x="352425" y="152400"/>
                </a:lnTo>
                <a:cubicBezTo>
                  <a:pt x="372809" y="152400"/>
                  <a:pt x="389477" y="136398"/>
                  <a:pt x="390525" y="116205"/>
                </a:cubicBezTo>
                <a:lnTo>
                  <a:pt x="390525" y="114300"/>
                </a:lnTo>
                <a:lnTo>
                  <a:pt x="504825" y="114300"/>
                </a:lnTo>
                <a:cubicBezTo>
                  <a:pt x="520636" y="114300"/>
                  <a:pt x="533400" y="127064"/>
                  <a:pt x="533400" y="142875"/>
                </a:cubicBezTo>
                <a:lnTo>
                  <a:pt x="533400" y="381000"/>
                </a:lnTo>
                <a:cubicBezTo>
                  <a:pt x="533400" y="396812"/>
                  <a:pt x="520636" y="409575"/>
                  <a:pt x="504825" y="409575"/>
                </a:cubicBezTo>
                <a:lnTo>
                  <a:pt x="390525" y="409575"/>
                </a:lnTo>
                <a:lnTo>
                  <a:pt x="390525" y="295275"/>
                </a:lnTo>
                <a:cubicBezTo>
                  <a:pt x="390525" y="274892"/>
                  <a:pt x="374523" y="258223"/>
                  <a:pt x="354330" y="257175"/>
                </a:cubicBezTo>
                <a:lnTo>
                  <a:pt x="352425" y="257175"/>
                </a:lnTo>
                <a:lnTo>
                  <a:pt x="180975" y="257175"/>
                </a:lnTo>
                <a:cubicBezTo>
                  <a:pt x="160591" y="257175"/>
                  <a:pt x="143923" y="273177"/>
                  <a:pt x="142875" y="293370"/>
                </a:cubicBezTo>
                <a:lnTo>
                  <a:pt x="142875" y="295275"/>
                </a:lnTo>
                <a:lnTo>
                  <a:pt x="142875" y="409575"/>
                </a:lnTo>
                <a:lnTo>
                  <a:pt x="28575" y="409575"/>
                </a:lnTo>
                <a:cubicBezTo>
                  <a:pt x="12763" y="409575"/>
                  <a:pt x="0" y="396812"/>
                  <a:pt x="0" y="381000"/>
                </a:cubicBezTo>
                <a:lnTo>
                  <a:pt x="0" y="200787"/>
                </a:lnTo>
                <a:cubicBezTo>
                  <a:pt x="0" y="191167"/>
                  <a:pt x="3620" y="181832"/>
                  <a:pt x="10287" y="174784"/>
                </a:cubicBezTo>
                <a:lnTo>
                  <a:pt x="55436" y="126397"/>
                </a:lnTo>
                <a:cubicBezTo>
                  <a:pt x="62675" y="118682"/>
                  <a:pt x="72771" y="114300"/>
                  <a:pt x="83248" y="114300"/>
                </a:cubicBezTo>
                <a:lnTo>
                  <a:pt x="142875" y="114300"/>
                </a:lnTo>
                <a:close/>
                <a:moveTo>
                  <a:pt x="461963" y="171450"/>
                </a:moveTo>
                <a:cubicBezTo>
                  <a:pt x="454057" y="171450"/>
                  <a:pt x="447675" y="177832"/>
                  <a:pt x="447675" y="185738"/>
                </a:cubicBezTo>
                <a:cubicBezTo>
                  <a:pt x="447675" y="193643"/>
                  <a:pt x="454057" y="200025"/>
                  <a:pt x="461963" y="200025"/>
                </a:cubicBezTo>
                <a:cubicBezTo>
                  <a:pt x="469868" y="200025"/>
                  <a:pt x="476250" y="193643"/>
                  <a:pt x="476250" y="185738"/>
                </a:cubicBezTo>
                <a:cubicBezTo>
                  <a:pt x="476250" y="177832"/>
                  <a:pt x="469868" y="171450"/>
                  <a:pt x="461963" y="171450"/>
                </a:cubicBezTo>
                <a:close/>
                <a:moveTo>
                  <a:pt x="342900" y="0"/>
                </a:moveTo>
                <a:cubicBezTo>
                  <a:pt x="358711" y="0"/>
                  <a:pt x="371475" y="12763"/>
                  <a:pt x="371475" y="28575"/>
                </a:cubicBezTo>
                <a:lnTo>
                  <a:pt x="371475" y="104775"/>
                </a:lnTo>
                <a:cubicBezTo>
                  <a:pt x="371475" y="120587"/>
                  <a:pt x="358711" y="133350"/>
                  <a:pt x="342900" y="133350"/>
                </a:cubicBezTo>
                <a:lnTo>
                  <a:pt x="190500" y="133350"/>
                </a:lnTo>
                <a:cubicBezTo>
                  <a:pt x="174689" y="133350"/>
                  <a:pt x="161925" y="120587"/>
                  <a:pt x="161925" y="104775"/>
                </a:cubicBezTo>
                <a:lnTo>
                  <a:pt x="161925" y="28575"/>
                </a:lnTo>
                <a:cubicBezTo>
                  <a:pt x="161925" y="12763"/>
                  <a:pt x="174689" y="0"/>
                  <a:pt x="190500" y="0"/>
                </a:cubicBezTo>
                <a:lnTo>
                  <a:pt x="3429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54" name="ïṣľîḑè"/>
          <p:cNvSpPr/>
          <p:nvPr/>
        </p:nvSpPr>
        <p:spPr bwMode="auto">
          <a:xfrm>
            <a:off x="7948445" y="5359892"/>
            <a:ext cx="3506302" cy="5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100" dirty="0"/>
              <a:t>长寿命碎片长期占据轨道，压缩后代可选择的轨道空间。</a:t>
            </a:r>
            <a:endParaRPr lang="zh-CN" altLang="en-US" sz="1100" dirty="0"/>
          </a:p>
        </p:txBody>
      </p:sp>
      <p:sp>
        <p:nvSpPr>
          <p:cNvPr id="255" name="íŝľïdè"/>
          <p:cNvSpPr txBox="1"/>
          <p:nvPr/>
        </p:nvSpPr>
        <p:spPr bwMode="auto">
          <a:xfrm>
            <a:off x="7948445" y="4959508"/>
            <a:ext cx="3506302" cy="4003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b="1"/>
              <a:t>代际轨道资源</a:t>
            </a:r>
            <a:endParaRPr lang="en-US" altLang="zh-CN" b="1" dirty="0"/>
          </a:p>
        </p:txBody>
      </p:sp>
      <p:cxnSp>
        <p:nvCxnSpPr>
          <p:cNvPr id="251" name="îṡ1îďè"/>
          <p:cNvCxnSpPr/>
          <p:nvPr/>
        </p:nvCxnSpPr>
        <p:spPr>
          <a:xfrm>
            <a:off x="8014396" y="2444057"/>
            <a:ext cx="350609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ïṡľîḓè"/>
          <p:cNvCxnSpPr/>
          <p:nvPr/>
        </p:nvCxnSpPr>
        <p:spPr>
          <a:xfrm>
            <a:off x="8014396" y="3638549"/>
            <a:ext cx="350609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iśļîdé"/>
          <p:cNvCxnSpPr/>
          <p:nvPr/>
        </p:nvCxnSpPr>
        <p:spPr>
          <a:xfrm>
            <a:off x="8014396" y="4833040"/>
            <a:ext cx="350609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śļîḓ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śļidè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天文观测：被“划伤”的星空</a:t>
            </a:r>
            <a:endParaRPr lang="zh-CN" altLang="en-US" dirty="0"/>
          </a:p>
        </p:txBody>
      </p:sp>
      <p:sp>
        <p:nvSpPr>
          <p:cNvPr id="3" name="îṥḻiḍé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经济社会与公共资源损害  /  影响专家</a:t>
            </a:r>
            <a:endParaRPr lang="zh-CN" altLang="en-US" dirty="0"/>
          </a:p>
        </p:txBody>
      </p:sp>
      <p:sp>
        <p:nvSpPr>
          <p:cNvPr id="4" name="ïşḷiḋ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z="100"/>
              <a:t>2</a:t>
            </a:r>
            <a:endParaRPr lang="zh-CN" altLang="en-US" sz="100"/>
          </a:p>
        </p:txBody>
      </p:sp>
      <p:grpSp>
        <p:nvGrpSpPr>
          <p:cNvPr id="37" name="ï$ḷiď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673102" y="1123950"/>
            <a:ext cx="10845798" cy="5019675"/>
            <a:chOff x="673102" y="1123950"/>
            <a:chExt cx="10845798" cy="5019675"/>
          </a:xfrm>
        </p:grpSpPr>
        <p:sp>
          <p:nvSpPr>
            <p:cNvPr id="38" name="îŝ1ïḋe"/>
            <p:cNvSpPr txBox="1"/>
            <p:nvPr/>
          </p:nvSpPr>
          <p:spPr>
            <a:xfrm>
              <a:off x="673103" y="2714881"/>
              <a:ext cx="3670291" cy="714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2000" b="1" dirty="0"/>
                <a:t>星空是全人类共享的</a:t>
              </a:r>
              <a:endParaRPr lang="zh-CN" altLang="en-US" sz="2000" b="1" dirty="0"/>
            </a:p>
            <a:p>
              <a:pPr>
                <a:buSzPct val="25000"/>
              </a:pPr>
              <a:r>
                <a:rPr lang="zh-CN" altLang="en-US" sz="2000" b="1" dirty="0"/>
                <a:t>科学公共品</a:t>
              </a:r>
              <a:endParaRPr lang="zh-CN" altLang="en-US" sz="2000" b="1" dirty="0"/>
            </a:p>
          </p:txBody>
        </p:sp>
        <p:sp>
          <p:nvSpPr>
            <p:cNvPr id="39" name="í$ḷïḋé"/>
            <p:cNvSpPr txBox="1"/>
            <p:nvPr/>
          </p:nvSpPr>
          <p:spPr>
            <a:xfrm>
              <a:off x="673102" y="3429000"/>
              <a:ext cx="3670292" cy="911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buSzPct val="25000"/>
              </a:pPr>
              <a:r>
                <a:rPr lang="zh-CN" altLang="en-US" sz="1100" dirty="0"/>
                <a:t>卫星反射阳光，在长曝光图像中留下亮线；</a:t>
              </a:r>
              <a:endParaRPr lang="zh-CN" altLang="en-US" sz="1100" dirty="0"/>
            </a:p>
            <a:p>
              <a:pPr>
                <a:lnSpc>
                  <a:spcPct val="150000"/>
                </a:lnSpc>
                <a:buSzPct val="25000"/>
              </a:pPr>
              <a:r>
                <a:rPr lang="zh-CN" altLang="en-US" sz="1100" dirty="0"/>
                <a:t>在轨卫星越多，受影响的曝光比例越高。</a:t>
              </a:r>
              <a:endParaRPr lang="zh-CN" altLang="en-US" sz="1100" dirty="0"/>
            </a:p>
            <a:p>
              <a:pPr>
                <a:lnSpc>
                  <a:spcPct val="150000"/>
                </a:lnSpc>
                <a:buSzPct val="25000"/>
              </a:pPr>
              <a:endParaRPr lang="zh-CN" altLang="en-US" sz="1100" dirty="0"/>
            </a:p>
          </p:txBody>
        </p:sp>
        <p:cxnSp>
          <p:nvCxnSpPr>
            <p:cNvPr id="40" name="işḻîḍè"/>
            <p:cNvCxnSpPr/>
            <p:nvPr/>
          </p:nvCxnSpPr>
          <p:spPr>
            <a:xfrm>
              <a:off x="4500800" y="1123950"/>
              <a:ext cx="0" cy="501967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íSlîḋe"/>
            <p:cNvSpPr/>
            <p:nvPr/>
          </p:nvSpPr>
          <p:spPr>
            <a:xfrm>
              <a:off x="4783136" y="2296232"/>
              <a:ext cx="3303462" cy="1843968"/>
            </a:xfrm>
            <a:prstGeom prst="rect">
              <a:avLst/>
            </a:prstGeom>
            <a:blipFill>
              <a:blip r:embed="rId1"/>
              <a:srcRect/>
              <a:stretch>
                <a:fillRect t="-9623" b="-962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42" name="íS1îḑé"/>
            <p:cNvSpPr/>
            <p:nvPr/>
          </p:nvSpPr>
          <p:spPr>
            <a:xfrm>
              <a:off x="8215430" y="2296232"/>
              <a:ext cx="3303462" cy="1843968"/>
            </a:xfrm>
            <a:prstGeom prst="rect">
              <a:avLst/>
            </a:prstGeom>
            <a:blipFill>
              <a:blip r:embed="rId2"/>
              <a:srcRect/>
              <a:stretch>
                <a:fillRect t="-17950" b="-1795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43" name="îŝľíḋè"/>
            <p:cNvSpPr/>
            <p:nvPr/>
          </p:nvSpPr>
          <p:spPr>
            <a:xfrm>
              <a:off x="4783136" y="3733935"/>
              <a:ext cx="3303456" cy="406265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70000"/>
              </a:schemeClr>
            </a:solidFill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阿塔卡马夜空 · 2025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iŝľîḑe"/>
            <p:cNvSpPr/>
            <p:nvPr/>
          </p:nvSpPr>
          <p:spPr>
            <a:xfrm>
              <a:off x="8215424" y="3733935"/>
              <a:ext cx="3303456" cy="406265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70000"/>
              </a:schemeClr>
            </a:solidFill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zh-CN" altLang="en-US" b="1">
                  <a:solidFill>
                    <a:schemeClr val="bg1"/>
                  </a:solidFill>
                </a:rPr>
                <a:t>星链卫星列车 · 2019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ïşḷidè"/>
            <p:cNvSpPr/>
            <p:nvPr/>
          </p:nvSpPr>
          <p:spPr bwMode="auto">
            <a:xfrm>
              <a:off x="4783136" y="4290885"/>
              <a:ext cx="3303453" cy="128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zh-CN" altLang="en-US" sz="1200" dirty="0"/>
                <a:t>一小时延时叠加，大量卫星轨迹交错；</a:t>
              </a:r>
              <a:endParaRPr lang="zh-CN" altLang="en-US" sz="1200" dirty="0"/>
            </a:p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zh-CN" altLang="en-US" sz="1200" dirty="0"/>
                <a:t>图中少量轨迹来自飞机。</a:t>
              </a:r>
              <a:endParaRPr lang="zh-CN" altLang="en-US" sz="1200" dirty="0"/>
            </a:p>
          </p:txBody>
        </p:sp>
        <p:sp>
          <p:nvSpPr>
            <p:cNvPr id="46" name="iśḻîḓê"/>
            <p:cNvSpPr/>
            <p:nvPr/>
          </p:nvSpPr>
          <p:spPr bwMode="auto">
            <a:xfrm>
              <a:off x="8215447" y="4290885"/>
              <a:ext cx="3303453" cy="128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zh-CN" altLang="en-US" sz="1200" dirty="0"/>
                <a:t>2019年5月25日发射初期的卫星列车，</a:t>
              </a:r>
              <a:endParaRPr lang="zh-CN" altLang="en-US" sz="1200" dirty="0"/>
            </a:p>
            <a:p>
              <a:pPr lvl="0" algn="ctr">
                <a:lnSpc>
                  <a:spcPct val="150000"/>
                </a:lnSpc>
                <a:buSzPct val="25000"/>
                <a:defRPr/>
              </a:pPr>
              <a:r>
                <a:rPr lang="zh-CN" altLang="en-US" sz="1200" dirty="0"/>
                <a:t>不代表成熟星座每次曝光的密度。</a:t>
              </a:r>
              <a:endParaRPr lang="zh-CN" altLang="en-US" sz="1200" dirty="0"/>
            </a:p>
          </p:txBody>
        </p:sp>
      </p:grp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$ļïď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ïṧ1idé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天文台的隐性成本清单</a:t>
            </a:r>
            <a:endParaRPr lang="zh-CN" altLang="en-US" dirty="0"/>
          </a:p>
        </p:txBody>
      </p:sp>
      <p:sp>
        <p:nvSpPr>
          <p:cNvPr id="3" name="îṡļïďè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经济社会与公共资源损害  /  影响专家</a:t>
            </a:r>
            <a:endParaRPr lang="zh-CN" altLang="en-US" dirty="0"/>
          </a:p>
        </p:txBody>
      </p:sp>
      <p:sp>
        <p:nvSpPr>
          <p:cNvPr id="4" name="ïŝliḑ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z="100"/>
              <a:t>4</a:t>
            </a:r>
            <a:endParaRPr lang="zh-CN" altLang="en-US" sz="100"/>
          </a:p>
        </p:txBody>
      </p:sp>
      <p:grpSp>
        <p:nvGrpSpPr>
          <p:cNvPr id="5" name="iš1ïḑê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11444" y="1245729"/>
            <a:ext cx="10369112" cy="4785642"/>
            <a:chOff x="911444" y="1245729"/>
            <a:chExt cx="10369112" cy="4785642"/>
          </a:xfrm>
        </p:grpSpPr>
        <p:grpSp>
          <p:nvGrpSpPr>
            <p:cNvPr id="6" name="íṡľíḍe"/>
            <p:cNvGrpSpPr/>
            <p:nvPr/>
          </p:nvGrpSpPr>
          <p:grpSpPr>
            <a:xfrm>
              <a:off x="3340736" y="2788372"/>
              <a:ext cx="346978" cy="319168"/>
              <a:chOff x="6897244" y="3129780"/>
              <a:chExt cx="346978" cy="319168"/>
            </a:xfrm>
            <a:solidFill>
              <a:schemeClr val="bg1">
                <a:lumMod val="85000"/>
              </a:schemeClr>
            </a:solidFill>
          </p:grpSpPr>
          <p:sp>
            <p:nvSpPr>
              <p:cNvPr id="37" name="ïṩľíḑê"/>
              <p:cNvSpPr/>
              <p:nvPr/>
            </p:nvSpPr>
            <p:spPr bwMode="auto">
              <a:xfrm>
                <a:off x="7043080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3 w 51"/>
                  <a:gd name="T3" fmla="*/ 78 h 81"/>
                  <a:gd name="T4" fmla="*/ 3 w 51"/>
                  <a:gd name="T5" fmla="*/ 68 h 81"/>
                  <a:gd name="T6" fmla="*/ 30 w 51"/>
                  <a:gd name="T7" fmla="*/ 41 h 81"/>
                  <a:gd name="T8" fmla="*/ 3 w 51"/>
                  <a:gd name="T9" fmla="*/ 14 h 81"/>
                  <a:gd name="T10" fmla="*/ 3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3" y="78"/>
                    </a:cubicBezTo>
                    <a:cubicBezTo>
                      <a:pt x="0" y="76"/>
                      <a:pt x="0" y="71"/>
                      <a:pt x="3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0" y="11"/>
                      <a:pt x="0" y="6"/>
                      <a:pt x="3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" name="íšļïďe"/>
              <p:cNvSpPr/>
              <p:nvPr/>
            </p:nvSpPr>
            <p:spPr bwMode="auto">
              <a:xfrm>
                <a:off x="6897244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2 w 51"/>
                  <a:gd name="T3" fmla="*/ 78 h 81"/>
                  <a:gd name="T4" fmla="*/ 2 w 51"/>
                  <a:gd name="T5" fmla="*/ 68 h 81"/>
                  <a:gd name="T6" fmla="*/ 30 w 51"/>
                  <a:gd name="T7" fmla="*/ 41 h 81"/>
                  <a:gd name="T8" fmla="*/ 2 w 51"/>
                  <a:gd name="T9" fmla="*/ 14 h 81"/>
                  <a:gd name="T10" fmla="*/ 2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2" y="78"/>
                    </a:cubicBezTo>
                    <a:cubicBezTo>
                      <a:pt x="0" y="76"/>
                      <a:pt x="0" y="71"/>
                      <a:pt x="2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11"/>
                      <a:pt x="0" y="6"/>
                      <a:pt x="2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7" name="íṡḷidè"/>
            <p:cNvSpPr/>
            <p:nvPr/>
          </p:nvSpPr>
          <p:spPr bwMode="auto">
            <a:xfrm>
              <a:off x="2057710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8" name="ïśļíḓe"/>
            <p:cNvSpPr/>
            <p:nvPr/>
          </p:nvSpPr>
          <p:spPr bwMode="auto">
            <a:xfrm>
              <a:off x="2135840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9" name="îS1íďé"/>
            <p:cNvSpPr/>
            <p:nvPr/>
          </p:nvSpPr>
          <p:spPr bwMode="auto">
            <a:xfrm>
              <a:off x="1318804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0" name="í$ḻídè"/>
            <p:cNvSpPr/>
            <p:nvPr/>
          </p:nvSpPr>
          <p:spPr>
            <a:xfrm>
              <a:off x="1451790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zh-CN" altLang="en-US" sz="4400" b="1" i="1" dirty="0">
                  <a:solidFill>
                    <a:schemeClr val="tx1"/>
                  </a:solidFill>
                </a:rPr>
                <a:t>排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1" name="ïṥ1íḓê"/>
            <p:cNvSpPr txBox="1"/>
            <p:nvPr/>
          </p:nvSpPr>
          <p:spPr bwMode="auto">
            <a:xfrm>
              <a:off x="911444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/>
                <a:t>排程规避</a:t>
              </a:r>
              <a:endParaRPr lang="en-US" altLang="zh-CN" sz="2000" dirty="0"/>
            </a:p>
          </p:txBody>
        </p:sp>
        <p:sp>
          <p:nvSpPr>
            <p:cNvPr id="12" name="î$ḻïḍe"/>
            <p:cNvSpPr/>
            <p:nvPr/>
          </p:nvSpPr>
          <p:spPr bwMode="auto">
            <a:xfrm>
              <a:off x="911444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100" dirty="0"/>
                <a:t>预测卫星过境并调整观测窗口，压缩有效观测时间。</a:t>
              </a:r>
              <a:endParaRPr lang="en-US" altLang="zh-CN" sz="100" dirty="0"/>
            </a:p>
          </p:txBody>
        </p:sp>
        <p:grpSp>
          <p:nvGrpSpPr>
            <p:cNvPr id="13" name="isliḍe"/>
            <p:cNvGrpSpPr/>
            <p:nvPr/>
          </p:nvGrpSpPr>
          <p:grpSpPr>
            <a:xfrm>
              <a:off x="5938731" y="2788372"/>
              <a:ext cx="346978" cy="319168"/>
              <a:chOff x="6897244" y="3129780"/>
              <a:chExt cx="346978" cy="319168"/>
            </a:xfrm>
            <a:solidFill>
              <a:schemeClr val="bg1">
                <a:lumMod val="85000"/>
              </a:schemeClr>
            </a:solidFill>
          </p:grpSpPr>
          <p:sp>
            <p:nvSpPr>
              <p:cNvPr id="35" name="îśļíḓé"/>
              <p:cNvSpPr/>
              <p:nvPr/>
            </p:nvSpPr>
            <p:spPr bwMode="auto">
              <a:xfrm>
                <a:off x="7043080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3 w 51"/>
                  <a:gd name="T3" fmla="*/ 78 h 81"/>
                  <a:gd name="T4" fmla="*/ 3 w 51"/>
                  <a:gd name="T5" fmla="*/ 68 h 81"/>
                  <a:gd name="T6" fmla="*/ 30 w 51"/>
                  <a:gd name="T7" fmla="*/ 41 h 81"/>
                  <a:gd name="T8" fmla="*/ 3 w 51"/>
                  <a:gd name="T9" fmla="*/ 14 h 81"/>
                  <a:gd name="T10" fmla="*/ 3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3" y="78"/>
                    </a:cubicBezTo>
                    <a:cubicBezTo>
                      <a:pt x="0" y="76"/>
                      <a:pt x="0" y="71"/>
                      <a:pt x="3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0" y="11"/>
                      <a:pt x="0" y="6"/>
                      <a:pt x="3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6" name="î$1ïḍé"/>
              <p:cNvSpPr/>
              <p:nvPr/>
            </p:nvSpPr>
            <p:spPr bwMode="auto">
              <a:xfrm>
                <a:off x="6897244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2 w 51"/>
                  <a:gd name="T3" fmla="*/ 78 h 81"/>
                  <a:gd name="T4" fmla="*/ 2 w 51"/>
                  <a:gd name="T5" fmla="*/ 68 h 81"/>
                  <a:gd name="T6" fmla="*/ 30 w 51"/>
                  <a:gd name="T7" fmla="*/ 41 h 81"/>
                  <a:gd name="T8" fmla="*/ 2 w 51"/>
                  <a:gd name="T9" fmla="*/ 14 h 81"/>
                  <a:gd name="T10" fmla="*/ 2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2" y="78"/>
                    </a:cubicBezTo>
                    <a:cubicBezTo>
                      <a:pt x="0" y="76"/>
                      <a:pt x="0" y="71"/>
                      <a:pt x="2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11"/>
                      <a:pt x="0" y="6"/>
                      <a:pt x="2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4" name="işlíḋé"/>
            <p:cNvSpPr/>
            <p:nvPr/>
          </p:nvSpPr>
          <p:spPr bwMode="auto">
            <a:xfrm>
              <a:off x="4655705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5" name="iṩļîďé"/>
            <p:cNvSpPr/>
            <p:nvPr/>
          </p:nvSpPr>
          <p:spPr bwMode="auto">
            <a:xfrm>
              <a:off x="4733835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6" name="iṥļïḋé"/>
            <p:cNvSpPr/>
            <p:nvPr/>
          </p:nvSpPr>
          <p:spPr bwMode="auto">
            <a:xfrm>
              <a:off x="3916799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17" name="íśḷîďê"/>
            <p:cNvSpPr/>
            <p:nvPr/>
          </p:nvSpPr>
          <p:spPr>
            <a:xfrm>
              <a:off x="4049785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zh-CN" altLang="en-US" sz="4400" b="1" i="1" dirty="0">
                  <a:solidFill>
                    <a:schemeClr val="tx1"/>
                  </a:solidFill>
                </a:rPr>
                <a:t>损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8" name="îṣḷíḓé"/>
            <p:cNvSpPr txBox="1"/>
            <p:nvPr/>
          </p:nvSpPr>
          <p:spPr bwMode="auto">
            <a:xfrm>
              <a:off x="3509439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/>
                <a:t>图像污染</a:t>
              </a:r>
              <a:endParaRPr lang="en-US" altLang="zh-CN" sz="2000" dirty="0"/>
            </a:p>
          </p:txBody>
        </p:sp>
        <p:sp>
          <p:nvSpPr>
            <p:cNvPr id="19" name="ïṣḷíḓè"/>
            <p:cNvSpPr/>
            <p:nvPr/>
          </p:nvSpPr>
          <p:spPr bwMode="auto">
            <a:xfrm>
              <a:off x="3509439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100" dirty="0"/>
                <a:t>拖线覆盖目标，亮星过曝与伪影造成有效像素损失。</a:t>
              </a:r>
              <a:endParaRPr lang="en-US" altLang="zh-CN" sz="100" dirty="0"/>
            </a:p>
          </p:txBody>
        </p:sp>
        <p:grpSp>
          <p:nvGrpSpPr>
            <p:cNvPr id="20" name="ïṥḻïḓe"/>
            <p:cNvGrpSpPr/>
            <p:nvPr/>
          </p:nvGrpSpPr>
          <p:grpSpPr>
            <a:xfrm>
              <a:off x="8536726" y="2788372"/>
              <a:ext cx="346978" cy="319168"/>
              <a:chOff x="6897244" y="3129780"/>
              <a:chExt cx="346978" cy="319168"/>
            </a:xfrm>
            <a:solidFill>
              <a:schemeClr val="bg1">
                <a:lumMod val="85000"/>
              </a:schemeClr>
            </a:solidFill>
          </p:grpSpPr>
          <p:sp>
            <p:nvSpPr>
              <p:cNvPr id="33" name="îšliḋe"/>
              <p:cNvSpPr/>
              <p:nvPr/>
            </p:nvSpPr>
            <p:spPr bwMode="auto">
              <a:xfrm>
                <a:off x="7043080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3 w 51"/>
                  <a:gd name="T3" fmla="*/ 78 h 81"/>
                  <a:gd name="T4" fmla="*/ 3 w 51"/>
                  <a:gd name="T5" fmla="*/ 68 h 81"/>
                  <a:gd name="T6" fmla="*/ 30 w 51"/>
                  <a:gd name="T7" fmla="*/ 41 h 81"/>
                  <a:gd name="T8" fmla="*/ 3 w 51"/>
                  <a:gd name="T9" fmla="*/ 14 h 81"/>
                  <a:gd name="T10" fmla="*/ 3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3" y="78"/>
                    </a:cubicBezTo>
                    <a:cubicBezTo>
                      <a:pt x="0" y="76"/>
                      <a:pt x="0" y="71"/>
                      <a:pt x="3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0" y="11"/>
                      <a:pt x="0" y="6"/>
                      <a:pt x="3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4" name="iŝḻíḑe"/>
              <p:cNvSpPr/>
              <p:nvPr/>
            </p:nvSpPr>
            <p:spPr bwMode="auto">
              <a:xfrm>
                <a:off x="6897244" y="3129780"/>
                <a:ext cx="201142" cy="319168"/>
              </a:xfrm>
              <a:custGeom>
                <a:avLst/>
                <a:gdLst>
                  <a:gd name="T0" fmla="*/ 8 w 51"/>
                  <a:gd name="T1" fmla="*/ 81 h 81"/>
                  <a:gd name="T2" fmla="*/ 2 w 51"/>
                  <a:gd name="T3" fmla="*/ 78 h 81"/>
                  <a:gd name="T4" fmla="*/ 2 w 51"/>
                  <a:gd name="T5" fmla="*/ 68 h 81"/>
                  <a:gd name="T6" fmla="*/ 30 w 51"/>
                  <a:gd name="T7" fmla="*/ 41 h 81"/>
                  <a:gd name="T8" fmla="*/ 2 w 51"/>
                  <a:gd name="T9" fmla="*/ 14 h 81"/>
                  <a:gd name="T10" fmla="*/ 2 w 51"/>
                  <a:gd name="T11" fmla="*/ 3 h 81"/>
                  <a:gd name="T12" fmla="*/ 13 w 51"/>
                  <a:gd name="T13" fmla="*/ 3 h 81"/>
                  <a:gd name="T14" fmla="*/ 51 w 51"/>
                  <a:gd name="T15" fmla="*/ 41 h 81"/>
                  <a:gd name="T16" fmla="*/ 13 w 51"/>
                  <a:gd name="T17" fmla="*/ 78 h 81"/>
                  <a:gd name="T18" fmla="*/ 8 w 51"/>
                  <a:gd name="T1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81">
                    <a:moveTo>
                      <a:pt x="8" y="81"/>
                    </a:moveTo>
                    <a:cubicBezTo>
                      <a:pt x="6" y="81"/>
                      <a:pt x="4" y="80"/>
                      <a:pt x="2" y="78"/>
                    </a:cubicBezTo>
                    <a:cubicBezTo>
                      <a:pt x="0" y="76"/>
                      <a:pt x="0" y="71"/>
                      <a:pt x="2" y="68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11"/>
                      <a:pt x="0" y="6"/>
                      <a:pt x="2" y="3"/>
                    </a:cubicBezTo>
                    <a:cubicBezTo>
                      <a:pt x="5" y="0"/>
                      <a:pt x="10" y="0"/>
                      <a:pt x="13" y="3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2" y="80"/>
                      <a:pt x="10" y="81"/>
                      <a:pt x="8" y="8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1" name="ïṩ1íḓé"/>
            <p:cNvSpPr/>
            <p:nvPr/>
          </p:nvSpPr>
          <p:spPr bwMode="auto">
            <a:xfrm>
              <a:off x="7253700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2" name="îŝḷiďè"/>
            <p:cNvSpPr/>
            <p:nvPr/>
          </p:nvSpPr>
          <p:spPr bwMode="auto">
            <a:xfrm>
              <a:off x="7331830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3" name="ïṧḷiďé"/>
            <p:cNvSpPr/>
            <p:nvPr/>
          </p:nvSpPr>
          <p:spPr bwMode="auto">
            <a:xfrm>
              <a:off x="6514794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4" name="ïṥľîde"/>
            <p:cNvSpPr/>
            <p:nvPr/>
          </p:nvSpPr>
          <p:spPr>
            <a:xfrm>
              <a:off x="6647780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zh-CN" altLang="en-US" sz="4400" b="1" i="1" dirty="0">
                  <a:solidFill>
                    <a:schemeClr val="tx1"/>
                  </a:solidFill>
                </a:rPr>
                <a:t>洗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25" name="îṣľîḍê"/>
            <p:cNvSpPr txBox="1"/>
            <p:nvPr/>
          </p:nvSpPr>
          <p:spPr bwMode="auto">
            <a:xfrm>
              <a:off x="6107434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/>
                <a:t>数据清洗</a:t>
              </a:r>
              <a:endParaRPr lang="en-US" altLang="zh-CN" sz="2000" dirty="0"/>
            </a:p>
          </p:txBody>
        </p:sp>
        <p:sp>
          <p:nvSpPr>
            <p:cNvPr id="26" name="îṥ1îḍè"/>
            <p:cNvSpPr/>
            <p:nvPr/>
          </p:nvSpPr>
          <p:spPr bwMode="auto">
            <a:xfrm>
              <a:off x="6107434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100" dirty="0"/>
                <a:t>识别、掩膜拖线并重复曝光，增加算力与人力投入。</a:t>
              </a:r>
              <a:endParaRPr lang="en-US" altLang="zh-CN" sz="100" dirty="0"/>
            </a:p>
          </p:txBody>
        </p:sp>
        <p:sp>
          <p:nvSpPr>
            <p:cNvPr id="27" name="íṥḻíde"/>
            <p:cNvSpPr/>
            <p:nvPr/>
          </p:nvSpPr>
          <p:spPr bwMode="auto">
            <a:xfrm>
              <a:off x="9851694" y="4188055"/>
              <a:ext cx="282596" cy="462128"/>
            </a:xfrm>
            <a:custGeom>
              <a:avLst/>
              <a:gdLst>
                <a:gd name="T0" fmla="*/ 52 w 72"/>
                <a:gd name="T1" fmla="*/ 0 h 117"/>
                <a:gd name="T2" fmla="*/ 52 w 72"/>
                <a:gd name="T3" fmla="*/ 71 h 117"/>
                <a:gd name="T4" fmla="*/ 69 w 72"/>
                <a:gd name="T5" fmla="*/ 71 h 117"/>
                <a:gd name="T6" fmla="*/ 72 w 72"/>
                <a:gd name="T7" fmla="*/ 73 h 117"/>
                <a:gd name="T8" fmla="*/ 71 w 72"/>
                <a:gd name="T9" fmla="*/ 77 h 117"/>
                <a:gd name="T10" fmla="*/ 36 w 72"/>
                <a:gd name="T11" fmla="*/ 117 h 117"/>
                <a:gd name="T12" fmla="*/ 1 w 72"/>
                <a:gd name="T13" fmla="*/ 77 h 117"/>
                <a:gd name="T14" fmla="*/ 0 w 72"/>
                <a:gd name="T15" fmla="*/ 73 h 117"/>
                <a:gd name="T16" fmla="*/ 3 w 72"/>
                <a:gd name="T17" fmla="*/ 71 h 117"/>
                <a:gd name="T18" fmla="*/ 20 w 72"/>
                <a:gd name="T19" fmla="*/ 71 h 117"/>
                <a:gd name="T20" fmla="*/ 20 w 72"/>
                <a:gd name="T21" fmla="*/ 0 h 117"/>
                <a:gd name="T22" fmla="*/ 52 w 72"/>
                <a:gd name="T2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" h="117">
                  <a:moveTo>
                    <a:pt x="52" y="0"/>
                  </a:moveTo>
                  <a:cubicBezTo>
                    <a:pt x="52" y="71"/>
                    <a:pt x="52" y="71"/>
                    <a:pt x="52" y="71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70" y="71"/>
                    <a:pt x="71" y="72"/>
                    <a:pt x="72" y="73"/>
                  </a:cubicBezTo>
                  <a:cubicBezTo>
                    <a:pt x="72" y="75"/>
                    <a:pt x="72" y="76"/>
                    <a:pt x="71" y="7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76"/>
                    <a:pt x="0" y="75"/>
                    <a:pt x="0" y="73"/>
                  </a:cubicBezTo>
                  <a:cubicBezTo>
                    <a:pt x="1" y="72"/>
                    <a:pt x="2" y="71"/>
                    <a:pt x="3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52" y="0"/>
                    <a:pt x="52" y="0"/>
                    <a:pt x="52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28" name="íṥḻïḋè"/>
            <p:cNvSpPr/>
            <p:nvPr/>
          </p:nvSpPr>
          <p:spPr bwMode="auto">
            <a:xfrm>
              <a:off x="9929824" y="4188055"/>
              <a:ext cx="126337" cy="99740"/>
            </a:xfrm>
            <a:custGeom>
              <a:avLst/>
              <a:gdLst>
                <a:gd name="T0" fmla="*/ 32 w 32"/>
                <a:gd name="T1" fmla="*/ 0 h 25"/>
                <a:gd name="T2" fmla="*/ 0 w 32"/>
                <a:gd name="T3" fmla="*/ 0 h 25"/>
                <a:gd name="T4" fmla="*/ 0 w 32"/>
                <a:gd name="T5" fmla="*/ 25 h 25"/>
                <a:gd name="T6" fmla="*/ 16 w 32"/>
                <a:gd name="T7" fmla="*/ 20 h 25"/>
                <a:gd name="T8" fmla="*/ 32 w 32"/>
                <a:gd name="T9" fmla="*/ 25 h 25"/>
                <a:gd name="T10" fmla="*/ 32 w 32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25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4" y="22"/>
                    <a:pt x="10" y="20"/>
                    <a:pt x="16" y="20"/>
                  </a:cubicBezTo>
                  <a:cubicBezTo>
                    <a:pt x="22" y="20"/>
                    <a:pt x="28" y="22"/>
                    <a:pt x="32" y="25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lstStyle/>
            <a:p>
              <a:endParaRPr lang="en-US"/>
            </a:p>
          </p:txBody>
        </p:sp>
        <p:sp>
          <p:nvSpPr>
            <p:cNvPr id="29" name="íşḷiḍe"/>
            <p:cNvSpPr/>
            <p:nvPr/>
          </p:nvSpPr>
          <p:spPr bwMode="auto">
            <a:xfrm>
              <a:off x="9112788" y="1245729"/>
              <a:ext cx="1760409" cy="3120195"/>
            </a:xfrm>
            <a:custGeom>
              <a:avLst/>
              <a:gdLst>
                <a:gd name="T0" fmla="*/ 448 w 448"/>
                <a:gd name="T1" fmla="*/ 224 h 792"/>
                <a:gd name="T2" fmla="*/ 448 w 448"/>
                <a:gd name="T3" fmla="*/ 570 h 792"/>
                <a:gd name="T4" fmla="*/ 252 w 448"/>
                <a:gd name="T5" fmla="*/ 792 h 792"/>
                <a:gd name="T6" fmla="*/ 252 w 448"/>
                <a:gd name="T7" fmla="*/ 777 h 792"/>
                <a:gd name="T8" fmla="*/ 224 w 448"/>
                <a:gd name="T9" fmla="*/ 749 h 792"/>
                <a:gd name="T10" fmla="*/ 196 w 448"/>
                <a:gd name="T11" fmla="*/ 777 h 792"/>
                <a:gd name="T12" fmla="*/ 196 w 448"/>
                <a:gd name="T13" fmla="*/ 792 h 792"/>
                <a:gd name="T14" fmla="*/ 0 w 448"/>
                <a:gd name="T15" fmla="*/ 570 h 792"/>
                <a:gd name="T16" fmla="*/ 0 w 448"/>
                <a:gd name="T17" fmla="*/ 224 h 792"/>
                <a:gd name="T18" fmla="*/ 224 w 448"/>
                <a:gd name="T19" fmla="*/ 0 h 792"/>
                <a:gd name="T20" fmla="*/ 448 w 448"/>
                <a:gd name="T21" fmla="*/ 224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8" h="792">
                  <a:moveTo>
                    <a:pt x="448" y="224"/>
                  </a:moveTo>
                  <a:cubicBezTo>
                    <a:pt x="448" y="570"/>
                    <a:pt x="448" y="570"/>
                    <a:pt x="448" y="570"/>
                  </a:cubicBezTo>
                  <a:cubicBezTo>
                    <a:pt x="448" y="684"/>
                    <a:pt x="362" y="778"/>
                    <a:pt x="252" y="792"/>
                  </a:cubicBezTo>
                  <a:cubicBezTo>
                    <a:pt x="252" y="777"/>
                    <a:pt x="252" y="777"/>
                    <a:pt x="252" y="777"/>
                  </a:cubicBezTo>
                  <a:cubicBezTo>
                    <a:pt x="252" y="761"/>
                    <a:pt x="239" y="749"/>
                    <a:pt x="224" y="749"/>
                  </a:cubicBezTo>
                  <a:cubicBezTo>
                    <a:pt x="209" y="749"/>
                    <a:pt x="196" y="761"/>
                    <a:pt x="196" y="777"/>
                  </a:cubicBezTo>
                  <a:cubicBezTo>
                    <a:pt x="196" y="792"/>
                    <a:pt x="196" y="792"/>
                    <a:pt x="196" y="792"/>
                  </a:cubicBezTo>
                  <a:cubicBezTo>
                    <a:pt x="86" y="778"/>
                    <a:pt x="0" y="684"/>
                    <a:pt x="0" y="570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8" y="0"/>
                    <a:pt x="448" y="100"/>
                    <a:pt x="448" y="2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/>
            </a:p>
          </p:txBody>
        </p:sp>
        <p:sp>
          <p:nvSpPr>
            <p:cNvPr id="30" name="ïsľiḓe"/>
            <p:cNvSpPr/>
            <p:nvPr/>
          </p:nvSpPr>
          <p:spPr>
            <a:xfrm>
              <a:off x="9245774" y="1378715"/>
              <a:ext cx="1494436" cy="1497760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zh-CN" altLang="en-US" sz="4400" b="1" i="1" dirty="0">
                  <a:solidFill>
                    <a:schemeClr val="tx1"/>
                  </a:solidFill>
                </a:rPr>
                <a:t>失</a:t>
              </a:r>
              <a:endParaRPr lang="zh-CN" altLang="en-US" sz="4400" b="1" i="1" dirty="0">
                <a:solidFill>
                  <a:schemeClr val="tx1"/>
                </a:solidFill>
              </a:endParaRPr>
            </a:p>
          </p:txBody>
        </p:sp>
        <p:sp>
          <p:nvSpPr>
            <p:cNvPr id="31" name="i$lîḍè"/>
            <p:cNvSpPr txBox="1"/>
            <p:nvPr/>
          </p:nvSpPr>
          <p:spPr bwMode="auto">
            <a:xfrm>
              <a:off x="8705428" y="4722611"/>
              <a:ext cx="2575128" cy="441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/>
                <a:t>不可补拍</a:t>
              </a:r>
              <a:endParaRPr lang="en-US" altLang="zh-CN" sz="2000" dirty="0"/>
            </a:p>
          </p:txBody>
        </p:sp>
        <p:sp>
          <p:nvSpPr>
            <p:cNvPr id="32" name="í$ľíḑè"/>
            <p:cNvSpPr/>
            <p:nvPr/>
          </p:nvSpPr>
          <p:spPr bwMode="auto">
            <a:xfrm>
              <a:off x="8705428" y="5164416"/>
              <a:ext cx="2575128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1100" dirty="0"/>
                <a:t>超新星爆发等瞬变事件一旦错过，无法事后复现。</a:t>
              </a:r>
              <a:endParaRPr lang="en-US" altLang="zh-CN" sz="100" dirty="0"/>
            </a:p>
          </p:txBody>
        </p:sp>
      </p:grp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îşļíḑ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îsľîdé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负外部性：收益集中，代价分散</a:t>
            </a:r>
            <a:endParaRPr lang="zh-CN" altLang="en-US" dirty="0"/>
          </a:p>
        </p:txBody>
      </p:sp>
      <p:sp>
        <p:nvSpPr>
          <p:cNvPr id="3" name="îšlîdé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经济社会与公共资源损害  /  影响专家</a:t>
            </a:r>
            <a:endParaRPr lang="zh-CN" altLang="en-US" dirty="0"/>
          </a:p>
        </p:txBody>
      </p:sp>
      <p:sp>
        <p:nvSpPr>
          <p:cNvPr id="4" name="ís1íḓ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 sz="100"/>
              <a:t>7</a:t>
            </a:r>
            <a:endParaRPr lang="zh-CN" altLang="en-US" sz="100"/>
          </a:p>
        </p:txBody>
      </p:sp>
      <p:grpSp>
        <p:nvGrpSpPr>
          <p:cNvPr id="81" name="ïšḷíḍè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673101" y="1321148"/>
            <a:ext cx="10845798" cy="4933984"/>
            <a:chOff x="673101" y="1196444"/>
            <a:chExt cx="10845798" cy="4933984"/>
          </a:xfrm>
        </p:grpSpPr>
        <p:sp>
          <p:nvSpPr>
            <p:cNvPr id="82" name="iṥľíḓè"/>
            <p:cNvSpPr/>
            <p:nvPr/>
          </p:nvSpPr>
          <p:spPr>
            <a:xfrm>
              <a:off x="4013201" y="2799216"/>
              <a:ext cx="2243112" cy="2243112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83" name="ïşḻídè"/>
            <p:cNvSpPr/>
            <p:nvPr/>
          </p:nvSpPr>
          <p:spPr>
            <a:xfrm flipH="1" flipV="1">
              <a:off x="6364944" y="2234772"/>
              <a:ext cx="1813857" cy="1813857"/>
            </a:xfrm>
            <a:prstGeom prst="teardrop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84" name="íṧḻíḑê"/>
            <p:cNvSpPr/>
            <p:nvPr/>
          </p:nvSpPr>
          <p:spPr bwMode="auto">
            <a:xfrm>
              <a:off x="6988392" y="2684457"/>
              <a:ext cx="566959" cy="609685"/>
            </a:xfrm>
            <a:custGeom>
              <a:avLst/>
              <a:gdLst>
                <a:gd name="connsiteX0" fmla="*/ 8038 w 487162"/>
                <a:gd name="connsiteY0" fmla="*/ 513398 h 523875"/>
                <a:gd name="connsiteX1" fmla="*/ 7467 w 487162"/>
                <a:gd name="connsiteY1" fmla="*/ 512731 h 523875"/>
                <a:gd name="connsiteX2" fmla="*/ 7467 w 487162"/>
                <a:gd name="connsiteY2" fmla="*/ 512731 h 523875"/>
                <a:gd name="connsiteX3" fmla="*/ 6991 w 487162"/>
                <a:gd name="connsiteY3" fmla="*/ 512064 h 523875"/>
                <a:gd name="connsiteX4" fmla="*/ 4990 w 487162"/>
                <a:gd name="connsiteY4" fmla="*/ 509016 h 523875"/>
                <a:gd name="connsiteX5" fmla="*/ 4990 w 487162"/>
                <a:gd name="connsiteY5" fmla="*/ 509016 h 523875"/>
                <a:gd name="connsiteX6" fmla="*/ 4514 w 487162"/>
                <a:gd name="connsiteY6" fmla="*/ 508254 h 523875"/>
                <a:gd name="connsiteX7" fmla="*/ 3752 w 487162"/>
                <a:gd name="connsiteY7" fmla="*/ 506730 h 523875"/>
                <a:gd name="connsiteX8" fmla="*/ 3085 w 487162"/>
                <a:gd name="connsiteY8" fmla="*/ 505111 h 523875"/>
                <a:gd name="connsiteX9" fmla="*/ 2990 w 487162"/>
                <a:gd name="connsiteY9" fmla="*/ 504920 h 523875"/>
                <a:gd name="connsiteX10" fmla="*/ 2895 w 487162"/>
                <a:gd name="connsiteY10" fmla="*/ 504635 h 523875"/>
                <a:gd name="connsiteX11" fmla="*/ 2895 w 487162"/>
                <a:gd name="connsiteY11" fmla="*/ 504444 h 523875"/>
                <a:gd name="connsiteX12" fmla="*/ 2228 w 487162"/>
                <a:gd name="connsiteY12" fmla="*/ 502444 h 523875"/>
                <a:gd name="connsiteX13" fmla="*/ 1847 w 487162"/>
                <a:gd name="connsiteY13" fmla="*/ 501110 h 523875"/>
                <a:gd name="connsiteX14" fmla="*/ 1371 w 487162"/>
                <a:gd name="connsiteY14" fmla="*/ 499205 h 523875"/>
                <a:gd name="connsiteX15" fmla="*/ 514 w 487162"/>
                <a:gd name="connsiteY15" fmla="*/ 494919 h 523875"/>
                <a:gd name="connsiteX16" fmla="*/ 228 w 487162"/>
                <a:gd name="connsiteY16" fmla="*/ 492443 h 523875"/>
                <a:gd name="connsiteX17" fmla="*/ 37 w 487162"/>
                <a:gd name="connsiteY17" fmla="*/ 485870 h 523875"/>
                <a:gd name="connsiteX18" fmla="*/ 4609 w 487162"/>
                <a:gd name="connsiteY18" fmla="*/ 467582 h 523875"/>
                <a:gd name="connsiteX19" fmla="*/ 154247 w 487162"/>
                <a:gd name="connsiteY19" fmla="*/ 150876 h 523875"/>
                <a:gd name="connsiteX20" fmla="*/ 157867 w 487162"/>
                <a:gd name="connsiteY20" fmla="*/ 134588 h 523875"/>
                <a:gd name="connsiteX21" fmla="*/ 157867 w 487162"/>
                <a:gd name="connsiteY21" fmla="*/ 19050 h 523875"/>
                <a:gd name="connsiteX22" fmla="*/ 119767 w 487162"/>
                <a:gd name="connsiteY22" fmla="*/ 19050 h 523875"/>
                <a:gd name="connsiteX23" fmla="*/ 119767 w 487162"/>
                <a:gd name="connsiteY23" fmla="*/ 0 h 523875"/>
                <a:gd name="connsiteX24" fmla="*/ 367417 w 487162"/>
                <a:gd name="connsiteY24" fmla="*/ 0 h 523875"/>
                <a:gd name="connsiteX25" fmla="*/ 367417 w 487162"/>
                <a:gd name="connsiteY25" fmla="*/ 19050 h 523875"/>
                <a:gd name="connsiteX26" fmla="*/ 329317 w 487162"/>
                <a:gd name="connsiteY26" fmla="*/ 19050 h 523875"/>
                <a:gd name="connsiteX27" fmla="*/ 329317 w 487162"/>
                <a:gd name="connsiteY27" fmla="*/ 134684 h 523875"/>
                <a:gd name="connsiteX28" fmla="*/ 332936 w 487162"/>
                <a:gd name="connsiteY28" fmla="*/ 150971 h 523875"/>
                <a:gd name="connsiteX29" fmla="*/ 482574 w 487162"/>
                <a:gd name="connsiteY29" fmla="*/ 467678 h 523875"/>
                <a:gd name="connsiteX30" fmla="*/ 484098 w 487162"/>
                <a:gd name="connsiteY30" fmla="*/ 504920 h 523875"/>
                <a:gd name="connsiteX31" fmla="*/ 484003 w 487162"/>
                <a:gd name="connsiteY31" fmla="*/ 505111 h 523875"/>
                <a:gd name="connsiteX32" fmla="*/ 483431 w 487162"/>
                <a:gd name="connsiteY32" fmla="*/ 506540 h 523875"/>
                <a:gd name="connsiteX33" fmla="*/ 458571 w 487162"/>
                <a:gd name="connsiteY33" fmla="*/ 523780 h 523875"/>
                <a:gd name="connsiteX34" fmla="*/ 456666 w 487162"/>
                <a:gd name="connsiteY34" fmla="*/ 523875 h 523875"/>
                <a:gd name="connsiteX35" fmla="*/ 30422 w 487162"/>
                <a:gd name="connsiteY35" fmla="*/ 523875 h 523875"/>
                <a:gd name="connsiteX36" fmla="*/ 28612 w 487162"/>
                <a:gd name="connsiteY36" fmla="*/ 523780 h 523875"/>
                <a:gd name="connsiteX37" fmla="*/ 26136 w 487162"/>
                <a:gd name="connsiteY37" fmla="*/ 523494 h 523875"/>
                <a:gd name="connsiteX38" fmla="*/ 22326 w 487162"/>
                <a:gd name="connsiteY38" fmla="*/ 522637 h 523875"/>
                <a:gd name="connsiteX39" fmla="*/ 22326 w 487162"/>
                <a:gd name="connsiteY39" fmla="*/ 522637 h 523875"/>
                <a:gd name="connsiteX40" fmla="*/ 16801 w 487162"/>
                <a:gd name="connsiteY40" fmla="*/ 520351 h 523875"/>
                <a:gd name="connsiteX41" fmla="*/ 15373 w 487162"/>
                <a:gd name="connsiteY41" fmla="*/ 519589 h 523875"/>
                <a:gd name="connsiteX42" fmla="*/ 14420 w 487162"/>
                <a:gd name="connsiteY42" fmla="*/ 519017 h 523875"/>
                <a:gd name="connsiteX43" fmla="*/ 9467 w 487162"/>
                <a:gd name="connsiteY43" fmla="*/ 514922 h 523875"/>
                <a:gd name="connsiteX44" fmla="*/ 8038 w 487162"/>
                <a:gd name="connsiteY44" fmla="*/ 513398 h 523875"/>
                <a:gd name="connsiteX45" fmla="*/ 8038 w 487162"/>
                <a:gd name="connsiteY45" fmla="*/ 513398 h 523875"/>
                <a:gd name="connsiteX46" fmla="*/ 254641 w 487162"/>
                <a:gd name="connsiteY46" fmla="*/ 404146 h 523875"/>
                <a:gd name="connsiteX47" fmla="*/ 251783 w 487162"/>
                <a:gd name="connsiteY47" fmla="*/ 405956 h 523875"/>
                <a:gd name="connsiteX48" fmla="*/ 246259 w 487162"/>
                <a:gd name="connsiteY48" fmla="*/ 409670 h 523875"/>
                <a:gd name="connsiteX49" fmla="*/ 54425 w 487162"/>
                <a:gd name="connsiteY49" fmla="*/ 416243 h 523875"/>
                <a:gd name="connsiteX50" fmla="*/ 50615 w 487162"/>
                <a:gd name="connsiteY50" fmla="*/ 414719 h 523875"/>
                <a:gd name="connsiteX51" fmla="*/ 21754 w 487162"/>
                <a:gd name="connsiteY51" fmla="*/ 475774 h 523875"/>
                <a:gd name="connsiteX52" fmla="*/ 20897 w 487162"/>
                <a:gd name="connsiteY52" fmla="*/ 477679 h 523875"/>
                <a:gd name="connsiteX53" fmla="*/ 20802 w 487162"/>
                <a:gd name="connsiteY53" fmla="*/ 498158 h 523875"/>
                <a:gd name="connsiteX54" fmla="*/ 27945 w 487162"/>
                <a:gd name="connsiteY54" fmla="*/ 504444 h 523875"/>
                <a:gd name="connsiteX55" fmla="*/ 29184 w 487162"/>
                <a:gd name="connsiteY55" fmla="*/ 504635 h 523875"/>
                <a:gd name="connsiteX56" fmla="*/ 30327 w 487162"/>
                <a:gd name="connsiteY56" fmla="*/ 504730 h 523875"/>
                <a:gd name="connsiteX57" fmla="*/ 456570 w 487162"/>
                <a:gd name="connsiteY57" fmla="*/ 504730 h 523875"/>
                <a:gd name="connsiteX58" fmla="*/ 457714 w 487162"/>
                <a:gd name="connsiteY58" fmla="*/ 504635 h 523875"/>
                <a:gd name="connsiteX59" fmla="*/ 466095 w 487162"/>
                <a:gd name="connsiteY59" fmla="*/ 498062 h 523875"/>
                <a:gd name="connsiteX60" fmla="*/ 466667 w 487162"/>
                <a:gd name="connsiteY60" fmla="*/ 479584 h 523875"/>
                <a:gd name="connsiteX61" fmla="*/ 466000 w 487162"/>
                <a:gd name="connsiteY61" fmla="*/ 477584 h 523875"/>
                <a:gd name="connsiteX62" fmla="*/ 465143 w 487162"/>
                <a:gd name="connsiteY62" fmla="*/ 475679 h 523875"/>
                <a:gd name="connsiteX63" fmla="*/ 423519 w 487162"/>
                <a:gd name="connsiteY63" fmla="*/ 387477 h 523875"/>
                <a:gd name="connsiteX64" fmla="*/ 254641 w 487162"/>
                <a:gd name="connsiteY64" fmla="*/ 404146 h 523875"/>
                <a:gd name="connsiteX65" fmla="*/ 305504 w 487162"/>
                <a:gd name="connsiteY65" fmla="*/ 257175 h 523875"/>
                <a:gd name="connsiteX66" fmla="*/ 272167 w 487162"/>
                <a:gd name="connsiteY66" fmla="*/ 290513 h 523875"/>
                <a:gd name="connsiteX67" fmla="*/ 305504 w 487162"/>
                <a:gd name="connsiteY67" fmla="*/ 323850 h 523875"/>
                <a:gd name="connsiteX68" fmla="*/ 338842 w 487162"/>
                <a:gd name="connsiteY68" fmla="*/ 290513 h 523875"/>
                <a:gd name="connsiteX69" fmla="*/ 305504 w 487162"/>
                <a:gd name="connsiteY69" fmla="*/ 257175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87162" h="523875">
                  <a:moveTo>
                    <a:pt x="8038" y="513398"/>
                  </a:moveTo>
                  <a:lnTo>
                    <a:pt x="7467" y="512731"/>
                  </a:lnTo>
                  <a:lnTo>
                    <a:pt x="7467" y="512731"/>
                  </a:lnTo>
                  <a:lnTo>
                    <a:pt x="6991" y="512064"/>
                  </a:lnTo>
                  <a:cubicBezTo>
                    <a:pt x="6228" y="511112"/>
                    <a:pt x="5657" y="510064"/>
                    <a:pt x="4990" y="509016"/>
                  </a:cubicBezTo>
                  <a:lnTo>
                    <a:pt x="4990" y="509016"/>
                  </a:lnTo>
                  <a:lnTo>
                    <a:pt x="4514" y="508254"/>
                  </a:lnTo>
                  <a:lnTo>
                    <a:pt x="3752" y="506730"/>
                  </a:lnTo>
                  <a:lnTo>
                    <a:pt x="3085" y="505111"/>
                  </a:lnTo>
                  <a:lnTo>
                    <a:pt x="2990" y="504920"/>
                  </a:lnTo>
                  <a:lnTo>
                    <a:pt x="2895" y="504635"/>
                  </a:lnTo>
                  <a:lnTo>
                    <a:pt x="2895" y="504444"/>
                  </a:lnTo>
                  <a:lnTo>
                    <a:pt x="2228" y="502444"/>
                  </a:lnTo>
                  <a:cubicBezTo>
                    <a:pt x="2133" y="501968"/>
                    <a:pt x="1942" y="501587"/>
                    <a:pt x="1847" y="501110"/>
                  </a:cubicBezTo>
                  <a:cubicBezTo>
                    <a:pt x="1657" y="500444"/>
                    <a:pt x="1466" y="499872"/>
                    <a:pt x="1371" y="499205"/>
                  </a:cubicBezTo>
                  <a:cubicBezTo>
                    <a:pt x="990" y="497776"/>
                    <a:pt x="799" y="496348"/>
                    <a:pt x="514" y="494919"/>
                  </a:cubicBezTo>
                  <a:lnTo>
                    <a:pt x="228" y="492443"/>
                  </a:lnTo>
                  <a:cubicBezTo>
                    <a:pt x="37" y="490252"/>
                    <a:pt x="-58" y="488061"/>
                    <a:pt x="37" y="485870"/>
                  </a:cubicBezTo>
                  <a:cubicBezTo>
                    <a:pt x="323" y="479584"/>
                    <a:pt x="1847" y="473393"/>
                    <a:pt x="4609" y="467582"/>
                  </a:cubicBezTo>
                  <a:lnTo>
                    <a:pt x="154247" y="150876"/>
                  </a:lnTo>
                  <a:cubicBezTo>
                    <a:pt x="156628" y="145828"/>
                    <a:pt x="157867" y="140208"/>
                    <a:pt x="157867" y="134588"/>
                  </a:cubicBezTo>
                  <a:lnTo>
                    <a:pt x="157867" y="19050"/>
                  </a:lnTo>
                  <a:lnTo>
                    <a:pt x="119767" y="19050"/>
                  </a:lnTo>
                  <a:lnTo>
                    <a:pt x="119767" y="0"/>
                  </a:lnTo>
                  <a:lnTo>
                    <a:pt x="367417" y="0"/>
                  </a:lnTo>
                  <a:lnTo>
                    <a:pt x="367417" y="19050"/>
                  </a:lnTo>
                  <a:lnTo>
                    <a:pt x="329317" y="19050"/>
                  </a:lnTo>
                  <a:lnTo>
                    <a:pt x="329317" y="134684"/>
                  </a:lnTo>
                  <a:cubicBezTo>
                    <a:pt x="329317" y="140303"/>
                    <a:pt x="330555" y="145828"/>
                    <a:pt x="332936" y="150971"/>
                  </a:cubicBezTo>
                  <a:lnTo>
                    <a:pt x="482574" y="467678"/>
                  </a:lnTo>
                  <a:cubicBezTo>
                    <a:pt x="488098" y="479393"/>
                    <a:pt x="488670" y="492824"/>
                    <a:pt x="484098" y="504920"/>
                  </a:cubicBezTo>
                  <a:lnTo>
                    <a:pt x="484003" y="505111"/>
                  </a:lnTo>
                  <a:lnTo>
                    <a:pt x="483431" y="506540"/>
                  </a:lnTo>
                  <a:cubicBezTo>
                    <a:pt x="478954" y="516446"/>
                    <a:pt x="469429" y="523113"/>
                    <a:pt x="458571" y="523780"/>
                  </a:cubicBezTo>
                  <a:lnTo>
                    <a:pt x="456666" y="523875"/>
                  </a:lnTo>
                  <a:lnTo>
                    <a:pt x="30422" y="523875"/>
                  </a:lnTo>
                  <a:lnTo>
                    <a:pt x="28612" y="523780"/>
                  </a:lnTo>
                  <a:cubicBezTo>
                    <a:pt x="27755" y="523685"/>
                    <a:pt x="26993" y="523685"/>
                    <a:pt x="26136" y="523494"/>
                  </a:cubicBezTo>
                  <a:cubicBezTo>
                    <a:pt x="24802" y="523304"/>
                    <a:pt x="23564" y="523018"/>
                    <a:pt x="22326" y="522637"/>
                  </a:cubicBezTo>
                  <a:lnTo>
                    <a:pt x="22326" y="522637"/>
                  </a:lnTo>
                  <a:cubicBezTo>
                    <a:pt x="20421" y="522065"/>
                    <a:pt x="18516" y="521303"/>
                    <a:pt x="16801" y="520351"/>
                  </a:cubicBezTo>
                  <a:lnTo>
                    <a:pt x="15373" y="519589"/>
                  </a:lnTo>
                  <a:cubicBezTo>
                    <a:pt x="15087" y="519398"/>
                    <a:pt x="14801" y="519208"/>
                    <a:pt x="14420" y="519017"/>
                  </a:cubicBezTo>
                  <a:cubicBezTo>
                    <a:pt x="12610" y="517874"/>
                    <a:pt x="10896" y="516446"/>
                    <a:pt x="9467" y="514922"/>
                  </a:cubicBezTo>
                  <a:lnTo>
                    <a:pt x="8038" y="513398"/>
                  </a:lnTo>
                  <a:lnTo>
                    <a:pt x="8038" y="513398"/>
                  </a:lnTo>
                  <a:close/>
                  <a:moveTo>
                    <a:pt x="254641" y="404146"/>
                  </a:moveTo>
                  <a:lnTo>
                    <a:pt x="251783" y="405956"/>
                  </a:lnTo>
                  <a:lnTo>
                    <a:pt x="246259" y="409670"/>
                  </a:lnTo>
                  <a:cubicBezTo>
                    <a:pt x="199015" y="441008"/>
                    <a:pt x="119481" y="441960"/>
                    <a:pt x="54425" y="416243"/>
                  </a:cubicBezTo>
                  <a:lnTo>
                    <a:pt x="50615" y="414719"/>
                  </a:lnTo>
                  <a:lnTo>
                    <a:pt x="21754" y="475774"/>
                  </a:lnTo>
                  <a:lnTo>
                    <a:pt x="20897" y="477679"/>
                  </a:lnTo>
                  <a:cubicBezTo>
                    <a:pt x="18420" y="484251"/>
                    <a:pt x="18325" y="491490"/>
                    <a:pt x="20802" y="498158"/>
                  </a:cubicBezTo>
                  <a:cubicBezTo>
                    <a:pt x="22040" y="501396"/>
                    <a:pt x="24707" y="503682"/>
                    <a:pt x="27945" y="504444"/>
                  </a:cubicBezTo>
                  <a:lnTo>
                    <a:pt x="29184" y="504635"/>
                  </a:lnTo>
                  <a:lnTo>
                    <a:pt x="30327" y="504730"/>
                  </a:lnTo>
                  <a:lnTo>
                    <a:pt x="456570" y="504730"/>
                  </a:lnTo>
                  <a:lnTo>
                    <a:pt x="457714" y="504635"/>
                  </a:lnTo>
                  <a:cubicBezTo>
                    <a:pt x="461524" y="504254"/>
                    <a:pt x="464762" y="501682"/>
                    <a:pt x="466095" y="498062"/>
                  </a:cubicBezTo>
                  <a:cubicBezTo>
                    <a:pt x="468382" y="492157"/>
                    <a:pt x="468572" y="485585"/>
                    <a:pt x="466667" y="479584"/>
                  </a:cubicBezTo>
                  <a:lnTo>
                    <a:pt x="466000" y="477584"/>
                  </a:lnTo>
                  <a:lnTo>
                    <a:pt x="465143" y="475679"/>
                  </a:lnTo>
                  <a:lnTo>
                    <a:pt x="423519" y="387477"/>
                  </a:lnTo>
                  <a:cubicBezTo>
                    <a:pt x="365416" y="373190"/>
                    <a:pt x="295979" y="378714"/>
                    <a:pt x="254641" y="404146"/>
                  </a:cubicBezTo>
                  <a:close/>
                  <a:moveTo>
                    <a:pt x="305504" y="257175"/>
                  </a:moveTo>
                  <a:cubicBezTo>
                    <a:pt x="287121" y="257175"/>
                    <a:pt x="272167" y="272129"/>
                    <a:pt x="272167" y="290513"/>
                  </a:cubicBezTo>
                  <a:cubicBezTo>
                    <a:pt x="272167" y="308896"/>
                    <a:pt x="287121" y="323850"/>
                    <a:pt x="305504" y="323850"/>
                  </a:cubicBezTo>
                  <a:cubicBezTo>
                    <a:pt x="323887" y="323850"/>
                    <a:pt x="338842" y="308896"/>
                    <a:pt x="338842" y="290513"/>
                  </a:cubicBezTo>
                  <a:cubicBezTo>
                    <a:pt x="338842" y="272129"/>
                    <a:pt x="323887" y="257175"/>
                    <a:pt x="305504" y="2571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iSlíḑè"/>
            <p:cNvSpPr/>
            <p:nvPr/>
          </p:nvSpPr>
          <p:spPr bwMode="auto">
            <a:xfrm>
              <a:off x="4829914" y="3462126"/>
              <a:ext cx="609685" cy="485490"/>
            </a:xfrm>
            <a:custGeom>
              <a:avLst/>
              <a:gdLst>
                <a:gd name="connsiteX0" fmla="*/ 485775 w 514350"/>
                <a:gd name="connsiteY0" fmla="*/ 0 h 409575"/>
                <a:gd name="connsiteX1" fmla="*/ 514350 w 514350"/>
                <a:gd name="connsiteY1" fmla="*/ 28575 h 409575"/>
                <a:gd name="connsiteX2" fmla="*/ 514350 w 514350"/>
                <a:gd name="connsiteY2" fmla="*/ 323850 h 409575"/>
                <a:gd name="connsiteX3" fmla="*/ 485775 w 514350"/>
                <a:gd name="connsiteY3" fmla="*/ 352425 h 409575"/>
                <a:gd name="connsiteX4" fmla="*/ 191167 w 514350"/>
                <a:gd name="connsiteY4" fmla="*/ 352425 h 409575"/>
                <a:gd name="connsiteX5" fmla="*/ 114395 w 514350"/>
                <a:gd name="connsiteY5" fmla="*/ 409575 h 409575"/>
                <a:gd name="connsiteX6" fmla="*/ 114395 w 514350"/>
                <a:gd name="connsiteY6" fmla="*/ 352425 h 409575"/>
                <a:gd name="connsiteX7" fmla="*/ 28575 w 514350"/>
                <a:gd name="connsiteY7" fmla="*/ 352425 h 409575"/>
                <a:gd name="connsiteX8" fmla="*/ 0 w 514350"/>
                <a:gd name="connsiteY8" fmla="*/ 323850 h 409575"/>
                <a:gd name="connsiteX9" fmla="*/ 0 w 514350"/>
                <a:gd name="connsiteY9" fmla="*/ 28575 h 409575"/>
                <a:gd name="connsiteX10" fmla="*/ 28575 w 514350"/>
                <a:gd name="connsiteY10" fmla="*/ 0 h 409575"/>
                <a:gd name="connsiteX11" fmla="*/ 485775 w 514350"/>
                <a:gd name="connsiteY11" fmla="*/ 0 h 409575"/>
                <a:gd name="connsiteX12" fmla="*/ 123825 w 514350"/>
                <a:gd name="connsiteY12" fmla="*/ 142875 h 409575"/>
                <a:gd name="connsiteX13" fmla="*/ 90488 w 514350"/>
                <a:gd name="connsiteY13" fmla="*/ 176213 h 409575"/>
                <a:gd name="connsiteX14" fmla="*/ 123825 w 514350"/>
                <a:gd name="connsiteY14" fmla="*/ 209550 h 409575"/>
                <a:gd name="connsiteX15" fmla="*/ 157163 w 514350"/>
                <a:gd name="connsiteY15" fmla="*/ 176213 h 409575"/>
                <a:gd name="connsiteX16" fmla="*/ 123825 w 514350"/>
                <a:gd name="connsiteY16" fmla="*/ 142875 h 409575"/>
                <a:gd name="connsiteX17" fmla="*/ 257175 w 514350"/>
                <a:gd name="connsiteY17" fmla="*/ 142875 h 409575"/>
                <a:gd name="connsiteX18" fmla="*/ 223838 w 514350"/>
                <a:gd name="connsiteY18" fmla="*/ 176213 h 409575"/>
                <a:gd name="connsiteX19" fmla="*/ 257175 w 514350"/>
                <a:gd name="connsiteY19" fmla="*/ 209550 h 409575"/>
                <a:gd name="connsiteX20" fmla="*/ 290513 w 514350"/>
                <a:gd name="connsiteY20" fmla="*/ 176213 h 409575"/>
                <a:gd name="connsiteX21" fmla="*/ 257175 w 514350"/>
                <a:gd name="connsiteY21" fmla="*/ 142875 h 409575"/>
                <a:gd name="connsiteX22" fmla="*/ 390525 w 514350"/>
                <a:gd name="connsiteY22" fmla="*/ 142875 h 409575"/>
                <a:gd name="connsiteX23" fmla="*/ 357188 w 514350"/>
                <a:gd name="connsiteY23" fmla="*/ 176213 h 409575"/>
                <a:gd name="connsiteX24" fmla="*/ 390525 w 514350"/>
                <a:gd name="connsiteY24" fmla="*/ 209550 h 409575"/>
                <a:gd name="connsiteX25" fmla="*/ 423863 w 514350"/>
                <a:gd name="connsiteY25" fmla="*/ 176213 h 409575"/>
                <a:gd name="connsiteX26" fmla="*/ 390525 w 514350"/>
                <a:gd name="connsiteY26" fmla="*/ 142875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5775" y="0"/>
                  </a:moveTo>
                  <a:cubicBezTo>
                    <a:pt x="501586" y="0"/>
                    <a:pt x="514350" y="12764"/>
                    <a:pt x="514350" y="28575"/>
                  </a:cubicBezTo>
                  <a:lnTo>
                    <a:pt x="514350" y="323850"/>
                  </a:lnTo>
                  <a:cubicBezTo>
                    <a:pt x="514350" y="339662"/>
                    <a:pt x="501586" y="352425"/>
                    <a:pt x="485775" y="352425"/>
                  </a:cubicBezTo>
                  <a:lnTo>
                    <a:pt x="191167" y="352425"/>
                  </a:lnTo>
                  <a:lnTo>
                    <a:pt x="114395" y="409575"/>
                  </a:lnTo>
                  <a:lnTo>
                    <a:pt x="114395" y="352425"/>
                  </a:lnTo>
                  <a:lnTo>
                    <a:pt x="28575" y="352425"/>
                  </a:lnTo>
                  <a:cubicBezTo>
                    <a:pt x="12764" y="352425"/>
                    <a:pt x="0" y="339662"/>
                    <a:pt x="0" y="323850"/>
                  </a:cubicBezTo>
                  <a:lnTo>
                    <a:pt x="0" y="28575"/>
                  </a:lnTo>
                  <a:cubicBezTo>
                    <a:pt x="0" y="12764"/>
                    <a:pt x="12764" y="0"/>
                    <a:pt x="28575" y="0"/>
                  </a:cubicBezTo>
                  <a:lnTo>
                    <a:pt x="485775" y="0"/>
                  </a:lnTo>
                  <a:close/>
                  <a:moveTo>
                    <a:pt x="123825" y="142875"/>
                  </a:moveTo>
                  <a:cubicBezTo>
                    <a:pt x="105442" y="142875"/>
                    <a:pt x="90488" y="157829"/>
                    <a:pt x="90488" y="176213"/>
                  </a:cubicBezTo>
                  <a:cubicBezTo>
                    <a:pt x="90488" y="194596"/>
                    <a:pt x="105442" y="209550"/>
                    <a:pt x="123825" y="209550"/>
                  </a:cubicBezTo>
                  <a:cubicBezTo>
                    <a:pt x="142208" y="209550"/>
                    <a:pt x="157163" y="194596"/>
                    <a:pt x="157163" y="176213"/>
                  </a:cubicBezTo>
                  <a:cubicBezTo>
                    <a:pt x="157163" y="157829"/>
                    <a:pt x="142208" y="142875"/>
                    <a:pt x="123825" y="142875"/>
                  </a:cubicBezTo>
                  <a:close/>
                  <a:moveTo>
                    <a:pt x="257175" y="142875"/>
                  </a:moveTo>
                  <a:cubicBezTo>
                    <a:pt x="238792" y="142875"/>
                    <a:pt x="223838" y="157829"/>
                    <a:pt x="223838" y="176213"/>
                  </a:cubicBezTo>
                  <a:cubicBezTo>
                    <a:pt x="223838" y="194596"/>
                    <a:pt x="238792" y="209550"/>
                    <a:pt x="257175" y="209550"/>
                  </a:cubicBezTo>
                  <a:cubicBezTo>
                    <a:pt x="275558" y="209550"/>
                    <a:pt x="290513" y="194596"/>
                    <a:pt x="290513" y="176213"/>
                  </a:cubicBezTo>
                  <a:cubicBezTo>
                    <a:pt x="290513" y="157829"/>
                    <a:pt x="275558" y="142875"/>
                    <a:pt x="257175" y="142875"/>
                  </a:cubicBezTo>
                  <a:close/>
                  <a:moveTo>
                    <a:pt x="390525" y="142875"/>
                  </a:moveTo>
                  <a:cubicBezTo>
                    <a:pt x="372142" y="142875"/>
                    <a:pt x="357188" y="157829"/>
                    <a:pt x="357188" y="176213"/>
                  </a:cubicBezTo>
                  <a:cubicBezTo>
                    <a:pt x="357188" y="194596"/>
                    <a:pt x="372142" y="209550"/>
                    <a:pt x="390525" y="209550"/>
                  </a:cubicBezTo>
                  <a:cubicBezTo>
                    <a:pt x="408908" y="209550"/>
                    <a:pt x="423863" y="194596"/>
                    <a:pt x="423863" y="176213"/>
                  </a:cubicBezTo>
                  <a:cubicBezTo>
                    <a:pt x="423863" y="157829"/>
                    <a:pt x="408908" y="142875"/>
                    <a:pt x="390525" y="1428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iślíḑé"/>
            <p:cNvSpPr txBox="1"/>
            <p:nvPr/>
          </p:nvSpPr>
          <p:spPr bwMode="auto">
            <a:xfrm>
              <a:off x="4322721" y="4009714"/>
              <a:ext cx="162406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solidFill>
                    <a:schemeClr val="bg1"/>
                  </a:solidFill>
                </a:rPr>
                <a:t>收益私有化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87" name="îsḷiḍé"/>
            <p:cNvSpPr txBox="1"/>
            <p:nvPr/>
          </p:nvSpPr>
          <p:spPr bwMode="auto">
            <a:xfrm>
              <a:off x="6454267" y="3276600"/>
              <a:ext cx="162406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solidFill>
                    <a:schemeClr val="bg1"/>
                  </a:solidFill>
                </a:rPr>
                <a:t>成本社会化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88" name="iś1ïḑe"/>
            <p:cNvSpPr/>
            <p:nvPr/>
          </p:nvSpPr>
          <p:spPr bwMode="auto">
            <a:xfrm>
              <a:off x="673101" y="2443445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运营者：订阅收入与商业先发优势。</a:t>
              </a:r>
              <a:endParaRPr lang="zh-CN" altLang="en-US" sz="1100" dirty="0"/>
            </a:p>
          </p:txBody>
        </p:sp>
        <p:sp>
          <p:nvSpPr>
            <p:cNvPr id="89" name="ïS1ïďê"/>
            <p:cNvSpPr txBox="1"/>
            <p:nvPr/>
          </p:nvSpPr>
          <p:spPr bwMode="auto">
            <a:xfrm>
              <a:off x="679863" y="1766219"/>
              <a:ext cx="3142838" cy="5561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solidFill>
                    <a:schemeClr val="bg1"/>
                  </a:solidFill>
                </a:rPr>
                <a:t>收益进入当前交易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90" name="íṡlïḋè"/>
            <p:cNvSpPr/>
            <p:nvPr/>
          </p:nvSpPr>
          <p:spPr bwMode="auto">
            <a:xfrm>
              <a:off x="1994168" y="1256131"/>
              <a:ext cx="514227" cy="385671"/>
            </a:xfrm>
            <a:custGeom>
              <a:avLst/>
              <a:gdLst>
                <a:gd name="connsiteX0" fmla="*/ 504825 w 533400"/>
                <a:gd name="connsiteY0" fmla="*/ 0 h 400050"/>
                <a:gd name="connsiteX1" fmla="*/ 533400 w 533400"/>
                <a:gd name="connsiteY1" fmla="*/ 28575 h 400050"/>
                <a:gd name="connsiteX2" fmla="*/ 533400 w 533400"/>
                <a:gd name="connsiteY2" fmla="*/ 371475 h 400050"/>
                <a:gd name="connsiteX3" fmla="*/ 504825 w 533400"/>
                <a:gd name="connsiteY3" fmla="*/ 400050 h 400050"/>
                <a:gd name="connsiteX4" fmla="*/ 28575 w 533400"/>
                <a:gd name="connsiteY4" fmla="*/ 400050 h 400050"/>
                <a:gd name="connsiteX5" fmla="*/ 0 w 533400"/>
                <a:gd name="connsiteY5" fmla="*/ 371475 h 400050"/>
                <a:gd name="connsiteX6" fmla="*/ 0 w 533400"/>
                <a:gd name="connsiteY6" fmla="*/ 28575 h 400050"/>
                <a:gd name="connsiteX7" fmla="*/ 28575 w 533400"/>
                <a:gd name="connsiteY7" fmla="*/ 0 h 400050"/>
                <a:gd name="connsiteX8" fmla="*/ 504825 w 533400"/>
                <a:gd name="connsiteY8" fmla="*/ 0 h 400050"/>
                <a:gd name="connsiteX9" fmla="*/ 390811 w 533400"/>
                <a:gd name="connsiteY9" fmla="*/ 198025 h 400050"/>
                <a:gd name="connsiteX10" fmla="*/ 350806 w 533400"/>
                <a:gd name="connsiteY10" fmla="*/ 203549 h 400050"/>
                <a:gd name="connsiteX11" fmla="*/ 350806 w 533400"/>
                <a:gd name="connsiteY11" fmla="*/ 203549 h 400050"/>
                <a:gd name="connsiteX12" fmla="*/ 266510 w 533400"/>
                <a:gd name="connsiteY12" fmla="*/ 314992 h 400050"/>
                <a:gd name="connsiteX13" fmla="*/ 264033 w 533400"/>
                <a:gd name="connsiteY13" fmla="*/ 317849 h 400050"/>
                <a:gd name="connsiteX14" fmla="*/ 223647 w 533400"/>
                <a:gd name="connsiteY14" fmla="*/ 318135 h 400050"/>
                <a:gd name="connsiteX15" fmla="*/ 223647 w 533400"/>
                <a:gd name="connsiteY15" fmla="*/ 318135 h 400050"/>
                <a:gd name="connsiteX16" fmla="*/ 161544 w 533400"/>
                <a:gd name="connsiteY16" fmla="*/ 256794 h 400050"/>
                <a:gd name="connsiteX17" fmla="*/ 159639 w 533400"/>
                <a:gd name="connsiteY17" fmla="*/ 255079 h 400050"/>
                <a:gd name="connsiteX18" fmla="*/ 119444 w 533400"/>
                <a:gd name="connsiteY18" fmla="*/ 258985 h 400050"/>
                <a:gd name="connsiteX19" fmla="*/ 119444 w 533400"/>
                <a:gd name="connsiteY19" fmla="*/ 258985 h 400050"/>
                <a:gd name="connsiteX20" fmla="*/ 31909 w 533400"/>
                <a:gd name="connsiteY20" fmla="*/ 365474 h 400050"/>
                <a:gd name="connsiteX21" fmla="*/ 29718 w 533400"/>
                <a:gd name="connsiteY21" fmla="*/ 371475 h 400050"/>
                <a:gd name="connsiteX22" fmla="*/ 39243 w 533400"/>
                <a:gd name="connsiteY22" fmla="*/ 381000 h 400050"/>
                <a:gd name="connsiteX23" fmla="*/ 39243 w 533400"/>
                <a:gd name="connsiteY23" fmla="*/ 381000 h 400050"/>
                <a:gd name="connsiteX24" fmla="*/ 496634 w 533400"/>
                <a:gd name="connsiteY24" fmla="*/ 381000 h 400050"/>
                <a:gd name="connsiteX25" fmla="*/ 501872 w 533400"/>
                <a:gd name="connsiteY25" fmla="*/ 379381 h 400050"/>
                <a:gd name="connsiteX26" fmla="*/ 504539 w 533400"/>
                <a:gd name="connsiteY26" fmla="*/ 366141 h 400050"/>
                <a:gd name="connsiteX27" fmla="*/ 504539 w 533400"/>
                <a:gd name="connsiteY27" fmla="*/ 366141 h 400050"/>
                <a:gd name="connsiteX28" fmla="*/ 397383 w 533400"/>
                <a:gd name="connsiteY28" fmla="*/ 204883 h 400050"/>
                <a:gd name="connsiteX29" fmla="*/ 390811 w 533400"/>
                <a:gd name="connsiteY29" fmla="*/ 198025 h 400050"/>
                <a:gd name="connsiteX30" fmla="*/ 95250 w 533400"/>
                <a:gd name="connsiteY30" fmla="*/ 57150 h 400050"/>
                <a:gd name="connsiteX31" fmla="*/ 57150 w 533400"/>
                <a:gd name="connsiteY31" fmla="*/ 95250 h 400050"/>
                <a:gd name="connsiteX32" fmla="*/ 95250 w 533400"/>
                <a:gd name="connsiteY32" fmla="*/ 133350 h 400050"/>
                <a:gd name="connsiteX33" fmla="*/ 133350 w 533400"/>
                <a:gd name="connsiteY33" fmla="*/ 95250 h 400050"/>
                <a:gd name="connsiteX34" fmla="*/ 95250 w 533400"/>
                <a:gd name="connsiteY34" fmla="*/ 5715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3400" h="400050">
                  <a:moveTo>
                    <a:pt x="504825" y="0"/>
                  </a:moveTo>
                  <a:cubicBezTo>
                    <a:pt x="520637" y="0"/>
                    <a:pt x="533400" y="12764"/>
                    <a:pt x="533400" y="28575"/>
                  </a:cubicBezTo>
                  <a:lnTo>
                    <a:pt x="533400" y="371475"/>
                  </a:lnTo>
                  <a:cubicBezTo>
                    <a:pt x="533400" y="387287"/>
                    <a:pt x="520637" y="400050"/>
                    <a:pt x="504825" y="400050"/>
                  </a:cubicBezTo>
                  <a:lnTo>
                    <a:pt x="28575" y="400050"/>
                  </a:lnTo>
                  <a:cubicBezTo>
                    <a:pt x="12763" y="400050"/>
                    <a:pt x="0" y="387287"/>
                    <a:pt x="0" y="371475"/>
                  </a:cubicBezTo>
                  <a:lnTo>
                    <a:pt x="0" y="28575"/>
                  </a:lnTo>
                  <a:cubicBezTo>
                    <a:pt x="0" y="12764"/>
                    <a:pt x="12763" y="0"/>
                    <a:pt x="28575" y="0"/>
                  </a:cubicBezTo>
                  <a:lnTo>
                    <a:pt x="504825" y="0"/>
                  </a:lnTo>
                  <a:close/>
                  <a:moveTo>
                    <a:pt x="390811" y="198025"/>
                  </a:moveTo>
                  <a:cubicBezTo>
                    <a:pt x="378238" y="188500"/>
                    <a:pt x="360331" y="190976"/>
                    <a:pt x="350806" y="203549"/>
                  </a:cubicBezTo>
                  <a:lnTo>
                    <a:pt x="350806" y="203549"/>
                  </a:lnTo>
                  <a:lnTo>
                    <a:pt x="266510" y="314992"/>
                  </a:lnTo>
                  <a:cubicBezTo>
                    <a:pt x="265747" y="316040"/>
                    <a:pt x="264890" y="316897"/>
                    <a:pt x="264033" y="317849"/>
                  </a:cubicBezTo>
                  <a:cubicBezTo>
                    <a:pt x="252984" y="329089"/>
                    <a:pt x="234887" y="329184"/>
                    <a:pt x="223647" y="318135"/>
                  </a:cubicBezTo>
                  <a:lnTo>
                    <a:pt x="223647" y="318135"/>
                  </a:lnTo>
                  <a:lnTo>
                    <a:pt x="161544" y="256794"/>
                  </a:lnTo>
                  <a:cubicBezTo>
                    <a:pt x="160877" y="256223"/>
                    <a:pt x="160306" y="255556"/>
                    <a:pt x="159639" y="255079"/>
                  </a:cubicBezTo>
                  <a:cubicBezTo>
                    <a:pt x="147447" y="245078"/>
                    <a:pt x="129445" y="246793"/>
                    <a:pt x="119444" y="258985"/>
                  </a:cubicBezTo>
                  <a:lnTo>
                    <a:pt x="119444" y="258985"/>
                  </a:lnTo>
                  <a:lnTo>
                    <a:pt x="31909" y="365474"/>
                  </a:lnTo>
                  <a:cubicBezTo>
                    <a:pt x="30480" y="367189"/>
                    <a:pt x="29718" y="369284"/>
                    <a:pt x="29718" y="371475"/>
                  </a:cubicBezTo>
                  <a:cubicBezTo>
                    <a:pt x="29718" y="376714"/>
                    <a:pt x="34004" y="381000"/>
                    <a:pt x="39243" y="381000"/>
                  </a:cubicBezTo>
                  <a:lnTo>
                    <a:pt x="39243" y="381000"/>
                  </a:lnTo>
                  <a:lnTo>
                    <a:pt x="496634" y="381000"/>
                  </a:lnTo>
                  <a:cubicBezTo>
                    <a:pt x="498538" y="381000"/>
                    <a:pt x="500348" y="380429"/>
                    <a:pt x="501872" y="379381"/>
                  </a:cubicBezTo>
                  <a:cubicBezTo>
                    <a:pt x="506254" y="376428"/>
                    <a:pt x="507397" y="370523"/>
                    <a:pt x="504539" y="366141"/>
                  </a:cubicBezTo>
                  <a:lnTo>
                    <a:pt x="504539" y="366141"/>
                  </a:lnTo>
                  <a:lnTo>
                    <a:pt x="397383" y="204883"/>
                  </a:lnTo>
                  <a:cubicBezTo>
                    <a:pt x="395573" y="202311"/>
                    <a:pt x="393382" y="199930"/>
                    <a:pt x="390811" y="198025"/>
                  </a:cubicBezTo>
                  <a:close/>
                  <a:moveTo>
                    <a:pt x="95250" y="57150"/>
                  </a:moveTo>
                  <a:cubicBezTo>
                    <a:pt x="74200" y="57150"/>
                    <a:pt x="57150" y="74200"/>
                    <a:pt x="57150" y="95250"/>
                  </a:cubicBezTo>
                  <a:cubicBezTo>
                    <a:pt x="57150" y="116300"/>
                    <a:pt x="74200" y="133350"/>
                    <a:pt x="95250" y="133350"/>
                  </a:cubicBezTo>
                  <a:cubicBezTo>
                    <a:pt x="116300" y="133350"/>
                    <a:pt x="133350" y="116300"/>
                    <a:pt x="133350" y="95250"/>
                  </a:cubicBezTo>
                  <a:cubicBezTo>
                    <a:pt x="133350" y="74200"/>
                    <a:pt x="116300" y="57150"/>
                    <a:pt x="95250" y="571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išḻidè"/>
            <p:cNvSpPr/>
            <p:nvPr/>
          </p:nvSpPr>
          <p:spPr bwMode="auto">
            <a:xfrm>
              <a:off x="673101" y="3408457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客户：获得覆盖、带宽与服务便利。</a:t>
              </a:r>
              <a:endParaRPr lang="zh-CN" altLang="en-US" sz="1100" dirty="0"/>
            </a:p>
          </p:txBody>
        </p:sp>
        <p:sp>
          <p:nvSpPr>
            <p:cNvPr id="92" name="iṣľiḓê"/>
            <p:cNvSpPr/>
            <p:nvPr/>
          </p:nvSpPr>
          <p:spPr bwMode="auto">
            <a:xfrm>
              <a:off x="673101" y="4373469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产业链：发射与制造环节分享产业收益。</a:t>
              </a:r>
              <a:endParaRPr lang="zh-CN" altLang="en-US" sz="1100" dirty="0"/>
            </a:p>
          </p:txBody>
        </p:sp>
        <p:sp>
          <p:nvSpPr>
            <p:cNvPr id="93" name="îṡlíḋè"/>
            <p:cNvSpPr/>
            <p:nvPr/>
          </p:nvSpPr>
          <p:spPr bwMode="auto">
            <a:xfrm>
              <a:off x="8369299" y="2443445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天文台：图像清洗与重复观测成本。</a:t>
              </a:r>
              <a:endParaRPr lang="zh-CN" altLang="en-US" sz="1100" dirty="0"/>
            </a:p>
          </p:txBody>
        </p:sp>
        <p:sp>
          <p:nvSpPr>
            <p:cNvPr id="94" name="ï$ľíḑé"/>
            <p:cNvSpPr txBox="1"/>
            <p:nvPr/>
          </p:nvSpPr>
          <p:spPr bwMode="auto">
            <a:xfrm>
              <a:off x="8376061" y="1766219"/>
              <a:ext cx="3142838" cy="5561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b="1">
                  <a:solidFill>
                    <a:schemeClr val="bg1"/>
                  </a:solidFill>
                </a:rPr>
                <a:t>代价进入公共账本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95" name="íśľíde"/>
            <p:cNvSpPr/>
            <p:nvPr/>
          </p:nvSpPr>
          <p:spPr bwMode="auto">
            <a:xfrm>
              <a:off x="9690366" y="1196444"/>
              <a:ext cx="514227" cy="505045"/>
            </a:xfrm>
            <a:custGeom>
              <a:avLst/>
              <a:gdLst>
                <a:gd name="connsiteX0" fmla="*/ 342900 w 533400"/>
                <a:gd name="connsiteY0" fmla="*/ 276225 h 523875"/>
                <a:gd name="connsiteX1" fmla="*/ 371475 w 533400"/>
                <a:gd name="connsiteY1" fmla="*/ 304800 h 523875"/>
                <a:gd name="connsiteX2" fmla="*/ 371475 w 533400"/>
                <a:gd name="connsiteY2" fmla="*/ 495300 h 523875"/>
                <a:gd name="connsiteX3" fmla="*/ 342900 w 533400"/>
                <a:gd name="connsiteY3" fmla="*/ 523875 h 523875"/>
                <a:gd name="connsiteX4" fmla="*/ 190500 w 533400"/>
                <a:gd name="connsiteY4" fmla="*/ 523875 h 523875"/>
                <a:gd name="connsiteX5" fmla="*/ 161925 w 533400"/>
                <a:gd name="connsiteY5" fmla="*/ 495300 h 523875"/>
                <a:gd name="connsiteX6" fmla="*/ 161925 w 533400"/>
                <a:gd name="connsiteY6" fmla="*/ 304800 h 523875"/>
                <a:gd name="connsiteX7" fmla="*/ 190500 w 533400"/>
                <a:gd name="connsiteY7" fmla="*/ 276225 h 523875"/>
                <a:gd name="connsiteX8" fmla="*/ 342900 w 533400"/>
                <a:gd name="connsiteY8" fmla="*/ 276225 h 523875"/>
                <a:gd name="connsiteX9" fmla="*/ 142875 w 533400"/>
                <a:gd name="connsiteY9" fmla="*/ 114300 h 523875"/>
                <a:gd name="connsiteX10" fmla="*/ 179070 w 533400"/>
                <a:gd name="connsiteY10" fmla="*/ 152400 h 523875"/>
                <a:gd name="connsiteX11" fmla="*/ 180975 w 533400"/>
                <a:gd name="connsiteY11" fmla="*/ 152400 h 523875"/>
                <a:gd name="connsiteX12" fmla="*/ 352425 w 533400"/>
                <a:gd name="connsiteY12" fmla="*/ 152400 h 523875"/>
                <a:gd name="connsiteX13" fmla="*/ 390525 w 533400"/>
                <a:gd name="connsiteY13" fmla="*/ 116205 h 523875"/>
                <a:gd name="connsiteX14" fmla="*/ 390525 w 533400"/>
                <a:gd name="connsiteY14" fmla="*/ 114300 h 523875"/>
                <a:gd name="connsiteX15" fmla="*/ 504825 w 533400"/>
                <a:gd name="connsiteY15" fmla="*/ 114300 h 523875"/>
                <a:gd name="connsiteX16" fmla="*/ 533400 w 533400"/>
                <a:gd name="connsiteY16" fmla="*/ 142875 h 523875"/>
                <a:gd name="connsiteX17" fmla="*/ 533400 w 533400"/>
                <a:gd name="connsiteY17" fmla="*/ 381000 h 523875"/>
                <a:gd name="connsiteX18" fmla="*/ 504825 w 533400"/>
                <a:gd name="connsiteY18" fmla="*/ 409575 h 523875"/>
                <a:gd name="connsiteX19" fmla="*/ 390525 w 533400"/>
                <a:gd name="connsiteY19" fmla="*/ 409575 h 523875"/>
                <a:gd name="connsiteX20" fmla="*/ 390525 w 533400"/>
                <a:gd name="connsiteY20" fmla="*/ 295275 h 523875"/>
                <a:gd name="connsiteX21" fmla="*/ 354330 w 533400"/>
                <a:gd name="connsiteY21" fmla="*/ 257175 h 523875"/>
                <a:gd name="connsiteX22" fmla="*/ 352425 w 533400"/>
                <a:gd name="connsiteY22" fmla="*/ 257175 h 523875"/>
                <a:gd name="connsiteX23" fmla="*/ 180975 w 533400"/>
                <a:gd name="connsiteY23" fmla="*/ 257175 h 523875"/>
                <a:gd name="connsiteX24" fmla="*/ 142875 w 533400"/>
                <a:gd name="connsiteY24" fmla="*/ 293370 h 523875"/>
                <a:gd name="connsiteX25" fmla="*/ 142875 w 533400"/>
                <a:gd name="connsiteY25" fmla="*/ 295275 h 523875"/>
                <a:gd name="connsiteX26" fmla="*/ 142875 w 533400"/>
                <a:gd name="connsiteY26" fmla="*/ 409575 h 523875"/>
                <a:gd name="connsiteX27" fmla="*/ 28575 w 533400"/>
                <a:gd name="connsiteY27" fmla="*/ 409575 h 523875"/>
                <a:gd name="connsiteX28" fmla="*/ 0 w 533400"/>
                <a:gd name="connsiteY28" fmla="*/ 381000 h 523875"/>
                <a:gd name="connsiteX29" fmla="*/ 0 w 533400"/>
                <a:gd name="connsiteY29" fmla="*/ 200787 h 523875"/>
                <a:gd name="connsiteX30" fmla="*/ 10287 w 533400"/>
                <a:gd name="connsiteY30" fmla="*/ 174784 h 523875"/>
                <a:gd name="connsiteX31" fmla="*/ 55436 w 533400"/>
                <a:gd name="connsiteY31" fmla="*/ 126397 h 523875"/>
                <a:gd name="connsiteX32" fmla="*/ 83248 w 533400"/>
                <a:gd name="connsiteY32" fmla="*/ 114300 h 523875"/>
                <a:gd name="connsiteX33" fmla="*/ 142875 w 533400"/>
                <a:gd name="connsiteY33" fmla="*/ 114300 h 523875"/>
                <a:gd name="connsiteX34" fmla="*/ 461963 w 533400"/>
                <a:gd name="connsiteY34" fmla="*/ 171450 h 523875"/>
                <a:gd name="connsiteX35" fmla="*/ 447675 w 533400"/>
                <a:gd name="connsiteY35" fmla="*/ 185738 h 523875"/>
                <a:gd name="connsiteX36" fmla="*/ 461963 w 533400"/>
                <a:gd name="connsiteY36" fmla="*/ 200025 h 523875"/>
                <a:gd name="connsiteX37" fmla="*/ 476250 w 533400"/>
                <a:gd name="connsiteY37" fmla="*/ 185738 h 523875"/>
                <a:gd name="connsiteX38" fmla="*/ 461963 w 533400"/>
                <a:gd name="connsiteY38" fmla="*/ 171450 h 523875"/>
                <a:gd name="connsiteX39" fmla="*/ 342900 w 533400"/>
                <a:gd name="connsiteY39" fmla="*/ 0 h 523875"/>
                <a:gd name="connsiteX40" fmla="*/ 371475 w 533400"/>
                <a:gd name="connsiteY40" fmla="*/ 28575 h 523875"/>
                <a:gd name="connsiteX41" fmla="*/ 371475 w 533400"/>
                <a:gd name="connsiteY41" fmla="*/ 104775 h 523875"/>
                <a:gd name="connsiteX42" fmla="*/ 342900 w 533400"/>
                <a:gd name="connsiteY42" fmla="*/ 133350 h 523875"/>
                <a:gd name="connsiteX43" fmla="*/ 190500 w 533400"/>
                <a:gd name="connsiteY43" fmla="*/ 133350 h 523875"/>
                <a:gd name="connsiteX44" fmla="*/ 161925 w 533400"/>
                <a:gd name="connsiteY44" fmla="*/ 104775 h 523875"/>
                <a:gd name="connsiteX45" fmla="*/ 161925 w 533400"/>
                <a:gd name="connsiteY45" fmla="*/ 28575 h 523875"/>
                <a:gd name="connsiteX46" fmla="*/ 190500 w 533400"/>
                <a:gd name="connsiteY46" fmla="*/ 0 h 523875"/>
                <a:gd name="connsiteX47" fmla="*/ 342900 w 533400"/>
                <a:gd name="connsiteY47" fmla="*/ 0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2900" y="276225"/>
                  </a:moveTo>
                  <a:cubicBezTo>
                    <a:pt x="358711" y="276225"/>
                    <a:pt x="371475" y="288989"/>
                    <a:pt x="371475" y="304800"/>
                  </a:cubicBezTo>
                  <a:lnTo>
                    <a:pt x="371475" y="495300"/>
                  </a:lnTo>
                  <a:cubicBezTo>
                    <a:pt x="371475" y="511112"/>
                    <a:pt x="358711" y="523875"/>
                    <a:pt x="342900" y="523875"/>
                  </a:cubicBezTo>
                  <a:lnTo>
                    <a:pt x="190500" y="523875"/>
                  </a:lnTo>
                  <a:cubicBezTo>
                    <a:pt x="174689" y="523875"/>
                    <a:pt x="161925" y="511112"/>
                    <a:pt x="161925" y="495300"/>
                  </a:cubicBezTo>
                  <a:lnTo>
                    <a:pt x="161925" y="304800"/>
                  </a:lnTo>
                  <a:cubicBezTo>
                    <a:pt x="161925" y="288989"/>
                    <a:pt x="174689" y="276225"/>
                    <a:pt x="190500" y="276225"/>
                  </a:cubicBezTo>
                  <a:lnTo>
                    <a:pt x="342900" y="276225"/>
                  </a:lnTo>
                  <a:close/>
                  <a:moveTo>
                    <a:pt x="142875" y="114300"/>
                  </a:moveTo>
                  <a:cubicBezTo>
                    <a:pt x="142875" y="134684"/>
                    <a:pt x="158877" y="151352"/>
                    <a:pt x="179070" y="152400"/>
                  </a:cubicBezTo>
                  <a:lnTo>
                    <a:pt x="180975" y="152400"/>
                  </a:lnTo>
                  <a:lnTo>
                    <a:pt x="352425" y="152400"/>
                  </a:lnTo>
                  <a:cubicBezTo>
                    <a:pt x="372809" y="152400"/>
                    <a:pt x="389477" y="136398"/>
                    <a:pt x="390525" y="116205"/>
                  </a:cubicBezTo>
                  <a:lnTo>
                    <a:pt x="390525" y="114300"/>
                  </a:lnTo>
                  <a:lnTo>
                    <a:pt x="504825" y="114300"/>
                  </a:lnTo>
                  <a:cubicBezTo>
                    <a:pt x="520636" y="114300"/>
                    <a:pt x="533400" y="127064"/>
                    <a:pt x="533400" y="142875"/>
                  </a:cubicBezTo>
                  <a:lnTo>
                    <a:pt x="533400" y="381000"/>
                  </a:lnTo>
                  <a:cubicBezTo>
                    <a:pt x="533400" y="396812"/>
                    <a:pt x="520636" y="409575"/>
                    <a:pt x="504825" y="409575"/>
                  </a:cubicBezTo>
                  <a:lnTo>
                    <a:pt x="390525" y="409575"/>
                  </a:lnTo>
                  <a:lnTo>
                    <a:pt x="390525" y="295275"/>
                  </a:lnTo>
                  <a:cubicBezTo>
                    <a:pt x="390525" y="274892"/>
                    <a:pt x="374523" y="258223"/>
                    <a:pt x="354330" y="257175"/>
                  </a:cubicBezTo>
                  <a:lnTo>
                    <a:pt x="352425" y="257175"/>
                  </a:lnTo>
                  <a:lnTo>
                    <a:pt x="180975" y="257175"/>
                  </a:lnTo>
                  <a:cubicBezTo>
                    <a:pt x="160591" y="257175"/>
                    <a:pt x="143923" y="273177"/>
                    <a:pt x="142875" y="293370"/>
                  </a:cubicBezTo>
                  <a:lnTo>
                    <a:pt x="142875" y="295275"/>
                  </a:lnTo>
                  <a:lnTo>
                    <a:pt x="142875" y="409575"/>
                  </a:lnTo>
                  <a:lnTo>
                    <a:pt x="28575" y="409575"/>
                  </a:lnTo>
                  <a:cubicBezTo>
                    <a:pt x="12763" y="409575"/>
                    <a:pt x="0" y="396812"/>
                    <a:pt x="0" y="381000"/>
                  </a:cubicBezTo>
                  <a:lnTo>
                    <a:pt x="0" y="200787"/>
                  </a:lnTo>
                  <a:cubicBezTo>
                    <a:pt x="0" y="191167"/>
                    <a:pt x="3620" y="181832"/>
                    <a:pt x="10287" y="174784"/>
                  </a:cubicBezTo>
                  <a:lnTo>
                    <a:pt x="55436" y="126397"/>
                  </a:lnTo>
                  <a:cubicBezTo>
                    <a:pt x="62675" y="118682"/>
                    <a:pt x="72771" y="114300"/>
                    <a:pt x="83248" y="114300"/>
                  </a:cubicBezTo>
                  <a:lnTo>
                    <a:pt x="142875" y="114300"/>
                  </a:lnTo>
                  <a:close/>
                  <a:moveTo>
                    <a:pt x="461963" y="171450"/>
                  </a:moveTo>
                  <a:cubicBezTo>
                    <a:pt x="454057" y="171450"/>
                    <a:pt x="447675" y="177832"/>
                    <a:pt x="447675" y="185738"/>
                  </a:cubicBezTo>
                  <a:cubicBezTo>
                    <a:pt x="447675" y="193643"/>
                    <a:pt x="454057" y="200025"/>
                    <a:pt x="461963" y="200025"/>
                  </a:cubicBezTo>
                  <a:cubicBezTo>
                    <a:pt x="469868" y="200025"/>
                    <a:pt x="476250" y="193643"/>
                    <a:pt x="476250" y="185738"/>
                  </a:cubicBezTo>
                  <a:cubicBezTo>
                    <a:pt x="476250" y="177832"/>
                    <a:pt x="469868" y="171450"/>
                    <a:pt x="461963" y="171450"/>
                  </a:cubicBezTo>
                  <a:close/>
                  <a:moveTo>
                    <a:pt x="342900" y="0"/>
                  </a:moveTo>
                  <a:cubicBezTo>
                    <a:pt x="358711" y="0"/>
                    <a:pt x="371475" y="12763"/>
                    <a:pt x="371475" y="28575"/>
                  </a:cubicBezTo>
                  <a:lnTo>
                    <a:pt x="371475" y="104775"/>
                  </a:lnTo>
                  <a:cubicBezTo>
                    <a:pt x="371475" y="120587"/>
                    <a:pt x="358711" y="133350"/>
                    <a:pt x="342900" y="133350"/>
                  </a:cubicBezTo>
                  <a:lnTo>
                    <a:pt x="190500" y="133350"/>
                  </a:lnTo>
                  <a:cubicBezTo>
                    <a:pt x="174689" y="133350"/>
                    <a:pt x="161925" y="120587"/>
                    <a:pt x="161925" y="104775"/>
                  </a:cubicBezTo>
                  <a:lnTo>
                    <a:pt x="161925" y="28575"/>
                  </a:lnTo>
                  <a:cubicBezTo>
                    <a:pt x="161925" y="12763"/>
                    <a:pt x="174689" y="0"/>
                    <a:pt x="190500" y="0"/>
                  </a:cubicBezTo>
                  <a:lnTo>
                    <a:pt x="3429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íşḻíďé"/>
            <p:cNvSpPr/>
            <p:nvPr/>
          </p:nvSpPr>
          <p:spPr bwMode="auto">
            <a:xfrm>
              <a:off x="8369299" y="3408457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其他航天器：协调、机动与推进剂支出。</a:t>
              </a:r>
              <a:endParaRPr lang="zh-CN" altLang="en-US" sz="1100" dirty="0"/>
            </a:p>
          </p:txBody>
        </p:sp>
        <p:sp>
          <p:nvSpPr>
            <p:cNvPr id="97" name="îslîḓê"/>
            <p:cNvSpPr/>
            <p:nvPr/>
          </p:nvSpPr>
          <p:spPr bwMode="auto">
            <a:xfrm>
              <a:off x="8369299" y="4373469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公众：夜空环境与文化价值受损。</a:t>
              </a:r>
              <a:endParaRPr lang="zh-CN" altLang="en-US" sz="1100" dirty="0"/>
            </a:p>
          </p:txBody>
        </p:sp>
        <p:sp>
          <p:nvSpPr>
            <p:cNvPr id="98" name="îṣľiḋé"/>
            <p:cNvSpPr/>
            <p:nvPr/>
          </p:nvSpPr>
          <p:spPr bwMode="auto">
            <a:xfrm>
              <a:off x="673101" y="5338481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投资方：估值增长与市场地位提升。</a:t>
              </a:r>
              <a:endParaRPr lang="zh-CN" altLang="en-US" sz="1100" dirty="0"/>
            </a:p>
          </p:txBody>
        </p:sp>
        <p:sp>
          <p:nvSpPr>
            <p:cNvPr id="99" name="îS1iďe"/>
            <p:cNvSpPr/>
            <p:nvPr/>
          </p:nvSpPr>
          <p:spPr bwMode="auto">
            <a:xfrm>
              <a:off x="8369299" y="5338481"/>
              <a:ext cx="3149600" cy="791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100" dirty="0"/>
                <a:t>后代：长寿命碎片压缩可用轨道空间。</a:t>
              </a:r>
              <a:endParaRPr lang="zh-CN" altLang="en-US" sz="1100" dirty="0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ISLIDE.ICON" val="#438741;#438744;#438747;#438746;"/>
  <p:tag name="ISLIDE.TEMPLATE" val="https://www.islide.cc;"/>
</p:tagLst>
</file>

<file path=ppt/tags/tag3.xml><?xml version="1.0" encoding="utf-8"?>
<p:tagLst xmlns:p="http://schemas.openxmlformats.org/presentationml/2006/main">
  <p:tag name="ISLIDE.ICON" val="#438744;#438746;"/>
  <p:tag name="ISLIDE.TEMPLATE" val="https://www.islide.cc;"/>
</p:tagLst>
</file>

<file path=ppt/tags/tag4.xml><?xml version="1.0" encoding="utf-8"?>
<p:tagLst xmlns:p="http://schemas.openxmlformats.org/presentationml/2006/main">
  <p:tag name="ISLIDE.DIAGRAM" val="241248"/>
</p:tagLst>
</file>

<file path=ppt/tags/tag5.xml><?xml version="1.0" encoding="utf-8"?>
<p:tagLst xmlns:p="http://schemas.openxmlformats.org/presentationml/2006/main">
  <p:tag name="ISLIDE.TEMPLATE" val="https://www.islide.cc;"/>
</p:tagLst>
</file>

<file path=ppt/tags/tag6.xml><?xml version="1.0" encoding="utf-8"?>
<p:tagLst xmlns:p="http://schemas.openxmlformats.org/presentationml/2006/main">
  <p:tag name="ISLIDE.ICON" val="#438745;#438747;#438746;#438748;"/>
  <p:tag name="ISLIDE.TEMPLATE" val="https://www.islide.cc;"/>
</p:tagLst>
</file>

<file path=ppt/tags/tag7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  <p:tag name="THINKCELLUNDODONOTDELETE" val="0"/>
  <p:tag name="ISLIDE.TEMPLATE" val="#477683"/>
</p:tagLst>
</file>

<file path=ppt/theme/theme1.xml><?xml version="1.0" encoding="utf-8"?>
<a:theme xmlns:a="http://schemas.openxmlformats.org/drawingml/2006/main" name="主题5">
  <a:themeElements>
    <a:clrScheme name="四月主题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3478"/>
      </a:accent1>
      <a:accent2>
        <a:srgbClr val="F08300"/>
      </a:accent2>
      <a:accent3>
        <a:srgbClr val="5063F8"/>
      </a:accent3>
      <a:accent4>
        <a:srgbClr val="AFBBCF"/>
      </a:accent4>
      <a:accent5>
        <a:srgbClr val="343D74"/>
      </a:accent5>
      <a:accent6>
        <a:srgbClr val="778495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四月主题色">
    <a:dk1>
      <a:srgbClr val="000000"/>
    </a:dk1>
    <a:lt1>
      <a:srgbClr val="FFFFFF"/>
    </a:lt1>
    <a:dk2>
      <a:srgbClr val="778495"/>
    </a:dk2>
    <a:lt2>
      <a:srgbClr val="F0F0F0"/>
    </a:lt2>
    <a:accent1>
      <a:srgbClr val="003478"/>
    </a:accent1>
    <a:accent2>
      <a:srgbClr val="F08300"/>
    </a:accent2>
    <a:accent3>
      <a:srgbClr val="5063F8"/>
    </a:accent3>
    <a:accent4>
      <a:srgbClr val="AFBBCF"/>
    </a:accent4>
    <a:accent5>
      <a:srgbClr val="343D74"/>
    </a:accent5>
    <a:accent6>
      <a:srgbClr val="778495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菠萝煮茶</Template>
  <TotalTime>0</TotalTime>
  <Words>687</Words>
  <Application>WPS 演示</Application>
  <PresentationFormat>宽屏</PresentationFormat>
  <Paragraphs>107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方正雅意黑 GB18030L2</vt:lpstr>
      <vt:lpstr>等线</vt:lpstr>
      <vt:lpstr>Times New Roman</vt:lpstr>
      <vt:lpstr>微软雅黑</vt:lpstr>
      <vt:lpstr>汉仪中等线KW</vt:lpstr>
      <vt:lpstr>宋体</vt:lpstr>
      <vt:lpstr>Arial Unicode MS</vt:lpstr>
      <vt:lpstr>Calibri</vt:lpstr>
      <vt:lpstr>Helvetica Neue</vt:lpstr>
      <vt:lpstr>汉仪书宋二KW</vt:lpstr>
      <vt:lpstr>微软雅黑</vt:lpstr>
      <vt:lpstr>等线</vt:lpstr>
      <vt:lpstr>主题5</vt:lpstr>
      <vt:lpstr>PowerPoint 演示文稿</vt:lpstr>
      <vt:lpstr>影响分析框架：代价落在谁身上</vt:lpstr>
      <vt:lpstr>天文观测：被“划伤”的星空</vt:lpstr>
      <vt:lpstr>天文台的隐性成本清单</vt:lpstr>
      <vt:lpstr>负外部性：收益集中，代价分散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菠萝煮茶</dc:creator>
  <cp:lastModifiedBy>徐诗霖</cp:lastModifiedBy>
  <cp:revision>7</cp:revision>
  <cp:lastPrinted>2026-09-29T12:31:51Z</cp:lastPrinted>
  <dcterms:created xsi:type="dcterms:W3CDTF">2026-09-29T12:31:51Z</dcterms:created>
  <dcterms:modified xsi:type="dcterms:W3CDTF">2026-09-29T12:31:51Z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Slide.TEMPLATE">
    <vt:lpwstr>ae1d0774-2377-4227-bc40-ee4b41b4477b</vt:lpwstr>
  </property>
  <property fmtid="{D5CDD505-2E9C-101B-9397-08002B2CF9AE}" pid="4" name="KSOProductBuildVer">
    <vt:lpwstr>2052-12.1.26046.26046</vt:lpwstr>
  </property>
  <property fmtid="{D5CDD505-2E9C-101B-9397-08002B2CF9AE}" pid="5" name="ICV">
    <vt:lpwstr>BDAE531378F20DDECEAEBB6AE25BA4D2_42</vt:lpwstr>
  </property>
</Properties>
</file>